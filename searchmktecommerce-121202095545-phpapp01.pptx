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4" r:id="rId1"/>
  </p:sldMasterIdLst>
  <p:notesMasterIdLst>
    <p:notesMasterId r:id="rId38"/>
  </p:notesMasterIdLst>
  <p:sldIdLst>
    <p:sldId id="256" r:id="rId2"/>
    <p:sldId id="262" r:id="rId3"/>
    <p:sldId id="260" r:id="rId4"/>
    <p:sldId id="267" r:id="rId5"/>
    <p:sldId id="258" r:id="rId6"/>
    <p:sldId id="268" r:id="rId7"/>
    <p:sldId id="266" r:id="rId8"/>
    <p:sldId id="261" r:id="rId9"/>
    <p:sldId id="264" r:id="rId10"/>
    <p:sldId id="272" r:id="rId11"/>
    <p:sldId id="265" r:id="rId12"/>
    <p:sldId id="269" r:id="rId13"/>
    <p:sldId id="263" r:id="rId14"/>
    <p:sldId id="277" r:id="rId15"/>
    <p:sldId id="270" r:id="rId16"/>
    <p:sldId id="280" r:id="rId17"/>
    <p:sldId id="281" r:id="rId18"/>
    <p:sldId id="282" r:id="rId19"/>
    <p:sldId id="271" r:id="rId20"/>
    <p:sldId id="273" r:id="rId21"/>
    <p:sldId id="274" r:id="rId22"/>
    <p:sldId id="279" r:id="rId23"/>
    <p:sldId id="278" r:id="rId24"/>
    <p:sldId id="288" r:id="rId25"/>
    <p:sldId id="275" r:id="rId26"/>
    <p:sldId id="276" r:id="rId27"/>
    <p:sldId id="289" r:id="rId28"/>
    <p:sldId id="284" r:id="rId29"/>
    <p:sldId id="283" r:id="rId30"/>
    <p:sldId id="292" r:id="rId31"/>
    <p:sldId id="286" r:id="rId32"/>
    <p:sldId id="285" r:id="rId33"/>
    <p:sldId id="290" r:id="rId34"/>
    <p:sldId id="291" r:id="rId35"/>
    <p:sldId id="287" r:id="rId36"/>
    <p:sldId id="259" r:id="rId37"/>
  </p:sldIdLst>
  <p:sldSz cx="9144000" cy="6858000" type="screen4x3"/>
  <p:notesSz cx="6858000" cy="9144000"/>
  <p:custDataLst>
    <p:tags r:id="rId39"/>
  </p:custData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3667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9" autoAdjust="0"/>
    <p:restoredTop sz="94683" autoAdjust="0"/>
  </p:normalViewPr>
  <p:slideViewPr>
    <p:cSldViewPr>
      <p:cViewPr>
        <p:scale>
          <a:sx n="125" d="100"/>
          <a:sy n="125" d="100"/>
        </p:scale>
        <p:origin x="-1170" y="2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D5EEB19-2F1D-4273-9D2D-D8CB9CD6933C}" type="doc">
      <dgm:prSet loTypeId="urn:microsoft.com/office/officeart/2009/3/layout/CircleRelationship" loCatId="relationship" qsTypeId="urn:microsoft.com/office/officeart/2005/8/quickstyle/3d4" qsCatId="3D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51814F61-811D-4B26-AB82-8F0CF914799F}">
      <dgm:prSet phldrT="[Texto]" custT="1"/>
      <dgm:spPr/>
      <dgm:t>
        <a:bodyPr/>
        <a:lstStyle/>
        <a:p>
          <a:r>
            <a:rPr lang="en-US" sz="1800" b="1" dirty="0" smtClean="0"/>
            <a:t>Site do </a:t>
          </a:r>
          <a:r>
            <a:rPr lang="en-US" sz="1800" b="1" dirty="0" err="1" smtClean="0"/>
            <a:t>anunciante</a:t>
          </a:r>
          <a:endParaRPr lang="pt-BR" sz="1800" b="1" dirty="0"/>
        </a:p>
      </dgm:t>
    </dgm:pt>
    <dgm:pt modelId="{AF6A8DB9-84DB-4C3C-9412-89E966849665}" type="parTrans" cxnId="{57DA241B-F20F-4B93-9909-EDFB753259BE}">
      <dgm:prSet/>
      <dgm:spPr/>
      <dgm:t>
        <a:bodyPr/>
        <a:lstStyle/>
        <a:p>
          <a:endParaRPr lang="pt-BR"/>
        </a:p>
      </dgm:t>
    </dgm:pt>
    <dgm:pt modelId="{09CE751D-847B-4D45-9A53-EA873068AEE9}" type="sibTrans" cxnId="{57DA241B-F20F-4B93-9909-EDFB753259BE}">
      <dgm:prSet/>
      <dgm:spPr/>
      <dgm:t>
        <a:bodyPr/>
        <a:lstStyle/>
        <a:p>
          <a:endParaRPr lang="pt-BR"/>
        </a:p>
      </dgm:t>
    </dgm:pt>
    <dgm:pt modelId="{119C13D3-11C6-463F-9108-AAC9540D4453}">
      <dgm:prSet phldrT="[Texto]"/>
      <dgm:spPr/>
      <dgm:t>
        <a:bodyPr/>
        <a:lstStyle/>
        <a:p>
          <a:r>
            <a:rPr lang="en-US" dirty="0" err="1" smtClean="0"/>
            <a:t>Contatos</a:t>
          </a:r>
          <a:endParaRPr lang="pt-BR" dirty="0"/>
        </a:p>
      </dgm:t>
    </dgm:pt>
    <dgm:pt modelId="{E436C59F-D9F1-48C5-801F-BA0CBE0495E8}" type="parTrans" cxnId="{F46004BA-4A09-40EA-BE21-003EF7A16732}">
      <dgm:prSet/>
      <dgm:spPr/>
      <dgm:t>
        <a:bodyPr/>
        <a:lstStyle/>
        <a:p>
          <a:endParaRPr lang="pt-BR"/>
        </a:p>
      </dgm:t>
    </dgm:pt>
    <dgm:pt modelId="{5CF06859-B972-4B2F-9251-84C2C525D2C8}" type="sibTrans" cxnId="{F46004BA-4A09-40EA-BE21-003EF7A16732}">
      <dgm:prSet/>
      <dgm:spPr/>
      <dgm:t>
        <a:bodyPr/>
        <a:lstStyle/>
        <a:p>
          <a:endParaRPr lang="pt-BR"/>
        </a:p>
      </dgm:t>
    </dgm:pt>
    <dgm:pt modelId="{BB6010C5-214B-4135-8C6C-CC8B35A71362}">
      <dgm:prSet phldrT="[Texto]"/>
      <dgm:spPr/>
      <dgm:t>
        <a:bodyPr/>
        <a:lstStyle/>
        <a:p>
          <a:r>
            <a:rPr lang="en-US" dirty="0" err="1" smtClean="0"/>
            <a:t>Vendas</a:t>
          </a:r>
          <a:endParaRPr lang="pt-BR" dirty="0"/>
        </a:p>
      </dgm:t>
    </dgm:pt>
    <dgm:pt modelId="{839E1227-DD4B-4EAB-AA2E-6D30E94F46C4}" type="parTrans" cxnId="{3C7C1D94-3EAD-4286-ABDB-F988D1FC08CE}">
      <dgm:prSet/>
      <dgm:spPr/>
      <dgm:t>
        <a:bodyPr/>
        <a:lstStyle/>
        <a:p>
          <a:endParaRPr lang="pt-BR"/>
        </a:p>
      </dgm:t>
    </dgm:pt>
    <dgm:pt modelId="{DDCBBCE4-20FF-4A26-ADA0-32EDF7382392}" type="sibTrans" cxnId="{3C7C1D94-3EAD-4286-ABDB-F988D1FC08CE}">
      <dgm:prSet/>
      <dgm:spPr/>
      <dgm:t>
        <a:bodyPr/>
        <a:lstStyle/>
        <a:p>
          <a:endParaRPr lang="pt-BR"/>
        </a:p>
      </dgm:t>
    </dgm:pt>
    <dgm:pt modelId="{56BF1E38-9347-4C3B-A4AE-205AFBB2FB8F}" type="pres">
      <dgm:prSet presAssocID="{5D5EEB19-2F1D-4273-9D2D-D8CB9CD6933C}" presName="Name0" presStyleCnt="0">
        <dgm:presLayoutVars>
          <dgm:chMax val="1"/>
          <dgm:chPref val="1"/>
        </dgm:presLayoutVars>
      </dgm:prSet>
      <dgm:spPr/>
      <dgm:t>
        <a:bodyPr/>
        <a:lstStyle/>
        <a:p>
          <a:endParaRPr lang="pt-BR"/>
        </a:p>
      </dgm:t>
    </dgm:pt>
    <dgm:pt modelId="{7C153A07-AEE2-402F-8600-BC55F07694EE}" type="pres">
      <dgm:prSet presAssocID="{51814F61-811D-4B26-AB82-8F0CF914799F}" presName="Parent" presStyleLbl="node0" presStyleIdx="0" presStyleCnt="1" custLinFactNeighborX="-7622">
        <dgm:presLayoutVars>
          <dgm:chMax val="5"/>
          <dgm:chPref val="5"/>
        </dgm:presLayoutVars>
      </dgm:prSet>
      <dgm:spPr/>
      <dgm:t>
        <a:bodyPr/>
        <a:lstStyle/>
        <a:p>
          <a:endParaRPr lang="pt-BR"/>
        </a:p>
      </dgm:t>
    </dgm:pt>
    <dgm:pt modelId="{D1F3F777-DCA6-4794-AA75-660FE023DD88}" type="pres">
      <dgm:prSet presAssocID="{51814F61-811D-4B26-AB82-8F0CF914799F}" presName="Accent1" presStyleLbl="node1" presStyleIdx="0" presStyleCnt="13"/>
      <dgm:spPr/>
    </dgm:pt>
    <dgm:pt modelId="{50B672E2-99D7-4A40-BD8A-3EC13AE2A65A}" type="pres">
      <dgm:prSet presAssocID="{51814F61-811D-4B26-AB82-8F0CF914799F}" presName="Accent2" presStyleLbl="node1" presStyleIdx="1" presStyleCnt="13"/>
      <dgm:spPr/>
    </dgm:pt>
    <dgm:pt modelId="{F4C9751C-00EE-44DE-B55B-8105C7DF1A9E}" type="pres">
      <dgm:prSet presAssocID="{51814F61-811D-4B26-AB82-8F0CF914799F}" presName="Accent3" presStyleLbl="node1" presStyleIdx="2" presStyleCnt="13" custLinFactX="-154806" custLinFactY="125296" custLinFactNeighborX="-200000" custLinFactNeighborY="200000"/>
      <dgm:spPr/>
    </dgm:pt>
    <dgm:pt modelId="{5909883D-29FA-42DC-8836-BF3DF57189A4}" type="pres">
      <dgm:prSet presAssocID="{51814F61-811D-4B26-AB82-8F0CF914799F}" presName="Accent4" presStyleLbl="node1" presStyleIdx="3" presStyleCnt="13"/>
      <dgm:spPr/>
    </dgm:pt>
    <dgm:pt modelId="{C6C7B732-7CB6-44C0-8217-3FE0CFE90E48}" type="pres">
      <dgm:prSet presAssocID="{51814F61-811D-4B26-AB82-8F0CF914799F}" presName="Accent5" presStyleLbl="node1" presStyleIdx="4" presStyleCnt="13"/>
      <dgm:spPr/>
    </dgm:pt>
    <dgm:pt modelId="{6F27AFE5-E870-4A48-A4A6-1D7E4E4788E1}" type="pres">
      <dgm:prSet presAssocID="{51814F61-811D-4B26-AB82-8F0CF914799F}" presName="Accent6" presStyleLbl="node1" presStyleIdx="5" presStyleCnt="13" custLinFactX="-100000" custLinFactNeighborX="-135486"/>
      <dgm:spPr/>
    </dgm:pt>
    <dgm:pt modelId="{6EDDFB5A-D902-4688-A378-E6EC3942A07E}" type="pres">
      <dgm:prSet presAssocID="{119C13D3-11C6-463F-9108-AAC9540D4453}" presName="Child1" presStyleLbl="node1" presStyleIdx="6" presStyleCnt="13" custLinFactNeighborY="-24815">
        <dgm:presLayoutVars>
          <dgm:chMax val="0"/>
          <dgm:chPref val="0"/>
        </dgm:presLayoutVars>
      </dgm:prSet>
      <dgm:spPr/>
      <dgm:t>
        <a:bodyPr/>
        <a:lstStyle/>
        <a:p>
          <a:endParaRPr lang="pt-BR"/>
        </a:p>
      </dgm:t>
    </dgm:pt>
    <dgm:pt modelId="{C406CCD1-5D2A-4D3A-8E05-B18EA05D9221}" type="pres">
      <dgm:prSet presAssocID="{119C13D3-11C6-463F-9108-AAC9540D4453}" presName="Accent7" presStyleCnt="0"/>
      <dgm:spPr/>
    </dgm:pt>
    <dgm:pt modelId="{A117DF27-87F9-4884-AE33-80D19A905F59}" type="pres">
      <dgm:prSet presAssocID="{119C13D3-11C6-463F-9108-AAC9540D4453}" presName="AccentHold1" presStyleLbl="node1" presStyleIdx="7" presStyleCnt="13"/>
      <dgm:spPr/>
    </dgm:pt>
    <dgm:pt modelId="{65A73F34-BED9-4E92-BB10-E92C7EB8A343}" type="pres">
      <dgm:prSet presAssocID="{119C13D3-11C6-463F-9108-AAC9540D4453}" presName="Accent8" presStyleCnt="0"/>
      <dgm:spPr/>
    </dgm:pt>
    <dgm:pt modelId="{D32FF478-2CC5-4F6D-9F86-891FAD8607F7}" type="pres">
      <dgm:prSet presAssocID="{119C13D3-11C6-463F-9108-AAC9540D4453}" presName="AccentHold2" presStyleLbl="node1" presStyleIdx="8" presStyleCnt="13"/>
      <dgm:spPr/>
    </dgm:pt>
    <dgm:pt modelId="{F7B3FAE0-EF56-483A-9884-D3B9A9B95F96}" type="pres">
      <dgm:prSet presAssocID="{BB6010C5-214B-4135-8C6C-CC8B35A71362}" presName="Child2" presStyleLbl="node1" presStyleIdx="9" presStyleCnt="13" custLinFactX="-100000" custLinFactY="100000" custLinFactNeighborX="-197943" custLinFactNeighborY="102939">
        <dgm:presLayoutVars>
          <dgm:chMax val="0"/>
          <dgm:chPref val="0"/>
        </dgm:presLayoutVars>
      </dgm:prSet>
      <dgm:spPr/>
      <dgm:t>
        <a:bodyPr/>
        <a:lstStyle/>
        <a:p>
          <a:endParaRPr lang="pt-BR"/>
        </a:p>
      </dgm:t>
    </dgm:pt>
    <dgm:pt modelId="{CD3D9D20-6E37-4B51-8024-2D785092B3E9}" type="pres">
      <dgm:prSet presAssocID="{BB6010C5-214B-4135-8C6C-CC8B35A71362}" presName="Accent9" presStyleCnt="0"/>
      <dgm:spPr/>
    </dgm:pt>
    <dgm:pt modelId="{32C9CB96-6F4A-4761-B25C-0622E5785E60}" type="pres">
      <dgm:prSet presAssocID="{BB6010C5-214B-4135-8C6C-CC8B35A71362}" presName="AccentHold1" presStyleLbl="node1" presStyleIdx="10" presStyleCnt="13" custLinFactX="-61565" custLinFactNeighborX="-100000" custLinFactNeighborY="-37360"/>
      <dgm:spPr/>
    </dgm:pt>
    <dgm:pt modelId="{42CFE24E-BCC2-47A8-9855-2123A5F33D91}" type="pres">
      <dgm:prSet presAssocID="{BB6010C5-214B-4135-8C6C-CC8B35A71362}" presName="Accent10" presStyleCnt="0"/>
      <dgm:spPr/>
    </dgm:pt>
    <dgm:pt modelId="{2A1E5FF3-7617-4A86-9400-D61651CCCF31}" type="pres">
      <dgm:prSet presAssocID="{BB6010C5-214B-4135-8C6C-CC8B35A71362}" presName="AccentHold2" presStyleLbl="node1" presStyleIdx="11" presStyleCnt="13"/>
      <dgm:spPr/>
    </dgm:pt>
    <dgm:pt modelId="{BD063472-B0CD-4837-8A21-9E51CA555169}" type="pres">
      <dgm:prSet presAssocID="{BB6010C5-214B-4135-8C6C-CC8B35A71362}" presName="Accent11" presStyleCnt="0"/>
      <dgm:spPr/>
    </dgm:pt>
    <dgm:pt modelId="{CFFF3051-66A0-402F-B5BE-E2792295D96E}" type="pres">
      <dgm:prSet presAssocID="{BB6010C5-214B-4135-8C6C-CC8B35A71362}" presName="AccentHold3" presStyleLbl="node1" presStyleIdx="12" presStyleCnt="13"/>
      <dgm:spPr/>
    </dgm:pt>
  </dgm:ptLst>
  <dgm:cxnLst>
    <dgm:cxn modelId="{311E65D8-E381-4858-BCD6-F9654F280493}" type="presOf" srcId="{51814F61-811D-4B26-AB82-8F0CF914799F}" destId="{7C153A07-AEE2-402F-8600-BC55F07694EE}" srcOrd="0" destOrd="0" presId="urn:microsoft.com/office/officeart/2009/3/layout/CircleRelationship"/>
    <dgm:cxn modelId="{A002F9DF-16AC-4087-B4CC-745029468DD4}" type="presOf" srcId="{BB6010C5-214B-4135-8C6C-CC8B35A71362}" destId="{F7B3FAE0-EF56-483A-9884-D3B9A9B95F96}" srcOrd="0" destOrd="0" presId="urn:microsoft.com/office/officeart/2009/3/layout/CircleRelationship"/>
    <dgm:cxn modelId="{57DA241B-F20F-4B93-9909-EDFB753259BE}" srcId="{5D5EEB19-2F1D-4273-9D2D-D8CB9CD6933C}" destId="{51814F61-811D-4B26-AB82-8F0CF914799F}" srcOrd="0" destOrd="0" parTransId="{AF6A8DB9-84DB-4C3C-9412-89E966849665}" sibTransId="{09CE751D-847B-4D45-9A53-EA873068AEE9}"/>
    <dgm:cxn modelId="{FC38CEF5-493D-473F-B457-7C939E392B7C}" type="presOf" srcId="{119C13D3-11C6-463F-9108-AAC9540D4453}" destId="{6EDDFB5A-D902-4688-A378-E6EC3942A07E}" srcOrd="0" destOrd="0" presId="urn:microsoft.com/office/officeart/2009/3/layout/CircleRelationship"/>
    <dgm:cxn modelId="{3C7C1D94-3EAD-4286-ABDB-F988D1FC08CE}" srcId="{51814F61-811D-4B26-AB82-8F0CF914799F}" destId="{BB6010C5-214B-4135-8C6C-CC8B35A71362}" srcOrd="1" destOrd="0" parTransId="{839E1227-DD4B-4EAB-AA2E-6D30E94F46C4}" sibTransId="{DDCBBCE4-20FF-4A26-ADA0-32EDF7382392}"/>
    <dgm:cxn modelId="{EC736844-218C-4674-8A62-9A27B211A921}" type="presOf" srcId="{5D5EEB19-2F1D-4273-9D2D-D8CB9CD6933C}" destId="{56BF1E38-9347-4C3B-A4AE-205AFBB2FB8F}" srcOrd="0" destOrd="0" presId="urn:microsoft.com/office/officeart/2009/3/layout/CircleRelationship"/>
    <dgm:cxn modelId="{F46004BA-4A09-40EA-BE21-003EF7A16732}" srcId="{51814F61-811D-4B26-AB82-8F0CF914799F}" destId="{119C13D3-11C6-463F-9108-AAC9540D4453}" srcOrd="0" destOrd="0" parTransId="{E436C59F-D9F1-48C5-801F-BA0CBE0495E8}" sibTransId="{5CF06859-B972-4B2F-9251-84C2C525D2C8}"/>
    <dgm:cxn modelId="{E5DA43CB-3072-4579-80AD-681064277FC1}" type="presParOf" srcId="{56BF1E38-9347-4C3B-A4AE-205AFBB2FB8F}" destId="{7C153A07-AEE2-402F-8600-BC55F07694EE}" srcOrd="0" destOrd="0" presId="urn:microsoft.com/office/officeart/2009/3/layout/CircleRelationship"/>
    <dgm:cxn modelId="{91340E2E-57DA-4D1A-898D-07CFFB565415}" type="presParOf" srcId="{56BF1E38-9347-4C3B-A4AE-205AFBB2FB8F}" destId="{D1F3F777-DCA6-4794-AA75-660FE023DD88}" srcOrd="1" destOrd="0" presId="urn:microsoft.com/office/officeart/2009/3/layout/CircleRelationship"/>
    <dgm:cxn modelId="{0A57E744-4C36-410E-9662-1C088508AF1D}" type="presParOf" srcId="{56BF1E38-9347-4C3B-A4AE-205AFBB2FB8F}" destId="{50B672E2-99D7-4A40-BD8A-3EC13AE2A65A}" srcOrd="2" destOrd="0" presId="urn:microsoft.com/office/officeart/2009/3/layout/CircleRelationship"/>
    <dgm:cxn modelId="{77C0BC37-4513-41DE-897A-AE00BCB0DCA8}" type="presParOf" srcId="{56BF1E38-9347-4C3B-A4AE-205AFBB2FB8F}" destId="{F4C9751C-00EE-44DE-B55B-8105C7DF1A9E}" srcOrd="3" destOrd="0" presId="urn:microsoft.com/office/officeart/2009/3/layout/CircleRelationship"/>
    <dgm:cxn modelId="{151BC955-00A5-4820-B985-E4DA0D154784}" type="presParOf" srcId="{56BF1E38-9347-4C3B-A4AE-205AFBB2FB8F}" destId="{5909883D-29FA-42DC-8836-BF3DF57189A4}" srcOrd="4" destOrd="0" presId="urn:microsoft.com/office/officeart/2009/3/layout/CircleRelationship"/>
    <dgm:cxn modelId="{4B5B864C-8CDA-467E-A421-C243498210EA}" type="presParOf" srcId="{56BF1E38-9347-4C3B-A4AE-205AFBB2FB8F}" destId="{C6C7B732-7CB6-44C0-8217-3FE0CFE90E48}" srcOrd="5" destOrd="0" presId="urn:microsoft.com/office/officeart/2009/3/layout/CircleRelationship"/>
    <dgm:cxn modelId="{C49E1104-5189-42EC-9614-B569CB341FE2}" type="presParOf" srcId="{56BF1E38-9347-4C3B-A4AE-205AFBB2FB8F}" destId="{6F27AFE5-E870-4A48-A4A6-1D7E4E4788E1}" srcOrd="6" destOrd="0" presId="urn:microsoft.com/office/officeart/2009/3/layout/CircleRelationship"/>
    <dgm:cxn modelId="{0BBD5606-3A1B-4484-A3A0-6E68599EC849}" type="presParOf" srcId="{56BF1E38-9347-4C3B-A4AE-205AFBB2FB8F}" destId="{6EDDFB5A-D902-4688-A378-E6EC3942A07E}" srcOrd="7" destOrd="0" presId="urn:microsoft.com/office/officeart/2009/3/layout/CircleRelationship"/>
    <dgm:cxn modelId="{7F2BCE71-3C1C-4D6A-A5B6-62ED6F501CF1}" type="presParOf" srcId="{56BF1E38-9347-4C3B-A4AE-205AFBB2FB8F}" destId="{C406CCD1-5D2A-4D3A-8E05-B18EA05D9221}" srcOrd="8" destOrd="0" presId="urn:microsoft.com/office/officeart/2009/3/layout/CircleRelationship"/>
    <dgm:cxn modelId="{B4A279E6-16CA-4237-89C8-9554721AA764}" type="presParOf" srcId="{C406CCD1-5D2A-4D3A-8E05-B18EA05D9221}" destId="{A117DF27-87F9-4884-AE33-80D19A905F59}" srcOrd="0" destOrd="0" presId="urn:microsoft.com/office/officeart/2009/3/layout/CircleRelationship"/>
    <dgm:cxn modelId="{019768C0-16BF-4D92-B53A-915C182AED60}" type="presParOf" srcId="{56BF1E38-9347-4C3B-A4AE-205AFBB2FB8F}" destId="{65A73F34-BED9-4E92-BB10-E92C7EB8A343}" srcOrd="9" destOrd="0" presId="urn:microsoft.com/office/officeart/2009/3/layout/CircleRelationship"/>
    <dgm:cxn modelId="{1B928180-A23F-4D20-943C-07FE87CBD6BE}" type="presParOf" srcId="{65A73F34-BED9-4E92-BB10-E92C7EB8A343}" destId="{D32FF478-2CC5-4F6D-9F86-891FAD8607F7}" srcOrd="0" destOrd="0" presId="urn:microsoft.com/office/officeart/2009/3/layout/CircleRelationship"/>
    <dgm:cxn modelId="{1055034A-A5FD-43A9-A509-3B90D6AA8C55}" type="presParOf" srcId="{56BF1E38-9347-4C3B-A4AE-205AFBB2FB8F}" destId="{F7B3FAE0-EF56-483A-9884-D3B9A9B95F96}" srcOrd="10" destOrd="0" presId="urn:microsoft.com/office/officeart/2009/3/layout/CircleRelationship"/>
    <dgm:cxn modelId="{391028A3-BB91-4BE4-A345-CB23F9813816}" type="presParOf" srcId="{56BF1E38-9347-4C3B-A4AE-205AFBB2FB8F}" destId="{CD3D9D20-6E37-4B51-8024-2D785092B3E9}" srcOrd="11" destOrd="0" presId="urn:microsoft.com/office/officeart/2009/3/layout/CircleRelationship"/>
    <dgm:cxn modelId="{48629007-A826-4481-A84B-B3F69313BDF8}" type="presParOf" srcId="{CD3D9D20-6E37-4B51-8024-2D785092B3E9}" destId="{32C9CB96-6F4A-4761-B25C-0622E5785E60}" srcOrd="0" destOrd="0" presId="urn:microsoft.com/office/officeart/2009/3/layout/CircleRelationship"/>
    <dgm:cxn modelId="{2A1BC0A7-18F8-4E7C-B0FC-BB0FE819FCF7}" type="presParOf" srcId="{56BF1E38-9347-4C3B-A4AE-205AFBB2FB8F}" destId="{42CFE24E-BCC2-47A8-9855-2123A5F33D91}" srcOrd="12" destOrd="0" presId="urn:microsoft.com/office/officeart/2009/3/layout/CircleRelationship"/>
    <dgm:cxn modelId="{7D47C1E3-9E7D-49E3-A91E-483A5BD6382E}" type="presParOf" srcId="{42CFE24E-BCC2-47A8-9855-2123A5F33D91}" destId="{2A1E5FF3-7617-4A86-9400-D61651CCCF31}" srcOrd="0" destOrd="0" presId="urn:microsoft.com/office/officeart/2009/3/layout/CircleRelationship"/>
    <dgm:cxn modelId="{4F4FF2C2-5758-4D63-911B-22EA65AD9F52}" type="presParOf" srcId="{56BF1E38-9347-4C3B-A4AE-205AFBB2FB8F}" destId="{BD063472-B0CD-4837-8A21-9E51CA555169}" srcOrd="13" destOrd="0" presId="urn:microsoft.com/office/officeart/2009/3/layout/CircleRelationship"/>
    <dgm:cxn modelId="{78234EF3-1252-4CA3-80DD-A34CD3A4A109}" type="presParOf" srcId="{BD063472-B0CD-4837-8A21-9E51CA555169}" destId="{CFFF3051-66A0-402F-B5BE-E2792295D96E}" srcOrd="0" destOrd="0" presId="urn:microsoft.com/office/officeart/2009/3/layout/CircleRelationship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2C50F94-F81C-40FA-A34D-24C00ED9A7BD}" type="doc">
      <dgm:prSet loTypeId="urn:microsoft.com/office/officeart/2008/layout/VerticalCurvedList" loCatId="list" qsTypeId="urn:microsoft.com/office/officeart/2005/8/quickstyle/3d6" qsCatId="3D" csTypeId="urn:microsoft.com/office/officeart/2005/8/colors/colorful4" csCatId="colorful" phldr="1"/>
      <dgm:spPr/>
      <dgm:t>
        <a:bodyPr/>
        <a:lstStyle/>
        <a:p>
          <a:endParaRPr lang="pt-BR"/>
        </a:p>
      </dgm:t>
    </dgm:pt>
    <dgm:pt modelId="{8B76D241-4CD0-496A-8683-BA9D1B90DEC6}">
      <dgm:prSet/>
      <dgm:spPr/>
      <dgm:t>
        <a:bodyPr/>
        <a:lstStyle/>
        <a:p>
          <a:pPr rtl="0"/>
          <a:r>
            <a:rPr lang="en-US" smtClean="0"/>
            <a:t>CPC – Custo por clique</a:t>
          </a:r>
          <a:endParaRPr lang="pt-BR"/>
        </a:p>
      </dgm:t>
    </dgm:pt>
    <dgm:pt modelId="{950986DF-CA98-4652-BA4C-A0E2945A0F00}" type="parTrans" cxnId="{815CFAE5-0223-416D-8E0C-6E7DC87817CC}">
      <dgm:prSet/>
      <dgm:spPr/>
      <dgm:t>
        <a:bodyPr/>
        <a:lstStyle/>
        <a:p>
          <a:endParaRPr lang="pt-BR"/>
        </a:p>
      </dgm:t>
    </dgm:pt>
    <dgm:pt modelId="{56397471-AF7F-44C4-A502-D5183A3651FC}" type="sibTrans" cxnId="{815CFAE5-0223-416D-8E0C-6E7DC87817CC}">
      <dgm:prSet/>
      <dgm:spPr/>
      <dgm:t>
        <a:bodyPr/>
        <a:lstStyle/>
        <a:p>
          <a:endParaRPr lang="pt-BR"/>
        </a:p>
      </dgm:t>
    </dgm:pt>
    <dgm:pt modelId="{BD98605F-3DF4-4594-B1B8-3A12A2B208D1}">
      <dgm:prSet/>
      <dgm:spPr/>
      <dgm:t>
        <a:bodyPr/>
        <a:lstStyle/>
        <a:p>
          <a:pPr rtl="0"/>
          <a:r>
            <a:rPr lang="en-US" smtClean="0"/>
            <a:t>CPM – Custo por mil impressões</a:t>
          </a:r>
          <a:endParaRPr lang="pt-BR"/>
        </a:p>
      </dgm:t>
    </dgm:pt>
    <dgm:pt modelId="{97304A9F-20EF-4AEB-B27B-223133E5EFE6}" type="parTrans" cxnId="{B2B25811-CC92-429A-8043-51870083B9D6}">
      <dgm:prSet/>
      <dgm:spPr/>
      <dgm:t>
        <a:bodyPr/>
        <a:lstStyle/>
        <a:p>
          <a:endParaRPr lang="pt-BR"/>
        </a:p>
      </dgm:t>
    </dgm:pt>
    <dgm:pt modelId="{98FB2BF0-1F42-480B-8E2E-75D105900E53}" type="sibTrans" cxnId="{B2B25811-CC92-429A-8043-51870083B9D6}">
      <dgm:prSet/>
      <dgm:spPr/>
      <dgm:t>
        <a:bodyPr/>
        <a:lstStyle/>
        <a:p>
          <a:endParaRPr lang="pt-BR"/>
        </a:p>
      </dgm:t>
    </dgm:pt>
    <dgm:pt modelId="{40222A0B-FB8A-49DE-AF2D-7511DBCAD7B1}">
      <dgm:prSet/>
      <dgm:spPr/>
      <dgm:t>
        <a:bodyPr/>
        <a:lstStyle/>
        <a:p>
          <a:pPr rtl="0"/>
          <a:r>
            <a:rPr lang="en-US" dirty="0" smtClean="0"/>
            <a:t>CPA – </a:t>
          </a:r>
          <a:r>
            <a:rPr lang="en-US" dirty="0" err="1" smtClean="0"/>
            <a:t>Custo</a:t>
          </a:r>
          <a:r>
            <a:rPr lang="en-US" dirty="0" smtClean="0"/>
            <a:t> </a:t>
          </a:r>
          <a:r>
            <a:rPr lang="en-US" dirty="0" err="1" smtClean="0"/>
            <a:t>por</a:t>
          </a:r>
          <a:r>
            <a:rPr lang="en-US" dirty="0" smtClean="0"/>
            <a:t> </a:t>
          </a:r>
          <a:r>
            <a:rPr lang="en-US" dirty="0" err="1" smtClean="0"/>
            <a:t>aquisição</a:t>
          </a:r>
          <a:endParaRPr lang="pt-BR" dirty="0"/>
        </a:p>
      </dgm:t>
    </dgm:pt>
    <dgm:pt modelId="{DEEDFE97-C20E-4F87-B3FC-65EA90ED5443}" type="parTrans" cxnId="{D9E68F76-D2C4-472F-BE16-6126B5D4A2AB}">
      <dgm:prSet/>
      <dgm:spPr/>
      <dgm:t>
        <a:bodyPr/>
        <a:lstStyle/>
        <a:p>
          <a:endParaRPr lang="pt-BR"/>
        </a:p>
      </dgm:t>
    </dgm:pt>
    <dgm:pt modelId="{6C38F39C-EBD6-47CC-AE7C-ABA270F3B25E}" type="sibTrans" cxnId="{D9E68F76-D2C4-472F-BE16-6126B5D4A2AB}">
      <dgm:prSet/>
      <dgm:spPr/>
      <dgm:t>
        <a:bodyPr/>
        <a:lstStyle/>
        <a:p>
          <a:endParaRPr lang="pt-BR"/>
        </a:p>
      </dgm:t>
    </dgm:pt>
    <dgm:pt modelId="{992730E4-0D0D-4475-84C2-503246B2457F}">
      <dgm:prSet/>
      <dgm:spPr/>
      <dgm:t>
        <a:bodyPr/>
        <a:lstStyle/>
        <a:p>
          <a:pPr rtl="0"/>
          <a:r>
            <a:rPr lang="en-US" smtClean="0"/>
            <a:t>CPV – Custo por visualização</a:t>
          </a:r>
          <a:endParaRPr lang="pt-BR"/>
        </a:p>
      </dgm:t>
    </dgm:pt>
    <dgm:pt modelId="{D739D3B9-2FDA-4FB6-871A-96BAF9C42F9D}" type="parTrans" cxnId="{BA429AC5-6B35-4B91-99D1-D38FF80854F0}">
      <dgm:prSet/>
      <dgm:spPr/>
      <dgm:t>
        <a:bodyPr/>
        <a:lstStyle/>
        <a:p>
          <a:endParaRPr lang="pt-BR"/>
        </a:p>
      </dgm:t>
    </dgm:pt>
    <dgm:pt modelId="{ACC4CD43-5236-4F49-AA25-6D6149E31718}" type="sibTrans" cxnId="{BA429AC5-6B35-4B91-99D1-D38FF80854F0}">
      <dgm:prSet/>
      <dgm:spPr/>
      <dgm:t>
        <a:bodyPr/>
        <a:lstStyle/>
        <a:p>
          <a:endParaRPr lang="pt-BR"/>
        </a:p>
      </dgm:t>
    </dgm:pt>
    <dgm:pt modelId="{BEA2D6A1-7510-4889-950D-82FEE70D9337}">
      <dgm:prSet/>
      <dgm:spPr/>
      <dgm:t>
        <a:bodyPr/>
        <a:lstStyle/>
        <a:p>
          <a:pPr rtl="0"/>
          <a:r>
            <a:rPr lang="en-US" dirty="0" smtClean="0"/>
            <a:t>CTR – </a:t>
          </a:r>
          <a:r>
            <a:rPr lang="en-US" dirty="0" err="1" smtClean="0"/>
            <a:t>clickthroug</a:t>
          </a:r>
          <a:r>
            <a:rPr lang="en-US" dirty="0" smtClean="0"/>
            <a:t> rate </a:t>
          </a:r>
          <a:r>
            <a:rPr lang="en-US" dirty="0" err="1" smtClean="0"/>
            <a:t>ou</a:t>
          </a:r>
          <a:r>
            <a:rPr lang="en-US" dirty="0" smtClean="0"/>
            <a:t> taxa de cliques</a:t>
          </a:r>
          <a:endParaRPr lang="pt-BR" dirty="0"/>
        </a:p>
      </dgm:t>
    </dgm:pt>
    <dgm:pt modelId="{EBA2061E-FE16-43E6-B7B4-E9CB1BCCBB26}" type="parTrans" cxnId="{38397D29-76E5-43D5-8D02-C2F0A20D0BD2}">
      <dgm:prSet/>
      <dgm:spPr/>
      <dgm:t>
        <a:bodyPr/>
        <a:lstStyle/>
        <a:p>
          <a:endParaRPr lang="pt-BR"/>
        </a:p>
      </dgm:t>
    </dgm:pt>
    <dgm:pt modelId="{5BEB7310-6D58-4F68-9F50-BF9CB111AC30}" type="sibTrans" cxnId="{38397D29-76E5-43D5-8D02-C2F0A20D0BD2}">
      <dgm:prSet/>
      <dgm:spPr/>
      <dgm:t>
        <a:bodyPr/>
        <a:lstStyle/>
        <a:p>
          <a:endParaRPr lang="pt-BR"/>
        </a:p>
      </dgm:t>
    </dgm:pt>
    <dgm:pt modelId="{8815D050-A378-419D-9A33-B9D25088A8D2}" type="pres">
      <dgm:prSet presAssocID="{C2C50F94-F81C-40FA-A34D-24C00ED9A7BD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pt-BR"/>
        </a:p>
      </dgm:t>
    </dgm:pt>
    <dgm:pt modelId="{76601D06-043A-4711-A62F-4CCFADB3E16D}" type="pres">
      <dgm:prSet presAssocID="{C2C50F94-F81C-40FA-A34D-24C00ED9A7BD}" presName="Name1" presStyleCnt="0"/>
      <dgm:spPr/>
    </dgm:pt>
    <dgm:pt modelId="{D795E0F5-8F26-40EE-897F-8F8E310F18A0}" type="pres">
      <dgm:prSet presAssocID="{C2C50F94-F81C-40FA-A34D-24C00ED9A7BD}" presName="cycle" presStyleCnt="0"/>
      <dgm:spPr/>
    </dgm:pt>
    <dgm:pt modelId="{C70BEB85-98E7-4BBB-A1A6-03196DB05BE0}" type="pres">
      <dgm:prSet presAssocID="{C2C50F94-F81C-40FA-A34D-24C00ED9A7BD}" presName="srcNode" presStyleLbl="node1" presStyleIdx="0" presStyleCnt="5"/>
      <dgm:spPr/>
    </dgm:pt>
    <dgm:pt modelId="{8375DACF-A460-45A3-A4AA-F29E060A150A}" type="pres">
      <dgm:prSet presAssocID="{C2C50F94-F81C-40FA-A34D-24C00ED9A7BD}" presName="conn" presStyleLbl="parChTrans1D2" presStyleIdx="0" presStyleCnt="1"/>
      <dgm:spPr/>
      <dgm:t>
        <a:bodyPr/>
        <a:lstStyle/>
        <a:p>
          <a:endParaRPr lang="pt-BR"/>
        </a:p>
      </dgm:t>
    </dgm:pt>
    <dgm:pt modelId="{8CE25225-6720-463E-BCE4-181926E906DB}" type="pres">
      <dgm:prSet presAssocID="{C2C50F94-F81C-40FA-A34D-24C00ED9A7BD}" presName="extraNode" presStyleLbl="node1" presStyleIdx="0" presStyleCnt="5"/>
      <dgm:spPr/>
    </dgm:pt>
    <dgm:pt modelId="{7D69E066-C282-4409-B46D-2DC185229B76}" type="pres">
      <dgm:prSet presAssocID="{C2C50F94-F81C-40FA-A34D-24C00ED9A7BD}" presName="dstNode" presStyleLbl="node1" presStyleIdx="0" presStyleCnt="5"/>
      <dgm:spPr/>
    </dgm:pt>
    <dgm:pt modelId="{FC864C00-2EA0-46CC-AD2F-06DD96EC655D}" type="pres">
      <dgm:prSet presAssocID="{8B76D241-4CD0-496A-8683-BA9D1B90DEC6}" presName="text_1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956E637A-1AD9-44CB-A133-D760A568D684}" type="pres">
      <dgm:prSet presAssocID="{8B76D241-4CD0-496A-8683-BA9D1B90DEC6}" presName="accent_1" presStyleCnt="0"/>
      <dgm:spPr/>
    </dgm:pt>
    <dgm:pt modelId="{6AB76ACD-EE49-4FDA-85CB-3A522F4C5AE2}" type="pres">
      <dgm:prSet presAssocID="{8B76D241-4CD0-496A-8683-BA9D1B90DEC6}" presName="accentRepeatNode" presStyleLbl="solidFgAcc1" presStyleIdx="0" presStyleCnt="5"/>
      <dgm:spPr/>
    </dgm:pt>
    <dgm:pt modelId="{4D139115-0526-41C6-A261-2513B87DC5D7}" type="pres">
      <dgm:prSet presAssocID="{BD98605F-3DF4-4594-B1B8-3A12A2B208D1}" presName="text_2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9E489476-898A-4A88-876D-FB1E7C431775}" type="pres">
      <dgm:prSet presAssocID="{BD98605F-3DF4-4594-B1B8-3A12A2B208D1}" presName="accent_2" presStyleCnt="0"/>
      <dgm:spPr/>
    </dgm:pt>
    <dgm:pt modelId="{FCA31039-D837-4826-BE88-315753EE52FA}" type="pres">
      <dgm:prSet presAssocID="{BD98605F-3DF4-4594-B1B8-3A12A2B208D1}" presName="accentRepeatNode" presStyleLbl="solidFgAcc1" presStyleIdx="1" presStyleCnt="5"/>
      <dgm:spPr/>
    </dgm:pt>
    <dgm:pt modelId="{37B84333-FD5F-4655-81F1-1632F94D5299}" type="pres">
      <dgm:prSet presAssocID="{40222A0B-FB8A-49DE-AF2D-7511DBCAD7B1}" presName="text_3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DC741E0F-A533-4993-AABA-5FB5D1FB011A}" type="pres">
      <dgm:prSet presAssocID="{40222A0B-FB8A-49DE-AF2D-7511DBCAD7B1}" presName="accent_3" presStyleCnt="0"/>
      <dgm:spPr/>
    </dgm:pt>
    <dgm:pt modelId="{7132BA43-DCBE-435C-9F98-44C14F163148}" type="pres">
      <dgm:prSet presAssocID="{40222A0B-FB8A-49DE-AF2D-7511DBCAD7B1}" presName="accentRepeatNode" presStyleLbl="solidFgAcc1" presStyleIdx="2" presStyleCnt="5"/>
      <dgm:spPr/>
    </dgm:pt>
    <dgm:pt modelId="{F1F4DE43-3E85-4BF5-85C8-787852AD6494}" type="pres">
      <dgm:prSet presAssocID="{992730E4-0D0D-4475-84C2-503246B2457F}" presName="text_4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F42875CF-488A-4CFB-A668-A5DA964F9988}" type="pres">
      <dgm:prSet presAssocID="{992730E4-0D0D-4475-84C2-503246B2457F}" presName="accent_4" presStyleCnt="0"/>
      <dgm:spPr/>
    </dgm:pt>
    <dgm:pt modelId="{CADD7849-27EB-4330-BEEF-093CF6D8D543}" type="pres">
      <dgm:prSet presAssocID="{992730E4-0D0D-4475-84C2-503246B2457F}" presName="accentRepeatNode" presStyleLbl="solidFgAcc1" presStyleIdx="3" presStyleCnt="5"/>
      <dgm:spPr/>
    </dgm:pt>
    <dgm:pt modelId="{19655076-AB85-4808-848F-7258C2C5B1A8}" type="pres">
      <dgm:prSet presAssocID="{BEA2D6A1-7510-4889-950D-82FEE70D9337}" presName="text_5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9DEBBD3A-2004-447D-B3D6-1E4C8F1C5E83}" type="pres">
      <dgm:prSet presAssocID="{BEA2D6A1-7510-4889-950D-82FEE70D9337}" presName="accent_5" presStyleCnt="0"/>
      <dgm:spPr/>
    </dgm:pt>
    <dgm:pt modelId="{01381434-191A-4680-B5D9-81CD2B6F80F2}" type="pres">
      <dgm:prSet presAssocID="{BEA2D6A1-7510-4889-950D-82FEE70D9337}" presName="accentRepeatNode" presStyleLbl="solidFgAcc1" presStyleIdx="4" presStyleCnt="5"/>
      <dgm:spPr/>
    </dgm:pt>
  </dgm:ptLst>
  <dgm:cxnLst>
    <dgm:cxn modelId="{BA429AC5-6B35-4B91-99D1-D38FF80854F0}" srcId="{C2C50F94-F81C-40FA-A34D-24C00ED9A7BD}" destId="{992730E4-0D0D-4475-84C2-503246B2457F}" srcOrd="3" destOrd="0" parTransId="{D739D3B9-2FDA-4FB6-871A-96BAF9C42F9D}" sibTransId="{ACC4CD43-5236-4F49-AA25-6D6149E31718}"/>
    <dgm:cxn modelId="{B2B25811-CC92-429A-8043-51870083B9D6}" srcId="{C2C50F94-F81C-40FA-A34D-24C00ED9A7BD}" destId="{BD98605F-3DF4-4594-B1B8-3A12A2B208D1}" srcOrd="1" destOrd="0" parTransId="{97304A9F-20EF-4AEB-B27B-223133E5EFE6}" sibTransId="{98FB2BF0-1F42-480B-8E2E-75D105900E53}"/>
    <dgm:cxn modelId="{815CFAE5-0223-416D-8E0C-6E7DC87817CC}" srcId="{C2C50F94-F81C-40FA-A34D-24C00ED9A7BD}" destId="{8B76D241-4CD0-496A-8683-BA9D1B90DEC6}" srcOrd="0" destOrd="0" parTransId="{950986DF-CA98-4652-BA4C-A0E2945A0F00}" sibTransId="{56397471-AF7F-44C4-A502-D5183A3651FC}"/>
    <dgm:cxn modelId="{7685E246-E5C1-4B04-A96B-1F178E410993}" type="presOf" srcId="{BD98605F-3DF4-4594-B1B8-3A12A2B208D1}" destId="{4D139115-0526-41C6-A261-2513B87DC5D7}" srcOrd="0" destOrd="0" presId="urn:microsoft.com/office/officeart/2008/layout/VerticalCurvedList"/>
    <dgm:cxn modelId="{F0721557-95A9-4325-B278-18C162E0CEEF}" type="presOf" srcId="{56397471-AF7F-44C4-A502-D5183A3651FC}" destId="{8375DACF-A460-45A3-A4AA-F29E060A150A}" srcOrd="0" destOrd="0" presId="urn:microsoft.com/office/officeart/2008/layout/VerticalCurvedList"/>
    <dgm:cxn modelId="{7C6A5969-39A7-4DF1-A3AC-2E7910A7A331}" type="presOf" srcId="{992730E4-0D0D-4475-84C2-503246B2457F}" destId="{F1F4DE43-3E85-4BF5-85C8-787852AD6494}" srcOrd="0" destOrd="0" presId="urn:microsoft.com/office/officeart/2008/layout/VerticalCurvedList"/>
    <dgm:cxn modelId="{38397D29-76E5-43D5-8D02-C2F0A20D0BD2}" srcId="{C2C50F94-F81C-40FA-A34D-24C00ED9A7BD}" destId="{BEA2D6A1-7510-4889-950D-82FEE70D9337}" srcOrd="4" destOrd="0" parTransId="{EBA2061E-FE16-43E6-B7B4-E9CB1BCCBB26}" sibTransId="{5BEB7310-6D58-4F68-9F50-BF9CB111AC30}"/>
    <dgm:cxn modelId="{35701775-BDEF-4354-9C9C-4BA82DA757FD}" type="presOf" srcId="{8B76D241-4CD0-496A-8683-BA9D1B90DEC6}" destId="{FC864C00-2EA0-46CC-AD2F-06DD96EC655D}" srcOrd="0" destOrd="0" presId="urn:microsoft.com/office/officeart/2008/layout/VerticalCurvedList"/>
    <dgm:cxn modelId="{9F21B006-1417-4D9B-815B-3599153FDE88}" type="presOf" srcId="{BEA2D6A1-7510-4889-950D-82FEE70D9337}" destId="{19655076-AB85-4808-848F-7258C2C5B1A8}" srcOrd="0" destOrd="0" presId="urn:microsoft.com/office/officeart/2008/layout/VerticalCurvedList"/>
    <dgm:cxn modelId="{D9E68F76-D2C4-472F-BE16-6126B5D4A2AB}" srcId="{C2C50F94-F81C-40FA-A34D-24C00ED9A7BD}" destId="{40222A0B-FB8A-49DE-AF2D-7511DBCAD7B1}" srcOrd="2" destOrd="0" parTransId="{DEEDFE97-C20E-4F87-B3FC-65EA90ED5443}" sibTransId="{6C38F39C-EBD6-47CC-AE7C-ABA270F3B25E}"/>
    <dgm:cxn modelId="{CAD758C2-415D-41C1-B24F-568526A3EB76}" type="presOf" srcId="{40222A0B-FB8A-49DE-AF2D-7511DBCAD7B1}" destId="{37B84333-FD5F-4655-81F1-1632F94D5299}" srcOrd="0" destOrd="0" presId="urn:microsoft.com/office/officeart/2008/layout/VerticalCurvedList"/>
    <dgm:cxn modelId="{D7B17A4B-3A4D-457C-AA2B-64209A544459}" type="presOf" srcId="{C2C50F94-F81C-40FA-A34D-24C00ED9A7BD}" destId="{8815D050-A378-419D-9A33-B9D25088A8D2}" srcOrd="0" destOrd="0" presId="urn:microsoft.com/office/officeart/2008/layout/VerticalCurvedList"/>
    <dgm:cxn modelId="{7DB0A0CE-5D0B-461D-A7C2-0098CC120307}" type="presParOf" srcId="{8815D050-A378-419D-9A33-B9D25088A8D2}" destId="{76601D06-043A-4711-A62F-4CCFADB3E16D}" srcOrd="0" destOrd="0" presId="urn:microsoft.com/office/officeart/2008/layout/VerticalCurvedList"/>
    <dgm:cxn modelId="{727BD6DD-18A2-4A0B-B203-B3A1C36311E2}" type="presParOf" srcId="{76601D06-043A-4711-A62F-4CCFADB3E16D}" destId="{D795E0F5-8F26-40EE-897F-8F8E310F18A0}" srcOrd="0" destOrd="0" presId="urn:microsoft.com/office/officeart/2008/layout/VerticalCurvedList"/>
    <dgm:cxn modelId="{F2762CBE-71B8-471F-A9FB-2FC8837A4C17}" type="presParOf" srcId="{D795E0F5-8F26-40EE-897F-8F8E310F18A0}" destId="{C70BEB85-98E7-4BBB-A1A6-03196DB05BE0}" srcOrd="0" destOrd="0" presId="urn:microsoft.com/office/officeart/2008/layout/VerticalCurvedList"/>
    <dgm:cxn modelId="{FA125F5C-CAF9-40F0-9382-97764B269558}" type="presParOf" srcId="{D795E0F5-8F26-40EE-897F-8F8E310F18A0}" destId="{8375DACF-A460-45A3-A4AA-F29E060A150A}" srcOrd="1" destOrd="0" presId="urn:microsoft.com/office/officeart/2008/layout/VerticalCurvedList"/>
    <dgm:cxn modelId="{06CA7A56-7CC2-42FC-BCA4-83D3F2813A17}" type="presParOf" srcId="{D795E0F5-8F26-40EE-897F-8F8E310F18A0}" destId="{8CE25225-6720-463E-BCE4-181926E906DB}" srcOrd="2" destOrd="0" presId="urn:microsoft.com/office/officeart/2008/layout/VerticalCurvedList"/>
    <dgm:cxn modelId="{4A4D23AE-5F3D-4132-9D07-0F413A0A27A3}" type="presParOf" srcId="{D795E0F5-8F26-40EE-897F-8F8E310F18A0}" destId="{7D69E066-C282-4409-B46D-2DC185229B76}" srcOrd="3" destOrd="0" presId="urn:microsoft.com/office/officeart/2008/layout/VerticalCurvedList"/>
    <dgm:cxn modelId="{38ED6B5D-CBBB-4EB3-8B70-E45E6554AC4D}" type="presParOf" srcId="{76601D06-043A-4711-A62F-4CCFADB3E16D}" destId="{FC864C00-2EA0-46CC-AD2F-06DD96EC655D}" srcOrd="1" destOrd="0" presId="urn:microsoft.com/office/officeart/2008/layout/VerticalCurvedList"/>
    <dgm:cxn modelId="{F02C02B8-09B8-474D-B61E-D175D1B3BD70}" type="presParOf" srcId="{76601D06-043A-4711-A62F-4CCFADB3E16D}" destId="{956E637A-1AD9-44CB-A133-D760A568D684}" srcOrd="2" destOrd="0" presId="urn:microsoft.com/office/officeart/2008/layout/VerticalCurvedList"/>
    <dgm:cxn modelId="{F696EBFD-21D7-4AFD-8D90-CB930C5E25E8}" type="presParOf" srcId="{956E637A-1AD9-44CB-A133-D760A568D684}" destId="{6AB76ACD-EE49-4FDA-85CB-3A522F4C5AE2}" srcOrd="0" destOrd="0" presId="urn:microsoft.com/office/officeart/2008/layout/VerticalCurvedList"/>
    <dgm:cxn modelId="{9E6CEA17-4CC7-48D5-A993-8F16EC375144}" type="presParOf" srcId="{76601D06-043A-4711-A62F-4CCFADB3E16D}" destId="{4D139115-0526-41C6-A261-2513B87DC5D7}" srcOrd="3" destOrd="0" presId="urn:microsoft.com/office/officeart/2008/layout/VerticalCurvedList"/>
    <dgm:cxn modelId="{ACD6F30D-7DCD-4531-890B-6A8ACE9A158C}" type="presParOf" srcId="{76601D06-043A-4711-A62F-4CCFADB3E16D}" destId="{9E489476-898A-4A88-876D-FB1E7C431775}" srcOrd="4" destOrd="0" presId="urn:microsoft.com/office/officeart/2008/layout/VerticalCurvedList"/>
    <dgm:cxn modelId="{A9BAB327-6B67-4761-A4E1-A59448B1D6AF}" type="presParOf" srcId="{9E489476-898A-4A88-876D-FB1E7C431775}" destId="{FCA31039-D837-4826-BE88-315753EE52FA}" srcOrd="0" destOrd="0" presId="urn:microsoft.com/office/officeart/2008/layout/VerticalCurvedList"/>
    <dgm:cxn modelId="{0485F8FA-1DAC-4619-9C2A-B063509A148D}" type="presParOf" srcId="{76601D06-043A-4711-A62F-4CCFADB3E16D}" destId="{37B84333-FD5F-4655-81F1-1632F94D5299}" srcOrd="5" destOrd="0" presId="urn:microsoft.com/office/officeart/2008/layout/VerticalCurvedList"/>
    <dgm:cxn modelId="{0930D391-C987-4E64-AC61-65BF3FF7DBDD}" type="presParOf" srcId="{76601D06-043A-4711-A62F-4CCFADB3E16D}" destId="{DC741E0F-A533-4993-AABA-5FB5D1FB011A}" srcOrd="6" destOrd="0" presId="urn:microsoft.com/office/officeart/2008/layout/VerticalCurvedList"/>
    <dgm:cxn modelId="{117FEBC8-0FD6-47C3-9E74-5241B8AEB7C3}" type="presParOf" srcId="{DC741E0F-A533-4993-AABA-5FB5D1FB011A}" destId="{7132BA43-DCBE-435C-9F98-44C14F163148}" srcOrd="0" destOrd="0" presId="urn:microsoft.com/office/officeart/2008/layout/VerticalCurvedList"/>
    <dgm:cxn modelId="{115ED08F-496B-4109-B89D-F7B704A67D22}" type="presParOf" srcId="{76601D06-043A-4711-A62F-4CCFADB3E16D}" destId="{F1F4DE43-3E85-4BF5-85C8-787852AD6494}" srcOrd="7" destOrd="0" presId="urn:microsoft.com/office/officeart/2008/layout/VerticalCurvedList"/>
    <dgm:cxn modelId="{CE021CF9-325D-4BFD-AB13-819CED8AE8F5}" type="presParOf" srcId="{76601D06-043A-4711-A62F-4CCFADB3E16D}" destId="{F42875CF-488A-4CFB-A668-A5DA964F9988}" srcOrd="8" destOrd="0" presId="urn:microsoft.com/office/officeart/2008/layout/VerticalCurvedList"/>
    <dgm:cxn modelId="{328CD041-0FFD-44ED-900B-6C8E3F86A9E3}" type="presParOf" srcId="{F42875CF-488A-4CFB-A668-A5DA964F9988}" destId="{CADD7849-27EB-4330-BEEF-093CF6D8D543}" srcOrd="0" destOrd="0" presId="urn:microsoft.com/office/officeart/2008/layout/VerticalCurvedList"/>
    <dgm:cxn modelId="{3CF7AAD9-97B5-4B2A-B531-A8E0E37E99D1}" type="presParOf" srcId="{76601D06-043A-4711-A62F-4CCFADB3E16D}" destId="{19655076-AB85-4808-848F-7258C2C5B1A8}" srcOrd="9" destOrd="0" presId="urn:microsoft.com/office/officeart/2008/layout/VerticalCurvedList"/>
    <dgm:cxn modelId="{BBDA387A-1E1B-40F2-BFA2-7434665B708A}" type="presParOf" srcId="{76601D06-043A-4711-A62F-4CCFADB3E16D}" destId="{9DEBBD3A-2004-447D-B3D6-1E4C8F1C5E83}" srcOrd="10" destOrd="0" presId="urn:microsoft.com/office/officeart/2008/layout/VerticalCurvedList"/>
    <dgm:cxn modelId="{D197C7A4-D21E-44A4-BECC-AD5811A07EA5}" type="presParOf" srcId="{9DEBBD3A-2004-447D-B3D6-1E4C8F1C5E83}" destId="{01381434-191A-4680-B5D9-81CD2B6F80F2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1AB417F-7A2E-4E45-BD99-AE3C0487A9A2}" type="doc">
      <dgm:prSet loTypeId="urn:microsoft.com/office/officeart/2005/8/layout/hierarchy4" loCatId="hierarchy" qsTypeId="urn:microsoft.com/office/officeart/2005/8/quickstyle/3d6" qsCatId="3D" csTypeId="urn:microsoft.com/office/officeart/2005/8/colors/colorful5" csCatId="colorful" phldr="1"/>
      <dgm:spPr/>
      <dgm:t>
        <a:bodyPr/>
        <a:lstStyle/>
        <a:p>
          <a:endParaRPr lang="pt-BR"/>
        </a:p>
      </dgm:t>
    </dgm:pt>
    <dgm:pt modelId="{C3A4738C-97FB-49A8-BB73-1EC06B8EB45A}">
      <dgm:prSet phldrT="[Texto]"/>
      <dgm:spPr/>
      <dgm:t>
        <a:bodyPr/>
        <a:lstStyle/>
        <a:p>
          <a:r>
            <a:rPr lang="en-US" dirty="0" err="1" smtClean="0"/>
            <a:t>Campanha</a:t>
          </a:r>
          <a:r>
            <a:rPr lang="en-US" dirty="0" smtClean="0"/>
            <a:t> 1</a:t>
          </a:r>
          <a:endParaRPr lang="pt-BR" dirty="0"/>
        </a:p>
      </dgm:t>
    </dgm:pt>
    <dgm:pt modelId="{C17CEFAF-BCDE-46E0-A71D-C93F0D8E8598}" type="parTrans" cxnId="{F5613B0C-F206-49B3-AC80-A77F092F303B}">
      <dgm:prSet/>
      <dgm:spPr/>
      <dgm:t>
        <a:bodyPr/>
        <a:lstStyle/>
        <a:p>
          <a:endParaRPr lang="pt-BR"/>
        </a:p>
      </dgm:t>
    </dgm:pt>
    <dgm:pt modelId="{79B40AE2-79BD-499C-9497-5EC5AD66BC62}" type="sibTrans" cxnId="{F5613B0C-F206-49B3-AC80-A77F092F303B}">
      <dgm:prSet/>
      <dgm:spPr/>
      <dgm:t>
        <a:bodyPr/>
        <a:lstStyle/>
        <a:p>
          <a:endParaRPr lang="pt-BR"/>
        </a:p>
      </dgm:t>
    </dgm:pt>
    <dgm:pt modelId="{0927767A-869D-4054-B417-339DABE2F99A}">
      <dgm:prSet phldrT="[Texto]"/>
      <dgm:spPr/>
      <dgm:t>
        <a:bodyPr/>
        <a:lstStyle/>
        <a:p>
          <a:r>
            <a:rPr lang="en-US" dirty="0" err="1" smtClean="0"/>
            <a:t>Grupo</a:t>
          </a:r>
          <a:r>
            <a:rPr lang="en-US" dirty="0" smtClean="0"/>
            <a:t> de </a:t>
          </a:r>
          <a:r>
            <a:rPr lang="en-US" dirty="0" err="1" smtClean="0"/>
            <a:t>anúncios</a:t>
          </a:r>
          <a:r>
            <a:rPr lang="en-US" dirty="0" smtClean="0"/>
            <a:t> 1</a:t>
          </a:r>
          <a:endParaRPr lang="pt-BR" dirty="0"/>
        </a:p>
      </dgm:t>
    </dgm:pt>
    <dgm:pt modelId="{F794C667-2905-4B3D-94B9-F360D1A421E5}" type="parTrans" cxnId="{0A887E53-D91D-4C42-8062-D10C7D2378DB}">
      <dgm:prSet/>
      <dgm:spPr/>
      <dgm:t>
        <a:bodyPr/>
        <a:lstStyle/>
        <a:p>
          <a:endParaRPr lang="pt-BR"/>
        </a:p>
      </dgm:t>
    </dgm:pt>
    <dgm:pt modelId="{78474BF4-11B5-41E9-BEFE-DADBFFF6F99B}" type="sibTrans" cxnId="{0A887E53-D91D-4C42-8062-D10C7D2378DB}">
      <dgm:prSet/>
      <dgm:spPr/>
      <dgm:t>
        <a:bodyPr/>
        <a:lstStyle/>
        <a:p>
          <a:endParaRPr lang="pt-BR"/>
        </a:p>
      </dgm:t>
    </dgm:pt>
    <dgm:pt modelId="{50F3A33D-3317-4356-89CF-B5BAF946A4C0}">
      <dgm:prSet phldrT="[Texto]"/>
      <dgm:spPr/>
      <dgm:t>
        <a:bodyPr/>
        <a:lstStyle/>
        <a:p>
          <a:r>
            <a:rPr lang="en-US" dirty="0" err="1" smtClean="0"/>
            <a:t>Grupo</a:t>
          </a:r>
          <a:r>
            <a:rPr lang="en-US" dirty="0" smtClean="0"/>
            <a:t> de </a:t>
          </a:r>
          <a:r>
            <a:rPr lang="en-US" dirty="0" err="1" smtClean="0"/>
            <a:t>anúncios</a:t>
          </a:r>
          <a:r>
            <a:rPr lang="en-US" dirty="0" smtClean="0"/>
            <a:t> 2</a:t>
          </a:r>
          <a:endParaRPr lang="pt-BR" dirty="0"/>
        </a:p>
      </dgm:t>
    </dgm:pt>
    <dgm:pt modelId="{E16D2508-6ABD-4B38-825B-1631CB94F210}" type="parTrans" cxnId="{E94BA2BF-8503-4B1D-8635-1517266BD7F1}">
      <dgm:prSet/>
      <dgm:spPr/>
      <dgm:t>
        <a:bodyPr/>
        <a:lstStyle/>
        <a:p>
          <a:endParaRPr lang="pt-BR"/>
        </a:p>
      </dgm:t>
    </dgm:pt>
    <dgm:pt modelId="{9DBB7B1B-5285-418E-8FDE-4038A46FC5C6}" type="sibTrans" cxnId="{E94BA2BF-8503-4B1D-8635-1517266BD7F1}">
      <dgm:prSet/>
      <dgm:spPr/>
      <dgm:t>
        <a:bodyPr/>
        <a:lstStyle/>
        <a:p>
          <a:endParaRPr lang="pt-BR"/>
        </a:p>
      </dgm:t>
    </dgm:pt>
    <dgm:pt modelId="{20097403-D93B-402D-97E0-B98891965C5E}">
      <dgm:prSet phldrT="[Texto]"/>
      <dgm:spPr/>
      <dgm:t>
        <a:bodyPr/>
        <a:lstStyle/>
        <a:p>
          <a:r>
            <a:rPr lang="en-US" dirty="0" err="1" smtClean="0"/>
            <a:t>Campanha</a:t>
          </a:r>
          <a:r>
            <a:rPr lang="en-US" dirty="0" smtClean="0"/>
            <a:t> 2</a:t>
          </a:r>
          <a:endParaRPr lang="pt-BR" dirty="0"/>
        </a:p>
      </dgm:t>
    </dgm:pt>
    <dgm:pt modelId="{C4D920DB-A178-431D-8863-7B2D01A1A116}" type="parTrans" cxnId="{623F6A49-AC87-44B3-B4AE-9108759AAB14}">
      <dgm:prSet/>
      <dgm:spPr/>
      <dgm:t>
        <a:bodyPr/>
        <a:lstStyle/>
        <a:p>
          <a:endParaRPr lang="pt-BR"/>
        </a:p>
      </dgm:t>
    </dgm:pt>
    <dgm:pt modelId="{69408AD0-9369-4C24-9462-32A17B87D2D3}" type="sibTrans" cxnId="{623F6A49-AC87-44B3-B4AE-9108759AAB14}">
      <dgm:prSet/>
      <dgm:spPr/>
      <dgm:t>
        <a:bodyPr/>
        <a:lstStyle/>
        <a:p>
          <a:endParaRPr lang="pt-BR"/>
        </a:p>
      </dgm:t>
    </dgm:pt>
    <dgm:pt modelId="{7C2A015E-922E-48CC-898A-3DA6018335DE}">
      <dgm:prSet phldrT="[Texto]"/>
      <dgm:spPr/>
      <dgm:t>
        <a:bodyPr/>
        <a:lstStyle/>
        <a:p>
          <a:r>
            <a:rPr lang="en-US" dirty="0" err="1" smtClean="0"/>
            <a:t>Grupo</a:t>
          </a:r>
          <a:r>
            <a:rPr lang="en-US" dirty="0" smtClean="0"/>
            <a:t> de </a:t>
          </a:r>
          <a:r>
            <a:rPr lang="en-US" dirty="0" err="1" smtClean="0"/>
            <a:t>anúncios</a:t>
          </a:r>
          <a:r>
            <a:rPr lang="en-US" dirty="0" smtClean="0"/>
            <a:t> 1</a:t>
          </a:r>
          <a:endParaRPr lang="pt-BR" dirty="0"/>
        </a:p>
      </dgm:t>
    </dgm:pt>
    <dgm:pt modelId="{B535442E-9B6A-4E70-80D8-D1392F1BA938}" type="parTrans" cxnId="{2C972DFD-066F-48BC-8863-F50C456B79C0}">
      <dgm:prSet/>
      <dgm:spPr/>
      <dgm:t>
        <a:bodyPr/>
        <a:lstStyle/>
        <a:p>
          <a:endParaRPr lang="pt-BR"/>
        </a:p>
      </dgm:t>
    </dgm:pt>
    <dgm:pt modelId="{0E23A72B-C805-4AC3-B42F-6BF05167B22B}" type="sibTrans" cxnId="{2C972DFD-066F-48BC-8863-F50C456B79C0}">
      <dgm:prSet/>
      <dgm:spPr/>
      <dgm:t>
        <a:bodyPr/>
        <a:lstStyle/>
        <a:p>
          <a:endParaRPr lang="pt-BR"/>
        </a:p>
      </dgm:t>
    </dgm:pt>
    <dgm:pt modelId="{A64AE44A-CCD9-4695-B472-FFCE0E85728C}">
      <dgm:prSet/>
      <dgm:spPr/>
      <dgm:t>
        <a:bodyPr/>
        <a:lstStyle/>
        <a:p>
          <a:r>
            <a:rPr lang="en-US" dirty="0" smtClean="0"/>
            <a:t>Keywords</a:t>
          </a:r>
          <a:endParaRPr lang="pt-BR" dirty="0"/>
        </a:p>
      </dgm:t>
    </dgm:pt>
    <dgm:pt modelId="{8FACB855-542B-4AA8-9BAF-594FD212499E}" type="parTrans" cxnId="{416C7FA4-C838-4DCB-B58B-0DE0F8AFB298}">
      <dgm:prSet/>
      <dgm:spPr/>
      <dgm:t>
        <a:bodyPr/>
        <a:lstStyle/>
        <a:p>
          <a:endParaRPr lang="pt-BR"/>
        </a:p>
      </dgm:t>
    </dgm:pt>
    <dgm:pt modelId="{208BBB9D-3CF8-45C5-890F-3E862531AE6E}" type="sibTrans" cxnId="{416C7FA4-C838-4DCB-B58B-0DE0F8AFB298}">
      <dgm:prSet/>
      <dgm:spPr/>
      <dgm:t>
        <a:bodyPr/>
        <a:lstStyle/>
        <a:p>
          <a:endParaRPr lang="pt-BR"/>
        </a:p>
      </dgm:t>
    </dgm:pt>
    <dgm:pt modelId="{DB37A450-204F-4620-89AF-BAECDCD7AA3F}">
      <dgm:prSet/>
      <dgm:spPr/>
      <dgm:t>
        <a:bodyPr/>
        <a:lstStyle/>
        <a:p>
          <a:r>
            <a:rPr lang="en-US" dirty="0" err="1" smtClean="0"/>
            <a:t>Grupo</a:t>
          </a:r>
          <a:r>
            <a:rPr lang="en-US" dirty="0" smtClean="0"/>
            <a:t> de </a:t>
          </a:r>
          <a:r>
            <a:rPr lang="en-US" dirty="0" err="1" smtClean="0"/>
            <a:t>anúncios</a:t>
          </a:r>
          <a:r>
            <a:rPr lang="en-US" dirty="0" smtClean="0"/>
            <a:t> 3</a:t>
          </a:r>
          <a:endParaRPr lang="pt-BR" dirty="0"/>
        </a:p>
      </dgm:t>
    </dgm:pt>
    <dgm:pt modelId="{C20D2754-2B63-42D7-BF3C-4A7B786628E1}" type="parTrans" cxnId="{7ED5D1B7-05BE-4E89-BD8E-AA4AF5B46428}">
      <dgm:prSet/>
      <dgm:spPr/>
      <dgm:t>
        <a:bodyPr/>
        <a:lstStyle/>
        <a:p>
          <a:endParaRPr lang="pt-BR"/>
        </a:p>
      </dgm:t>
    </dgm:pt>
    <dgm:pt modelId="{2F013478-9D71-42F8-9036-99C39A81A35E}" type="sibTrans" cxnId="{7ED5D1B7-05BE-4E89-BD8E-AA4AF5B46428}">
      <dgm:prSet/>
      <dgm:spPr/>
      <dgm:t>
        <a:bodyPr/>
        <a:lstStyle/>
        <a:p>
          <a:endParaRPr lang="pt-BR"/>
        </a:p>
      </dgm:t>
    </dgm:pt>
    <dgm:pt modelId="{30040817-10DD-4B51-B1E6-0A3E92CC0685}">
      <dgm:prSet/>
      <dgm:spPr/>
      <dgm:t>
        <a:bodyPr/>
        <a:lstStyle/>
        <a:p>
          <a:r>
            <a:rPr lang="en-US" dirty="0" err="1" smtClean="0"/>
            <a:t>Grupo</a:t>
          </a:r>
          <a:r>
            <a:rPr lang="en-US" dirty="0" smtClean="0"/>
            <a:t> de </a:t>
          </a:r>
          <a:r>
            <a:rPr lang="en-US" dirty="0" err="1" smtClean="0"/>
            <a:t>anúncios</a:t>
          </a:r>
          <a:r>
            <a:rPr lang="en-US" dirty="0" smtClean="0"/>
            <a:t> 2</a:t>
          </a:r>
          <a:endParaRPr lang="pt-BR" dirty="0"/>
        </a:p>
      </dgm:t>
    </dgm:pt>
    <dgm:pt modelId="{BD5D7086-4DA9-414A-B198-B5C07CCE3979}" type="parTrans" cxnId="{6BDF4FD3-5715-401A-85CF-B8EB36EB73FB}">
      <dgm:prSet/>
      <dgm:spPr/>
      <dgm:t>
        <a:bodyPr/>
        <a:lstStyle/>
        <a:p>
          <a:endParaRPr lang="pt-BR"/>
        </a:p>
      </dgm:t>
    </dgm:pt>
    <dgm:pt modelId="{64A0547A-E385-4EBB-B011-BDC4619B2CBB}" type="sibTrans" cxnId="{6BDF4FD3-5715-401A-85CF-B8EB36EB73FB}">
      <dgm:prSet/>
      <dgm:spPr/>
      <dgm:t>
        <a:bodyPr/>
        <a:lstStyle/>
        <a:p>
          <a:endParaRPr lang="pt-BR"/>
        </a:p>
      </dgm:t>
    </dgm:pt>
    <dgm:pt modelId="{51E10498-5118-4B40-85AA-FE92BD62AB76}">
      <dgm:prSet/>
      <dgm:spPr/>
      <dgm:t>
        <a:bodyPr/>
        <a:lstStyle/>
        <a:p>
          <a:r>
            <a:rPr lang="en-US" dirty="0" smtClean="0"/>
            <a:t>Keywords</a:t>
          </a:r>
          <a:endParaRPr lang="pt-BR" dirty="0"/>
        </a:p>
      </dgm:t>
    </dgm:pt>
    <dgm:pt modelId="{3FCA1587-A490-4764-8626-F2A5AF63C4B3}" type="parTrans" cxnId="{E1766C5E-E9EA-40E1-B21E-9055FC36A837}">
      <dgm:prSet/>
      <dgm:spPr/>
      <dgm:t>
        <a:bodyPr/>
        <a:lstStyle/>
        <a:p>
          <a:endParaRPr lang="pt-BR"/>
        </a:p>
      </dgm:t>
    </dgm:pt>
    <dgm:pt modelId="{CEA47DBD-9971-4E87-BA71-8175F3D85C34}" type="sibTrans" cxnId="{E1766C5E-E9EA-40E1-B21E-9055FC36A837}">
      <dgm:prSet/>
      <dgm:spPr/>
      <dgm:t>
        <a:bodyPr/>
        <a:lstStyle/>
        <a:p>
          <a:endParaRPr lang="pt-BR"/>
        </a:p>
      </dgm:t>
    </dgm:pt>
    <dgm:pt modelId="{6EEA0FFA-935D-4561-A429-ECB1475D78FE}">
      <dgm:prSet/>
      <dgm:spPr/>
      <dgm:t>
        <a:bodyPr/>
        <a:lstStyle/>
        <a:p>
          <a:r>
            <a:rPr lang="en-US" dirty="0" smtClean="0"/>
            <a:t>Keywords</a:t>
          </a:r>
          <a:endParaRPr lang="pt-BR" dirty="0"/>
        </a:p>
      </dgm:t>
    </dgm:pt>
    <dgm:pt modelId="{D7458DA6-36A8-4BFD-8ABD-FC3E6C90B461}" type="parTrans" cxnId="{76898746-9BB9-47EB-A1AD-F7B7D044113E}">
      <dgm:prSet/>
      <dgm:spPr/>
      <dgm:t>
        <a:bodyPr/>
        <a:lstStyle/>
        <a:p>
          <a:endParaRPr lang="pt-BR"/>
        </a:p>
      </dgm:t>
    </dgm:pt>
    <dgm:pt modelId="{AB75C875-B620-451A-83F5-1128A388D746}" type="sibTrans" cxnId="{76898746-9BB9-47EB-A1AD-F7B7D044113E}">
      <dgm:prSet/>
      <dgm:spPr/>
      <dgm:t>
        <a:bodyPr/>
        <a:lstStyle/>
        <a:p>
          <a:endParaRPr lang="pt-BR"/>
        </a:p>
      </dgm:t>
    </dgm:pt>
    <dgm:pt modelId="{E6F5E777-D5EA-4F75-B222-E390DF2C31E2}">
      <dgm:prSet/>
      <dgm:spPr/>
      <dgm:t>
        <a:bodyPr/>
        <a:lstStyle/>
        <a:p>
          <a:r>
            <a:rPr lang="en-US" dirty="0" err="1" smtClean="0"/>
            <a:t>Anuncio</a:t>
          </a:r>
          <a:r>
            <a:rPr lang="en-US" dirty="0" smtClean="0"/>
            <a:t> 1</a:t>
          </a:r>
          <a:endParaRPr lang="pt-BR" dirty="0"/>
        </a:p>
      </dgm:t>
    </dgm:pt>
    <dgm:pt modelId="{01AB65E7-87A7-424B-A189-1CC9C872E577}" type="parTrans" cxnId="{C8B7C3BB-D81D-4609-A30E-655526F79B49}">
      <dgm:prSet/>
      <dgm:spPr/>
      <dgm:t>
        <a:bodyPr/>
        <a:lstStyle/>
        <a:p>
          <a:endParaRPr lang="pt-BR"/>
        </a:p>
      </dgm:t>
    </dgm:pt>
    <dgm:pt modelId="{FD11EFA5-E418-4886-8B7C-EFB58BE1B1FB}" type="sibTrans" cxnId="{C8B7C3BB-D81D-4609-A30E-655526F79B49}">
      <dgm:prSet/>
      <dgm:spPr/>
      <dgm:t>
        <a:bodyPr/>
        <a:lstStyle/>
        <a:p>
          <a:endParaRPr lang="pt-BR"/>
        </a:p>
      </dgm:t>
    </dgm:pt>
    <dgm:pt modelId="{2FC36311-7B77-49AE-9148-733D07BE18BC}">
      <dgm:prSet/>
      <dgm:spPr/>
      <dgm:t>
        <a:bodyPr/>
        <a:lstStyle/>
        <a:p>
          <a:r>
            <a:rPr lang="en-US" dirty="0" err="1" smtClean="0"/>
            <a:t>Anuncio</a:t>
          </a:r>
          <a:r>
            <a:rPr lang="en-US" dirty="0" smtClean="0"/>
            <a:t> 2</a:t>
          </a:r>
          <a:endParaRPr lang="pt-BR" dirty="0"/>
        </a:p>
      </dgm:t>
    </dgm:pt>
    <dgm:pt modelId="{E43104D4-2534-4147-A89E-F4A691085068}" type="parTrans" cxnId="{8B8C7DE9-A530-42A3-9595-152A3341BF9F}">
      <dgm:prSet/>
      <dgm:spPr/>
      <dgm:t>
        <a:bodyPr/>
        <a:lstStyle/>
        <a:p>
          <a:endParaRPr lang="pt-BR"/>
        </a:p>
      </dgm:t>
    </dgm:pt>
    <dgm:pt modelId="{BA584EF1-B011-4FED-A8B5-E62CE13FAED8}" type="sibTrans" cxnId="{8B8C7DE9-A530-42A3-9595-152A3341BF9F}">
      <dgm:prSet/>
      <dgm:spPr/>
      <dgm:t>
        <a:bodyPr/>
        <a:lstStyle/>
        <a:p>
          <a:endParaRPr lang="pt-BR"/>
        </a:p>
      </dgm:t>
    </dgm:pt>
    <dgm:pt modelId="{EB17B3AC-D162-411C-BF46-97F9F4CAF9F4}">
      <dgm:prSet/>
      <dgm:spPr/>
      <dgm:t>
        <a:bodyPr/>
        <a:lstStyle/>
        <a:p>
          <a:r>
            <a:rPr lang="en-US" dirty="0" err="1" smtClean="0"/>
            <a:t>Anuncio</a:t>
          </a:r>
          <a:r>
            <a:rPr lang="en-US" dirty="0" smtClean="0"/>
            <a:t> 1</a:t>
          </a:r>
          <a:endParaRPr lang="pt-BR" dirty="0"/>
        </a:p>
      </dgm:t>
    </dgm:pt>
    <dgm:pt modelId="{9C028CF5-37B6-4228-B999-615BD4D742FC}" type="parTrans" cxnId="{2BD62BEB-C7E7-4396-AA30-C7C7D0D5A42C}">
      <dgm:prSet/>
      <dgm:spPr/>
      <dgm:t>
        <a:bodyPr/>
        <a:lstStyle/>
        <a:p>
          <a:endParaRPr lang="pt-BR"/>
        </a:p>
      </dgm:t>
    </dgm:pt>
    <dgm:pt modelId="{A0C083FB-64EB-45C7-99C4-50D8CAC0B445}" type="sibTrans" cxnId="{2BD62BEB-C7E7-4396-AA30-C7C7D0D5A42C}">
      <dgm:prSet/>
      <dgm:spPr/>
      <dgm:t>
        <a:bodyPr/>
        <a:lstStyle/>
        <a:p>
          <a:endParaRPr lang="pt-BR"/>
        </a:p>
      </dgm:t>
    </dgm:pt>
    <dgm:pt modelId="{78D813A1-4514-4FD6-AA32-DA073B399ADC}">
      <dgm:prSet/>
      <dgm:spPr/>
      <dgm:t>
        <a:bodyPr/>
        <a:lstStyle/>
        <a:p>
          <a:r>
            <a:rPr lang="en-US" dirty="0" err="1" smtClean="0"/>
            <a:t>Anuncio</a:t>
          </a:r>
          <a:r>
            <a:rPr lang="en-US" dirty="0" smtClean="0"/>
            <a:t> 2</a:t>
          </a:r>
          <a:endParaRPr lang="pt-BR" dirty="0"/>
        </a:p>
      </dgm:t>
    </dgm:pt>
    <dgm:pt modelId="{666804B6-DC86-417D-BB7B-B4DDF69004A2}" type="parTrans" cxnId="{48867236-D3BB-441A-A474-7B726E108E17}">
      <dgm:prSet/>
      <dgm:spPr/>
      <dgm:t>
        <a:bodyPr/>
        <a:lstStyle/>
        <a:p>
          <a:endParaRPr lang="pt-BR"/>
        </a:p>
      </dgm:t>
    </dgm:pt>
    <dgm:pt modelId="{959B3E11-65CE-4172-AD17-4458E0763C7E}" type="sibTrans" cxnId="{48867236-D3BB-441A-A474-7B726E108E17}">
      <dgm:prSet/>
      <dgm:spPr/>
      <dgm:t>
        <a:bodyPr/>
        <a:lstStyle/>
        <a:p>
          <a:endParaRPr lang="pt-BR"/>
        </a:p>
      </dgm:t>
    </dgm:pt>
    <dgm:pt modelId="{01C8D961-17C9-479F-B062-F9B760060D58}">
      <dgm:prSet/>
      <dgm:spPr/>
      <dgm:t>
        <a:bodyPr/>
        <a:lstStyle/>
        <a:p>
          <a:r>
            <a:rPr lang="en-US" dirty="0" err="1" smtClean="0"/>
            <a:t>Anuncio</a:t>
          </a:r>
          <a:r>
            <a:rPr lang="en-US" dirty="0" smtClean="0"/>
            <a:t> 1</a:t>
          </a:r>
          <a:endParaRPr lang="pt-BR" dirty="0"/>
        </a:p>
      </dgm:t>
    </dgm:pt>
    <dgm:pt modelId="{5322593B-31D6-4FAC-8F71-777C92C0F59F}" type="parTrans" cxnId="{FB14F3B5-24F2-4529-9DB6-2203FC589473}">
      <dgm:prSet/>
      <dgm:spPr/>
      <dgm:t>
        <a:bodyPr/>
        <a:lstStyle/>
        <a:p>
          <a:endParaRPr lang="pt-BR"/>
        </a:p>
      </dgm:t>
    </dgm:pt>
    <dgm:pt modelId="{68A7D731-3AB6-44F0-93F9-EFEB70E22A9A}" type="sibTrans" cxnId="{FB14F3B5-24F2-4529-9DB6-2203FC589473}">
      <dgm:prSet/>
      <dgm:spPr/>
      <dgm:t>
        <a:bodyPr/>
        <a:lstStyle/>
        <a:p>
          <a:endParaRPr lang="pt-BR"/>
        </a:p>
      </dgm:t>
    </dgm:pt>
    <dgm:pt modelId="{9CBBF95B-8959-4861-8D0B-069DD934B8CD}">
      <dgm:prSet/>
      <dgm:spPr/>
      <dgm:t>
        <a:bodyPr/>
        <a:lstStyle/>
        <a:p>
          <a:r>
            <a:rPr lang="en-US" dirty="0" err="1" smtClean="0"/>
            <a:t>Anuncio</a:t>
          </a:r>
          <a:r>
            <a:rPr lang="en-US" dirty="0" smtClean="0"/>
            <a:t> 2</a:t>
          </a:r>
          <a:endParaRPr lang="pt-BR" dirty="0"/>
        </a:p>
      </dgm:t>
    </dgm:pt>
    <dgm:pt modelId="{A9BE0932-B22A-4659-BD0D-3114B3D2C861}" type="parTrans" cxnId="{FB8B0D53-701E-4805-8B5A-4F06AA472844}">
      <dgm:prSet/>
      <dgm:spPr/>
      <dgm:t>
        <a:bodyPr/>
        <a:lstStyle/>
        <a:p>
          <a:endParaRPr lang="pt-BR"/>
        </a:p>
      </dgm:t>
    </dgm:pt>
    <dgm:pt modelId="{070E011E-1B39-470F-80E5-CE7CD0914582}" type="sibTrans" cxnId="{FB8B0D53-701E-4805-8B5A-4F06AA472844}">
      <dgm:prSet/>
      <dgm:spPr/>
      <dgm:t>
        <a:bodyPr/>
        <a:lstStyle/>
        <a:p>
          <a:endParaRPr lang="pt-BR"/>
        </a:p>
      </dgm:t>
    </dgm:pt>
    <dgm:pt modelId="{4BA6565B-F7C5-4E94-9E32-19DA2A80DEA6}">
      <dgm:prSet/>
      <dgm:spPr/>
      <dgm:t>
        <a:bodyPr/>
        <a:lstStyle/>
        <a:p>
          <a:r>
            <a:rPr lang="en-US" smtClean="0"/>
            <a:t>Keywords</a:t>
          </a:r>
          <a:endParaRPr lang="pt-BR" dirty="0"/>
        </a:p>
      </dgm:t>
    </dgm:pt>
    <dgm:pt modelId="{079C8761-B191-4A37-9F6E-DA37F7BE7974}" type="parTrans" cxnId="{1FB862FE-9247-41AF-A5AA-9019A80D0D10}">
      <dgm:prSet/>
      <dgm:spPr/>
      <dgm:t>
        <a:bodyPr/>
        <a:lstStyle/>
        <a:p>
          <a:endParaRPr lang="pt-BR"/>
        </a:p>
      </dgm:t>
    </dgm:pt>
    <dgm:pt modelId="{F772F426-FA53-412B-BCAF-B9EBF3456070}" type="sibTrans" cxnId="{1FB862FE-9247-41AF-A5AA-9019A80D0D10}">
      <dgm:prSet/>
      <dgm:spPr/>
      <dgm:t>
        <a:bodyPr/>
        <a:lstStyle/>
        <a:p>
          <a:endParaRPr lang="pt-BR"/>
        </a:p>
      </dgm:t>
    </dgm:pt>
    <dgm:pt modelId="{BDB212F9-D13E-4BEF-B94F-2BB87FBD3DB3}">
      <dgm:prSet/>
      <dgm:spPr/>
      <dgm:t>
        <a:bodyPr/>
        <a:lstStyle/>
        <a:p>
          <a:r>
            <a:rPr lang="en-US" dirty="0" err="1" smtClean="0"/>
            <a:t>Anuncio</a:t>
          </a:r>
          <a:r>
            <a:rPr lang="en-US" dirty="0" smtClean="0"/>
            <a:t> 1</a:t>
          </a:r>
          <a:endParaRPr lang="pt-BR" dirty="0"/>
        </a:p>
      </dgm:t>
    </dgm:pt>
    <dgm:pt modelId="{EDC64931-CC28-4736-87A1-306E2297529E}" type="parTrans" cxnId="{4A42F656-44A8-4BA3-A4D4-BC531FE1134C}">
      <dgm:prSet/>
      <dgm:spPr/>
      <dgm:t>
        <a:bodyPr/>
        <a:lstStyle/>
        <a:p>
          <a:endParaRPr lang="pt-BR"/>
        </a:p>
      </dgm:t>
    </dgm:pt>
    <dgm:pt modelId="{6B50AA45-B82B-4029-BD14-17204B3CCF44}" type="sibTrans" cxnId="{4A42F656-44A8-4BA3-A4D4-BC531FE1134C}">
      <dgm:prSet/>
      <dgm:spPr/>
      <dgm:t>
        <a:bodyPr/>
        <a:lstStyle/>
        <a:p>
          <a:endParaRPr lang="pt-BR"/>
        </a:p>
      </dgm:t>
    </dgm:pt>
    <dgm:pt modelId="{1B522B5C-9482-41A5-BF76-8CB32FA26F03}">
      <dgm:prSet/>
      <dgm:spPr/>
      <dgm:t>
        <a:bodyPr/>
        <a:lstStyle/>
        <a:p>
          <a:r>
            <a:rPr lang="en-US" dirty="0" err="1" smtClean="0"/>
            <a:t>Anuncio</a:t>
          </a:r>
          <a:r>
            <a:rPr lang="en-US" dirty="0" smtClean="0"/>
            <a:t> 2</a:t>
          </a:r>
          <a:endParaRPr lang="pt-BR" dirty="0"/>
        </a:p>
      </dgm:t>
    </dgm:pt>
    <dgm:pt modelId="{2EF6B3A4-A1CD-4161-A4EB-8CBE62E817DE}" type="parTrans" cxnId="{B0334DFD-5017-4305-95A7-CD0C9DED9277}">
      <dgm:prSet/>
      <dgm:spPr/>
      <dgm:t>
        <a:bodyPr/>
        <a:lstStyle/>
        <a:p>
          <a:endParaRPr lang="pt-BR"/>
        </a:p>
      </dgm:t>
    </dgm:pt>
    <dgm:pt modelId="{E682A5C0-BA4B-4077-BE8E-75D6C662C9B8}" type="sibTrans" cxnId="{B0334DFD-5017-4305-95A7-CD0C9DED9277}">
      <dgm:prSet/>
      <dgm:spPr/>
      <dgm:t>
        <a:bodyPr/>
        <a:lstStyle/>
        <a:p>
          <a:endParaRPr lang="pt-BR"/>
        </a:p>
      </dgm:t>
    </dgm:pt>
    <dgm:pt modelId="{E18547B4-431E-4849-BD0B-E718F587A031}">
      <dgm:prSet/>
      <dgm:spPr/>
      <dgm:t>
        <a:bodyPr/>
        <a:lstStyle/>
        <a:p>
          <a:r>
            <a:rPr lang="en-US" smtClean="0"/>
            <a:t>Keywords</a:t>
          </a:r>
          <a:endParaRPr lang="pt-BR" dirty="0"/>
        </a:p>
      </dgm:t>
    </dgm:pt>
    <dgm:pt modelId="{782109BC-5741-4E82-BCCD-BB0F03325352}" type="parTrans" cxnId="{4A82CAC2-308C-45DD-BE7E-CB6DD754677A}">
      <dgm:prSet/>
      <dgm:spPr/>
      <dgm:t>
        <a:bodyPr/>
        <a:lstStyle/>
        <a:p>
          <a:endParaRPr lang="pt-BR"/>
        </a:p>
      </dgm:t>
    </dgm:pt>
    <dgm:pt modelId="{F03F1A64-73A3-4AC9-BE87-EB92AE054EA1}" type="sibTrans" cxnId="{4A82CAC2-308C-45DD-BE7E-CB6DD754677A}">
      <dgm:prSet/>
      <dgm:spPr/>
      <dgm:t>
        <a:bodyPr/>
        <a:lstStyle/>
        <a:p>
          <a:endParaRPr lang="pt-BR"/>
        </a:p>
      </dgm:t>
    </dgm:pt>
    <dgm:pt modelId="{864B93C1-27E3-41B5-8BE3-D08CC604BA6A}">
      <dgm:prSet/>
      <dgm:spPr/>
      <dgm:t>
        <a:bodyPr/>
        <a:lstStyle/>
        <a:p>
          <a:r>
            <a:rPr lang="en-US" dirty="0" err="1" smtClean="0"/>
            <a:t>Anuncio</a:t>
          </a:r>
          <a:r>
            <a:rPr lang="en-US" dirty="0" smtClean="0"/>
            <a:t> 1</a:t>
          </a:r>
          <a:endParaRPr lang="pt-BR" dirty="0"/>
        </a:p>
      </dgm:t>
    </dgm:pt>
    <dgm:pt modelId="{709ACF73-D138-4B48-9318-8C4AC79F0C63}" type="parTrans" cxnId="{6722E98C-1CB8-461B-B3DF-A8D12AB90565}">
      <dgm:prSet/>
      <dgm:spPr/>
      <dgm:t>
        <a:bodyPr/>
        <a:lstStyle/>
        <a:p>
          <a:endParaRPr lang="pt-BR"/>
        </a:p>
      </dgm:t>
    </dgm:pt>
    <dgm:pt modelId="{E4871C90-CF6D-4AF3-8695-AAB302853132}" type="sibTrans" cxnId="{6722E98C-1CB8-461B-B3DF-A8D12AB90565}">
      <dgm:prSet/>
      <dgm:spPr/>
      <dgm:t>
        <a:bodyPr/>
        <a:lstStyle/>
        <a:p>
          <a:endParaRPr lang="pt-BR"/>
        </a:p>
      </dgm:t>
    </dgm:pt>
    <dgm:pt modelId="{149A0224-64EC-4344-BDD5-3B73230E04C8}">
      <dgm:prSet/>
      <dgm:spPr/>
      <dgm:t>
        <a:bodyPr/>
        <a:lstStyle/>
        <a:p>
          <a:r>
            <a:rPr lang="en-US" dirty="0" err="1" smtClean="0"/>
            <a:t>Anuncio</a:t>
          </a:r>
          <a:r>
            <a:rPr lang="en-US" dirty="0" smtClean="0"/>
            <a:t> 2</a:t>
          </a:r>
          <a:endParaRPr lang="pt-BR" dirty="0"/>
        </a:p>
      </dgm:t>
    </dgm:pt>
    <dgm:pt modelId="{8C9D04E2-D1E8-40EC-A0D5-78A66F46C3C3}" type="parTrans" cxnId="{7A630448-2395-42D6-8069-5ECACECA0491}">
      <dgm:prSet/>
      <dgm:spPr/>
      <dgm:t>
        <a:bodyPr/>
        <a:lstStyle/>
        <a:p>
          <a:endParaRPr lang="pt-BR"/>
        </a:p>
      </dgm:t>
    </dgm:pt>
    <dgm:pt modelId="{F00AFF51-509A-468C-93EC-85C01C6FB282}" type="sibTrans" cxnId="{7A630448-2395-42D6-8069-5ECACECA0491}">
      <dgm:prSet/>
      <dgm:spPr/>
      <dgm:t>
        <a:bodyPr/>
        <a:lstStyle/>
        <a:p>
          <a:endParaRPr lang="pt-BR"/>
        </a:p>
      </dgm:t>
    </dgm:pt>
    <dgm:pt modelId="{8558C6EE-9854-4220-A42C-4A5274A223B5}" type="pres">
      <dgm:prSet presAssocID="{F1AB417F-7A2E-4E45-BD99-AE3C0487A9A2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pt-BR"/>
        </a:p>
      </dgm:t>
    </dgm:pt>
    <dgm:pt modelId="{502DB8CE-505D-4CB3-B021-577BAADE97BF}" type="pres">
      <dgm:prSet presAssocID="{C3A4738C-97FB-49A8-BB73-1EC06B8EB45A}" presName="vertOne" presStyleCnt="0"/>
      <dgm:spPr/>
    </dgm:pt>
    <dgm:pt modelId="{24BDECB9-6776-4FAE-B168-AEC8F06D2477}" type="pres">
      <dgm:prSet presAssocID="{C3A4738C-97FB-49A8-BB73-1EC06B8EB45A}" presName="txOne" presStyleLbl="node0" presStyleIdx="0" presStyleCnt="2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997EEB56-6CFF-42DF-9F63-5A0F64B9C48D}" type="pres">
      <dgm:prSet presAssocID="{C3A4738C-97FB-49A8-BB73-1EC06B8EB45A}" presName="parTransOne" presStyleCnt="0"/>
      <dgm:spPr/>
    </dgm:pt>
    <dgm:pt modelId="{DE6AC5C7-FD41-4EB5-9830-72D476585383}" type="pres">
      <dgm:prSet presAssocID="{C3A4738C-97FB-49A8-BB73-1EC06B8EB45A}" presName="horzOne" presStyleCnt="0"/>
      <dgm:spPr/>
    </dgm:pt>
    <dgm:pt modelId="{79C4AB8A-8A18-4F9B-B4B4-82B5A65CBF13}" type="pres">
      <dgm:prSet presAssocID="{0927767A-869D-4054-B417-339DABE2F99A}" presName="vertTwo" presStyleCnt="0"/>
      <dgm:spPr/>
    </dgm:pt>
    <dgm:pt modelId="{8FCA438E-6C46-4CA6-8F37-33ECF85B172F}" type="pres">
      <dgm:prSet presAssocID="{0927767A-869D-4054-B417-339DABE2F99A}" presName="txTwo" presStyleLbl="node2" presStyleIdx="0" presStyleCnt="5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F260EFD1-D3C9-4D79-8F45-F8D677A98C9B}" type="pres">
      <dgm:prSet presAssocID="{0927767A-869D-4054-B417-339DABE2F99A}" presName="parTransTwo" presStyleCnt="0"/>
      <dgm:spPr/>
    </dgm:pt>
    <dgm:pt modelId="{B059EABD-F127-4397-86FC-057E382680D1}" type="pres">
      <dgm:prSet presAssocID="{0927767A-869D-4054-B417-339DABE2F99A}" presName="horzTwo" presStyleCnt="0"/>
      <dgm:spPr/>
    </dgm:pt>
    <dgm:pt modelId="{6ABA9C13-0DAF-4555-BF6E-625061AB8DB1}" type="pres">
      <dgm:prSet presAssocID="{A64AE44A-CCD9-4695-B472-FFCE0E85728C}" presName="vertThree" presStyleCnt="0"/>
      <dgm:spPr/>
    </dgm:pt>
    <dgm:pt modelId="{E0630D08-755D-44C1-AD93-9CD569FC65B9}" type="pres">
      <dgm:prSet presAssocID="{A64AE44A-CCD9-4695-B472-FFCE0E85728C}" presName="txThree" presStyleLbl="node3" presStyleIdx="0" presStyleCnt="5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F69FEE0D-FC12-4960-91D7-417181D6E4E4}" type="pres">
      <dgm:prSet presAssocID="{A64AE44A-CCD9-4695-B472-FFCE0E85728C}" presName="parTransThree" presStyleCnt="0"/>
      <dgm:spPr/>
    </dgm:pt>
    <dgm:pt modelId="{ED10896C-F681-471D-90CA-E3A0FFF1F7DB}" type="pres">
      <dgm:prSet presAssocID="{A64AE44A-CCD9-4695-B472-FFCE0E85728C}" presName="horzThree" presStyleCnt="0"/>
      <dgm:spPr/>
    </dgm:pt>
    <dgm:pt modelId="{01235454-7CCA-49D6-B007-05B2F20D7060}" type="pres">
      <dgm:prSet presAssocID="{E6F5E777-D5EA-4F75-B222-E390DF2C31E2}" presName="vertFour" presStyleCnt="0">
        <dgm:presLayoutVars>
          <dgm:chPref val="3"/>
        </dgm:presLayoutVars>
      </dgm:prSet>
      <dgm:spPr/>
    </dgm:pt>
    <dgm:pt modelId="{87F24177-0808-416E-A996-4959ED802685}" type="pres">
      <dgm:prSet presAssocID="{E6F5E777-D5EA-4F75-B222-E390DF2C31E2}" presName="txFour" presStyleLbl="node4" presStyleIdx="0" presStyleCnt="10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314ED6D8-FE32-4848-AA45-326E98DB5376}" type="pres">
      <dgm:prSet presAssocID="{E6F5E777-D5EA-4F75-B222-E390DF2C31E2}" presName="horzFour" presStyleCnt="0"/>
      <dgm:spPr/>
    </dgm:pt>
    <dgm:pt modelId="{589680FD-EDB0-4763-86B3-C7D69E0D67B2}" type="pres">
      <dgm:prSet presAssocID="{FD11EFA5-E418-4886-8B7C-EFB58BE1B1FB}" presName="sibSpaceFour" presStyleCnt="0"/>
      <dgm:spPr/>
    </dgm:pt>
    <dgm:pt modelId="{CEBD25C7-F471-4452-93A4-0A4F561877D9}" type="pres">
      <dgm:prSet presAssocID="{2FC36311-7B77-49AE-9148-733D07BE18BC}" presName="vertFour" presStyleCnt="0">
        <dgm:presLayoutVars>
          <dgm:chPref val="3"/>
        </dgm:presLayoutVars>
      </dgm:prSet>
      <dgm:spPr/>
    </dgm:pt>
    <dgm:pt modelId="{26B39AFF-7CA5-42C3-B5B0-5956D638BB93}" type="pres">
      <dgm:prSet presAssocID="{2FC36311-7B77-49AE-9148-733D07BE18BC}" presName="txFour" presStyleLbl="node4" presStyleIdx="1" presStyleCnt="10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1D82239C-B942-41EE-B6E6-C751C20880CB}" type="pres">
      <dgm:prSet presAssocID="{2FC36311-7B77-49AE-9148-733D07BE18BC}" presName="horzFour" presStyleCnt="0"/>
      <dgm:spPr/>
    </dgm:pt>
    <dgm:pt modelId="{D2486ADD-B438-4E0F-BAA9-8669AB95DBD9}" type="pres">
      <dgm:prSet presAssocID="{78474BF4-11B5-41E9-BEFE-DADBFFF6F99B}" presName="sibSpaceTwo" presStyleCnt="0"/>
      <dgm:spPr/>
    </dgm:pt>
    <dgm:pt modelId="{6E142A48-EAB5-45FA-A2AF-924CDC53A1B4}" type="pres">
      <dgm:prSet presAssocID="{50F3A33D-3317-4356-89CF-B5BAF946A4C0}" presName="vertTwo" presStyleCnt="0"/>
      <dgm:spPr/>
    </dgm:pt>
    <dgm:pt modelId="{63796048-99E9-4B9C-BC70-F5120D228E1B}" type="pres">
      <dgm:prSet presAssocID="{50F3A33D-3317-4356-89CF-B5BAF946A4C0}" presName="txTwo" presStyleLbl="node2" presStyleIdx="1" presStyleCnt="5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D5D70787-2D8B-4DE7-83FA-1AE5CCFC2C44}" type="pres">
      <dgm:prSet presAssocID="{50F3A33D-3317-4356-89CF-B5BAF946A4C0}" presName="parTransTwo" presStyleCnt="0"/>
      <dgm:spPr/>
    </dgm:pt>
    <dgm:pt modelId="{9539365E-6ECF-48BC-83E3-94A94D815178}" type="pres">
      <dgm:prSet presAssocID="{50F3A33D-3317-4356-89CF-B5BAF946A4C0}" presName="horzTwo" presStyleCnt="0"/>
      <dgm:spPr/>
    </dgm:pt>
    <dgm:pt modelId="{4B76A93B-4268-4865-98FD-B089F4C5CA9B}" type="pres">
      <dgm:prSet presAssocID="{51E10498-5118-4B40-85AA-FE92BD62AB76}" presName="vertThree" presStyleCnt="0"/>
      <dgm:spPr/>
    </dgm:pt>
    <dgm:pt modelId="{08482206-E644-4010-AFB1-38B517795DD1}" type="pres">
      <dgm:prSet presAssocID="{51E10498-5118-4B40-85AA-FE92BD62AB76}" presName="txThree" presStyleLbl="node3" presStyleIdx="1" presStyleCnt="5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D82C9619-42EE-4E8B-9BA2-F1F97C51F624}" type="pres">
      <dgm:prSet presAssocID="{51E10498-5118-4B40-85AA-FE92BD62AB76}" presName="parTransThree" presStyleCnt="0"/>
      <dgm:spPr/>
    </dgm:pt>
    <dgm:pt modelId="{6B69A70D-8779-4E0B-B573-54D3A7991F85}" type="pres">
      <dgm:prSet presAssocID="{51E10498-5118-4B40-85AA-FE92BD62AB76}" presName="horzThree" presStyleCnt="0"/>
      <dgm:spPr/>
    </dgm:pt>
    <dgm:pt modelId="{8DB8BD09-0D35-44AA-AC2C-89EDD44144B8}" type="pres">
      <dgm:prSet presAssocID="{EB17B3AC-D162-411C-BF46-97F9F4CAF9F4}" presName="vertFour" presStyleCnt="0">
        <dgm:presLayoutVars>
          <dgm:chPref val="3"/>
        </dgm:presLayoutVars>
      </dgm:prSet>
      <dgm:spPr/>
    </dgm:pt>
    <dgm:pt modelId="{642B2900-6CAC-47C5-8B21-B380F57189A7}" type="pres">
      <dgm:prSet presAssocID="{EB17B3AC-D162-411C-BF46-97F9F4CAF9F4}" presName="txFour" presStyleLbl="node4" presStyleIdx="2" presStyleCnt="10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26AF120E-F64F-43AB-AA0B-58281AB288CE}" type="pres">
      <dgm:prSet presAssocID="{EB17B3AC-D162-411C-BF46-97F9F4CAF9F4}" presName="horzFour" presStyleCnt="0"/>
      <dgm:spPr/>
    </dgm:pt>
    <dgm:pt modelId="{CF4E6841-EEAB-4411-B72D-A76B19F381D9}" type="pres">
      <dgm:prSet presAssocID="{A0C083FB-64EB-45C7-99C4-50D8CAC0B445}" presName="sibSpaceFour" presStyleCnt="0"/>
      <dgm:spPr/>
    </dgm:pt>
    <dgm:pt modelId="{929354B3-7D19-4858-AFCB-DB0A6B072DCB}" type="pres">
      <dgm:prSet presAssocID="{78D813A1-4514-4FD6-AA32-DA073B399ADC}" presName="vertFour" presStyleCnt="0">
        <dgm:presLayoutVars>
          <dgm:chPref val="3"/>
        </dgm:presLayoutVars>
      </dgm:prSet>
      <dgm:spPr/>
    </dgm:pt>
    <dgm:pt modelId="{2F2A063E-4C16-4687-8785-64244579B062}" type="pres">
      <dgm:prSet presAssocID="{78D813A1-4514-4FD6-AA32-DA073B399ADC}" presName="txFour" presStyleLbl="node4" presStyleIdx="3" presStyleCnt="10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AB5A7A04-544F-4D12-A9BA-1724743CF665}" type="pres">
      <dgm:prSet presAssocID="{78D813A1-4514-4FD6-AA32-DA073B399ADC}" presName="horzFour" presStyleCnt="0"/>
      <dgm:spPr/>
    </dgm:pt>
    <dgm:pt modelId="{5E701344-E61E-4BA3-B05C-E5070ED9A55E}" type="pres">
      <dgm:prSet presAssocID="{9DBB7B1B-5285-418E-8FDE-4038A46FC5C6}" presName="sibSpaceTwo" presStyleCnt="0"/>
      <dgm:spPr/>
    </dgm:pt>
    <dgm:pt modelId="{8D7BE97D-DDC0-467D-B0BC-2D98EDEF38E2}" type="pres">
      <dgm:prSet presAssocID="{DB37A450-204F-4620-89AF-BAECDCD7AA3F}" presName="vertTwo" presStyleCnt="0"/>
      <dgm:spPr/>
    </dgm:pt>
    <dgm:pt modelId="{26435686-EF85-4454-B319-FA53EE946D41}" type="pres">
      <dgm:prSet presAssocID="{DB37A450-204F-4620-89AF-BAECDCD7AA3F}" presName="txTwo" presStyleLbl="node2" presStyleIdx="2" presStyleCnt="5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BC413E82-AA81-498B-A280-67F69C801E35}" type="pres">
      <dgm:prSet presAssocID="{DB37A450-204F-4620-89AF-BAECDCD7AA3F}" presName="parTransTwo" presStyleCnt="0"/>
      <dgm:spPr/>
    </dgm:pt>
    <dgm:pt modelId="{8E862D96-E9B3-40F0-8C09-81245D35347D}" type="pres">
      <dgm:prSet presAssocID="{DB37A450-204F-4620-89AF-BAECDCD7AA3F}" presName="horzTwo" presStyleCnt="0"/>
      <dgm:spPr/>
    </dgm:pt>
    <dgm:pt modelId="{FD37E120-094F-47A7-AF8D-AC2A763AC7BA}" type="pres">
      <dgm:prSet presAssocID="{6EEA0FFA-935D-4561-A429-ECB1475D78FE}" presName="vertThree" presStyleCnt="0"/>
      <dgm:spPr/>
    </dgm:pt>
    <dgm:pt modelId="{9BA85468-5738-451F-B754-14D109A443A0}" type="pres">
      <dgm:prSet presAssocID="{6EEA0FFA-935D-4561-A429-ECB1475D78FE}" presName="txThree" presStyleLbl="node3" presStyleIdx="2" presStyleCnt="5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7043BEDD-F513-433E-840A-E280E8946518}" type="pres">
      <dgm:prSet presAssocID="{6EEA0FFA-935D-4561-A429-ECB1475D78FE}" presName="parTransThree" presStyleCnt="0"/>
      <dgm:spPr/>
    </dgm:pt>
    <dgm:pt modelId="{AEA21CB8-8614-4D3F-8E9D-789939307026}" type="pres">
      <dgm:prSet presAssocID="{6EEA0FFA-935D-4561-A429-ECB1475D78FE}" presName="horzThree" presStyleCnt="0"/>
      <dgm:spPr/>
    </dgm:pt>
    <dgm:pt modelId="{03252904-BA34-43D7-B7BD-558B26751DD0}" type="pres">
      <dgm:prSet presAssocID="{01C8D961-17C9-479F-B062-F9B760060D58}" presName="vertFour" presStyleCnt="0">
        <dgm:presLayoutVars>
          <dgm:chPref val="3"/>
        </dgm:presLayoutVars>
      </dgm:prSet>
      <dgm:spPr/>
    </dgm:pt>
    <dgm:pt modelId="{1872AB70-C0FD-408B-9844-031F176B1627}" type="pres">
      <dgm:prSet presAssocID="{01C8D961-17C9-479F-B062-F9B760060D58}" presName="txFour" presStyleLbl="node4" presStyleIdx="4" presStyleCnt="10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34C4FEDF-4859-4D81-BDF4-725C1B9475CE}" type="pres">
      <dgm:prSet presAssocID="{01C8D961-17C9-479F-B062-F9B760060D58}" presName="horzFour" presStyleCnt="0"/>
      <dgm:spPr/>
    </dgm:pt>
    <dgm:pt modelId="{E8C574B6-61CD-4B05-8D18-60DE22434706}" type="pres">
      <dgm:prSet presAssocID="{68A7D731-3AB6-44F0-93F9-EFEB70E22A9A}" presName="sibSpaceFour" presStyleCnt="0"/>
      <dgm:spPr/>
    </dgm:pt>
    <dgm:pt modelId="{37AA2A62-7136-4F88-955A-F74076D68EF2}" type="pres">
      <dgm:prSet presAssocID="{9CBBF95B-8959-4861-8D0B-069DD934B8CD}" presName="vertFour" presStyleCnt="0">
        <dgm:presLayoutVars>
          <dgm:chPref val="3"/>
        </dgm:presLayoutVars>
      </dgm:prSet>
      <dgm:spPr/>
    </dgm:pt>
    <dgm:pt modelId="{55D09D7B-47F9-415B-8A8E-07628FDCF2BF}" type="pres">
      <dgm:prSet presAssocID="{9CBBF95B-8959-4861-8D0B-069DD934B8CD}" presName="txFour" presStyleLbl="node4" presStyleIdx="5" presStyleCnt="10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E9654672-14A0-43F3-BEE8-C52BF5A2167F}" type="pres">
      <dgm:prSet presAssocID="{9CBBF95B-8959-4861-8D0B-069DD934B8CD}" presName="horzFour" presStyleCnt="0"/>
      <dgm:spPr/>
    </dgm:pt>
    <dgm:pt modelId="{FDC18013-31A0-470B-8653-BBEBB159E02A}" type="pres">
      <dgm:prSet presAssocID="{79B40AE2-79BD-499C-9497-5EC5AD66BC62}" presName="sibSpaceOne" presStyleCnt="0"/>
      <dgm:spPr/>
    </dgm:pt>
    <dgm:pt modelId="{2A99C319-4346-44CE-94B2-883AE295EA7A}" type="pres">
      <dgm:prSet presAssocID="{20097403-D93B-402D-97E0-B98891965C5E}" presName="vertOne" presStyleCnt="0"/>
      <dgm:spPr/>
    </dgm:pt>
    <dgm:pt modelId="{95E63438-CC13-423E-A92F-58C57505383A}" type="pres">
      <dgm:prSet presAssocID="{20097403-D93B-402D-97E0-B98891965C5E}" presName="txOne" presStyleLbl="node0" presStyleIdx="1" presStyleCnt="2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B924F400-3606-400A-8256-ED1CD2567E13}" type="pres">
      <dgm:prSet presAssocID="{20097403-D93B-402D-97E0-B98891965C5E}" presName="parTransOne" presStyleCnt="0"/>
      <dgm:spPr/>
    </dgm:pt>
    <dgm:pt modelId="{CD53E59F-E9F4-4D5E-951A-0934E41ED7B3}" type="pres">
      <dgm:prSet presAssocID="{20097403-D93B-402D-97E0-B98891965C5E}" presName="horzOne" presStyleCnt="0"/>
      <dgm:spPr/>
    </dgm:pt>
    <dgm:pt modelId="{39D58B97-3C53-4EFC-893E-E92330CC8D00}" type="pres">
      <dgm:prSet presAssocID="{7C2A015E-922E-48CC-898A-3DA6018335DE}" presName="vertTwo" presStyleCnt="0"/>
      <dgm:spPr/>
    </dgm:pt>
    <dgm:pt modelId="{83F752E0-1362-4857-A5E4-BA34DF1AF572}" type="pres">
      <dgm:prSet presAssocID="{7C2A015E-922E-48CC-898A-3DA6018335DE}" presName="txTwo" presStyleLbl="node2" presStyleIdx="3" presStyleCnt="5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A03DBD84-8177-43D0-B426-C7F9BA921E47}" type="pres">
      <dgm:prSet presAssocID="{7C2A015E-922E-48CC-898A-3DA6018335DE}" presName="parTransTwo" presStyleCnt="0"/>
      <dgm:spPr/>
    </dgm:pt>
    <dgm:pt modelId="{9AC519E6-ECB5-4A92-8A04-199DDE726831}" type="pres">
      <dgm:prSet presAssocID="{7C2A015E-922E-48CC-898A-3DA6018335DE}" presName="horzTwo" presStyleCnt="0"/>
      <dgm:spPr/>
    </dgm:pt>
    <dgm:pt modelId="{988F7431-904A-47C4-834A-43571A772684}" type="pres">
      <dgm:prSet presAssocID="{4BA6565B-F7C5-4E94-9E32-19DA2A80DEA6}" presName="vertThree" presStyleCnt="0"/>
      <dgm:spPr/>
    </dgm:pt>
    <dgm:pt modelId="{868A5193-059E-443B-B9E8-569071F4F2DB}" type="pres">
      <dgm:prSet presAssocID="{4BA6565B-F7C5-4E94-9E32-19DA2A80DEA6}" presName="txThree" presStyleLbl="node3" presStyleIdx="3" presStyleCnt="5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1C54267E-759A-4D51-910B-7ED7AFDDAD8D}" type="pres">
      <dgm:prSet presAssocID="{4BA6565B-F7C5-4E94-9E32-19DA2A80DEA6}" presName="parTransThree" presStyleCnt="0"/>
      <dgm:spPr/>
    </dgm:pt>
    <dgm:pt modelId="{231548EE-6F17-4987-BA43-50A7C11D8C54}" type="pres">
      <dgm:prSet presAssocID="{4BA6565B-F7C5-4E94-9E32-19DA2A80DEA6}" presName="horzThree" presStyleCnt="0"/>
      <dgm:spPr/>
    </dgm:pt>
    <dgm:pt modelId="{E7F0BB55-FF35-4AFF-807B-C3743A5E1132}" type="pres">
      <dgm:prSet presAssocID="{BDB212F9-D13E-4BEF-B94F-2BB87FBD3DB3}" presName="vertFour" presStyleCnt="0">
        <dgm:presLayoutVars>
          <dgm:chPref val="3"/>
        </dgm:presLayoutVars>
      </dgm:prSet>
      <dgm:spPr/>
    </dgm:pt>
    <dgm:pt modelId="{E47DBAD6-43C9-4FFE-86D2-6903034DE990}" type="pres">
      <dgm:prSet presAssocID="{BDB212F9-D13E-4BEF-B94F-2BB87FBD3DB3}" presName="txFour" presStyleLbl="node4" presStyleIdx="6" presStyleCnt="10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9FC950E0-7698-46C6-9AFD-64545E51D26E}" type="pres">
      <dgm:prSet presAssocID="{BDB212F9-D13E-4BEF-B94F-2BB87FBD3DB3}" presName="horzFour" presStyleCnt="0"/>
      <dgm:spPr/>
    </dgm:pt>
    <dgm:pt modelId="{E2C93B60-241B-4F62-9091-36B72AD5A712}" type="pres">
      <dgm:prSet presAssocID="{6B50AA45-B82B-4029-BD14-17204B3CCF44}" presName="sibSpaceFour" presStyleCnt="0"/>
      <dgm:spPr/>
    </dgm:pt>
    <dgm:pt modelId="{D8B140C9-3B97-456A-A6FA-F1461F171F74}" type="pres">
      <dgm:prSet presAssocID="{1B522B5C-9482-41A5-BF76-8CB32FA26F03}" presName="vertFour" presStyleCnt="0">
        <dgm:presLayoutVars>
          <dgm:chPref val="3"/>
        </dgm:presLayoutVars>
      </dgm:prSet>
      <dgm:spPr/>
    </dgm:pt>
    <dgm:pt modelId="{6181EB2C-2B18-467B-AD50-C96BF26FDF50}" type="pres">
      <dgm:prSet presAssocID="{1B522B5C-9482-41A5-BF76-8CB32FA26F03}" presName="txFour" presStyleLbl="node4" presStyleIdx="7" presStyleCnt="10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D63D474D-99BB-4932-8BEC-56735F1853A3}" type="pres">
      <dgm:prSet presAssocID="{1B522B5C-9482-41A5-BF76-8CB32FA26F03}" presName="horzFour" presStyleCnt="0"/>
      <dgm:spPr/>
    </dgm:pt>
    <dgm:pt modelId="{9A40BD85-6376-4DB2-8066-AB9541F8FDC1}" type="pres">
      <dgm:prSet presAssocID="{0E23A72B-C805-4AC3-B42F-6BF05167B22B}" presName="sibSpaceTwo" presStyleCnt="0"/>
      <dgm:spPr/>
    </dgm:pt>
    <dgm:pt modelId="{C7182C63-A4B2-4121-8930-1DCF6EB0C813}" type="pres">
      <dgm:prSet presAssocID="{30040817-10DD-4B51-B1E6-0A3E92CC0685}" presName="vertTwo" presStyleCnt="0"/>
      <dgm:spPr/>
    </dgm:pt>
    <dgm:pt modelId="{C2F9F0D4-3D0B-4F0C-AD4F-D5EEF79243B6}" type="pres">
      <dgm:prSet presAssocID="{30040817-10DD-4B51-B1E6-0A3E92CC0685}" presName="txTwo" presStyleLbl="node2" presStyleIdx="4" presStyleCnt="5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97CED491-763E-407A-8690-EB01FFBD8B8A}" type="pres">
      <dgm:prSet presAssocID="{30040817-10DD-4B51-B1E6-0A3E92CC0685}" presName="parTransTwo" presStyleCnt="0"/>
      <dgm:spPr/>
    </dgm:pt>
    <dgm:pt modelId="{FF69E11B-055D-458A-BF4E-2AE89ADAD87C}" type="pres">
      <dgm:prSet presAssocID="{30040817-10DD-4B51-B1E6-0A3E92CC0685}" presName="horzTwo" presStyleCnt="0"/>
      <dgm:spPr/>
    </dgm:pt>
    <dgm:pt modelId="{7D7FF2C4-D1FA-4BA4-98ED-50C82D8679F4}" type="pres">
      <dgm:prSet presAssocID="{E18547B4-431E-4849-BD0B-E718F587A031}" presName="vertThree" presStyleCnt="0"/>
      <dgm:spPr/>
    </dgm:pt>
    <dgm:pt modelId="{1EDF4D16-1E2F-49B4-BF6D-3C2347F506B4}" type="pres">
      <dgm:prSet presAssocID="{E18547B4-431E-4849-BD0B-E718F587A031}" presName="txThree" presStyleLbl="node3" presStyleIdx="4" presStyleCnt="5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DC38E952-4634-4DA4-9D7C-D63B039AC465}" type="pres">
      <dgm:prSet presAssocID="{E18547B4-431E-4849-BD0B-E718F587A031}" presName="parTransThree" presStyleCnt="0"/>
      <dgm:spPr/>
    </dgm:pt>
    <dgm:pt modelId="{B460C4C5-CCFD-4E87-AEEF-27DE86771ED4}" type="pres">
      <dgm:prSet presAssocID="{E18547B4-431E-4849-BD0B-E718F587A031}" presName="horzThree" presStyleCnt="0"/>
      <dgm:spPr/>
    </dgm:pt>
    <dgm:pt modelId="{411FD6E0-BEC2-4C35-B7AD-2F62F7BF1A43}" type="pres">
      <dgm:prSet presAssocID="{864B93C1-27E3-41B5-8BE3-D08CC604BA6A}" presName="vertFour" presStyleCnt="0">
        <dgm:presLayoutVars>
          <dgm:chPref val="3"/>
        </dgm:presLayoutVars>
      </dgm:prSet>
      <dgm:spPr/>
    </dgm:pt>
    <dgm:pt modelId="{8F12A02F-6D9F-4475-9696-0EE7A21DE527}" type="pres">
      <dgm:prSet presAssocID="{864B93C1-27E3-41B5-8BE3-D08CC604BA6A}" presName="txFour" presStyleLbl="node4" presStyleIdx="8" presStyleCnt="10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B5283CEB-7A2D-4CB6-94F5-93536A780AD9}" type="pres">
      <dgm:prSet presAssocID="{864B93C1-27E3-41B5-8BE3-D08CC604BA6A}" presName="horzFour" presStyleCnt="0"/>
      <dgm:spPr/>
    </dgm:pt>
    <dgm:pt modelId="{76D9E04F-C45D-428F-8A1C-12866B6724BF}" type="pres">
      <dgm:prSet presAssocID="{E4871C90-CF6D-4AF3-8695-AAB302853132}" presName="sibSpaceFour" presStyleCnt="0"/>
      <dgm:spPr/>
    </dgm:pt>
    <dgm:pt modelId="{7F08694F-1018-41A7-A1FA-35B4BCC12F0A}" type="pres">
      <dgm:prSet presAssocID="{149A0224-64EC-4344-BDD5-3B73230E04C8}" presName="vertFour" presStyleCnt="0">
        <dgm:presLayoutVars>
          <dgm:chPref val="3"/>
        </dgm:presLayoutVars>
      </dgm:prSet>
      <dgm:spPr/>
    </dgm:pt>
    <dgm:pt modelId="{5BB657FA-80B8-4E14-BE18-278472D0B5E7}" type="pres">
      <dgm:prSet presAssocID="{149A0224-64EC-4344-BDD5-3B73230E04C8}" presName="txFour" presStyleLbl="node4" presStyleIdx="9" presStyleCnt="10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0A548FB4-109E-48CD-97E0-B00C2717DE16}" type="pres">
      <dgm:prSet presAssocID="{149A0224-64EC-4344-BDD5-3B73230E04C8}" presName="horzFour" presStyleCnt="0"/>
      <dgm:spPr/>
    </dgm:pt>
  </dgm:ptLst>
  <dgm:cxnLst>
    <dgm:cxn modelId="{4EF8CD6E-E5B0-470C-AC84-188C0E936272}" type="presOf" srcId="{0927767A-869D-4054-B417-339DABE2F99A}" destId="{8FCA438E-6C46-4CA6-8F37-33ECF85B172F}" srcOrd="0" destOrd="0" presId="urn:microsoft.com/office/officeart/2005/8/layout/hierarchy4"/>
    <dgm:cxn modelId="{C86A9DC8-9670-4761-A588-C16CF8BAEC48}" type="presOf" srcId="{2FC36311-7B77-49AE-9148-733D07BE18BC}" destId="{26B39AFF-7CA5-42C3-B5B0-5956D638BB93}" srcOrd="0" destOrd="0" presId="urn:microsoft.com/office/officeart/2005/8/layout/hierarchy4"/>
    <dgm:cxn modelId="{E106A36B-4EF3-4FEF-B96E-92C2B34F089B}" type="presOf" srcId="{DB37A450-204F-4620-89AF-BAECDCD7AA3F}" destId="{26435686-EF85-4454-B319-FA53EE946D41}" srcOrd="0" destOrd="0" presId="urn:microsoft.com/office/officeart/2005/8/layout/hierarchy4"/>
    <dgm:cxn modelId="{3633BFE3-2451-435E-805A-AE32D7526780}" type="presOf" srcId="{1B522B5C-9482-41A5-BF76-8CB32FA26F03}" destId="{6181EB2C-2B18-467B-AD50-C96BF26FDF50}" srcOrd="0" destOrd="0" presId="urn:microsoft.com/office/officeart/2005/8/layout/hierarchy4"/>
    <dgm:cxn modelId="{2BD62BEB-C7E7-4396-AA30-C7C7D0D5A42C}" srcId="{51E10498-5118-4B40-85AA-FE92BD62AB76}" destId="{EB17B3AC-D162-411C-BF46-97F9F4CAF9F4}" srcOrd="0" destOrd="0" parTransId="{9C028CF5-37B6-4228-B999-615BD4D742FC}" sibTransId="{A0C083FB-64EB-45C7-99C4-50D8CAC0B445}"/>
    <dgm:cxn modelId="{6BDF4FD3-5715-401A-85CF-B8EB36EB73FB}" srcId="{20097403-D93B-402D-97E0-B98891965C5E}" destId="{30040817-10DD-4B51-B1E6-0A3E92CC0685}" srcOrd="1" destOrd="0" parTransId="{BD5D7086-4DA9-414A-B198-B5C07CCE3979}" sibTransId="{64A0547A-E385-4EBB-B011-BDC4619B2CBB}"/>
    <dgm:cxn modelId="{F5613B0C-F206-49B3-AC80-A77F092F303B}" srcId="{F1AB417F-7A2E-4E45-BD99-AE3C0487A9A2}" destId="{C3A4738C-97FB-49A8-BB73-1EC06B8EB45A}" srcOrd="0" destOrd="0" parTransId="{C17CEFAF-BCDE-46E0-A71D-C93F0D8E8598}" sibTransId="{79B40AE2-79BD-499C-9497-5EC5AD66BC62}"/>
    <dgm:cxn modelId="{2C972DFD-066F-48BC-8863-F50C456B79C0}" srcId="{20097403-D93B-402D-97E0-B98891965C5E}" destId="{7C2A015E-922E-48CC-898A-3DA6018335DE}" srcOrd="0" destOrd="0" parTransId="{B535442E-9B6A-4E70-80D8-D1392F1BA938}" sibTransId="{0E23A72B-C805-4AC3-B42F-6BF05167B22B}"/>
    <dgm:cxn modelId="{E1766C5E-E9EA-40E1-B21E-9055FC36A837}" srcId="{50F3A33D-3317-4356-89CF-B5BAF946A4C0}" destId="{51E10498-5118-4B40-85AA-FE92BD62AB76}" srcOrd="0" destOrd="0" parTransId="{3FCA1587-A490-4764-8626-F2A5AF63C4B3}" sibTransId="{CEA47DBD-9971-4E87-BA71-8175F3D85C34}"/>
    <dgm:cxn modelId="{8407DCEB-0339-4A56-A867-9EE86CBF7D75}" type="presOf" srcId="{EB17B3AC-D162-411C-BF46-97F9F4CAF9F4}" destId="{642B2900-6CAC-47C5-8B21-B380F57189A7}" srcOrd="0" destOrd="0" presId="urn:microsoft.com/office/officeart/2005/8/layout/hierarchy4"/>
    <dgm:cxn modelId="{F1F9724A-A119-496E-A702-3F3EB72CF847}" type="presOf" srcId="{4BA6565B-F7C5-4E94-9E32-19DA2A80DEA6}" destId="{868A5193-059E-443B-B9E8-569071F4F2DB}" srcOrd="0" destOrd="0" presId="urn:microsoft.com/office/officeart/2005/8/layout/hierarchy4"/>
    <dgm:cxn modelId="{416C7FA4-C838-4DCB-B58B-0DE0F8AFB298}" srcId="{0927767A-869D-4054-B417-339DABE2F99A}" destId="{A64AE44A-CCD9-4695-B472-FFCE0E85728C}" srcOrd="0" destOrd="0" parTransId="{8FACB855-542B-4AA8-9BAF-594FD212499E}" sibTransId="{208BBB9D-3CF8-45C5-890F-3E862531AE6E}"/>
    <dgm:cxn modelId="{7A630448-2395-42D6-8069-5ECACECA0491}" srcId="{E18547B4-431E-4849-BD0B-E718F587A031}" destId="{149A0224-64EC-4344-BDD5-3B73230E04C8}" srcOrd="1" destOrd="0" parTransId="{8C9D04E2-D1E8-40EC-A0D5-78A66F46C3C3}" sibTransId="{F00AFF51-509A-468C-93EC-85C01C6FB282}"/>
    <dgm:cxn modelId="{76898746-9BB9-47EB-A1AD-F7B7D044113E}" srcId="{DB37A450-204F-4620-89AF-BAECDCD7AA3F}" destId="{6EEA0FFA-935D-4561-A429-ECB1475D78FE}" srcOrd="0" destOrd="0" parTransId="{D7458DA6-36A8-4BFD-8ABD-FC3E6C90B461}" sibTransId="{AB75C875-B620-451A-83F5-1128A388D746}"/>
    <dgm:cxn modelId="{623F6A49-AC87-44B3-B4AE-9108759AAB14}" srcId="{F1AB417F-7A2E-4E45-BD99-AE3C0487A9A2}" destId="{20097403-D93B-402D-97E0-B98891965C5E}" srcOrd="1" destOrd="0" parTransId="{C4D920DB-A178-431D-8863-7B2D01A1A116}" sibTransId="{69408AD0-9369-4C24-9462-32A17B87D2D3}"/>
    <dgm:cxn modelId="{71E669A9-C9B5-48BA-A3DF-949256E4228F}" type="presOf" srcId="{7C2A015E-922E-48CC-898A-3DA6018335DE}" destId="{83F752E0-1362-4857-A5E4-BA34DF1AF572}" srcOrd="0" destOrd="0" presId="urn:microsoft.com/office/officeart/2005/8/layout/hierarchy4"/>
    <dgm:cxn modelId="{1FB862FE-9247-41AF-A5AA-9019A80D0D10}" srcId="{7C2A015E-922E-48CC-898A-3DA6018335DE}" destId="{4BA6565B-F7C5-4E94-9E32-19DA2A80DEA6}" srcOrd="0" destOrd="0" parTransId="{079C8761-B191-4A37-9F6E-DA37F7BE7974}" sibTransId="{F772F426-FA53-412B-BCAF-B9EBF3456070}"/>
    <dgm:cxn modelId="{BB4CA8E0-F855-484A-B234-524FA7A6C378}" type="presOf" srcId="{50F3A33D-3317-4356-89CF-B5BAF946A4C0}" destId="{63796048-99E9-4B9C-BC70-F5120D228E1B}" srcOrd="0" destOrd="0" presId="urn:microsoft.com/office/officeart/2005/8/layout/hierarchy4"/>
    <dgm:cxn modelId="{4A82CAC2-308C-45DD-BE7E-CB6DD754677A}" srcId="{30040817-10DD-4B51-B1E6-0A3E92CC0685}" destId="{E18547B4-431E-4849-BD0B-E718F587A031}" srcOrd="0" destOrd="0" parTransId="{782109BC-5741-4E82-BCCD-BB0F03325352}" sibTransId="{F03F1A64-73A3-4AC9-BE87-EB92AE054EA1}"/>
    <dgm:cxn modelId="{C8B7C3BB-D81D-4609-A30E-655526F79B49}" srcId="{A64AE44A-CCD9-4695-B472-FFCE0E85728C}" destId="{E6F5E777-D5EA-4F75-B222-E390DF2C31E2}" srcOrd="0" destOrd="0" parTransId="{01AB65E7-87A7-424B-A189-1CC9C872E577}" sibTransId="{FD11EFA5-E418-4886-8B7C-EFB58BE1B1FB}"/>
    <dgm:cxn modelId="{4A42F656-44A8-4BA3-A4D4-BC531FE1134C}" srcId="{4BA6565B-F7C5-4E94-9E32-19DA2A80DEA6}" destId="{BDB212F9-D13E-4BEF-B94F-2BB87FBD3DB3}" srcOrd="0" destOrd="0" parTransId="{EDC64931-CC28-4736-87A1-306E2297529E}" sibTransId="{6B50AA45-B82B-4029-BD14-17204B3CCF44}"/>
    <dgm:cxn modelId="{54674F39-0056-40D1-959B-B00BDE9024EB}" type="presOf" srcId="{78D813A1-4514-4FD6-AA32-DA073B399ADC}" destId="{2F2A063E-4C16-4687-8785-64244579B062}" srcOrd="0" destOrd="0" presId="urn:microsoft.com/office/officeart/2005/8/layout/hierarchy4"/>
    <dgm:cxn modelId="{FB8B0D53-701E-4805-8B5A-4F06AA472844}" srcId="{6EEA0FFA-935D-4561-A429-ECB1475D78FE}" destId="{9CBBF95B-8959-4861-8D0B-069DD934B8CD}" srcOrd="1" destOrd="0" parTransId="{A9BE0932-B22A-4659-BD0D-3114B3D2C861}" sibTransId="{070E011E-1B39-470F-80E5-CE7CD0914582}"/>
    <dgm:cxn modelId="{FB14F3B5-24F2-4529-9DB6-2203FC589473}" srcId="{6EEA0FFA-935D-4561-A429-ECB1475D78FE}" destId="{01C8D961-17C9-479F-B062-F9B760060D58}" srcOrd="0" destOrd="0" parTransId="{5322593B-31D6-4FAC-8F71-777C92C0F59F}" sibTransId="{68A7D731-3AB6-44F0-93F9-EFEB70E22A9A}"/>
    <dgm:cxn modelId="{A65A8F07-F133-4BD7-A2E1-58E588D01508}" type="presOf" srcId="{E6F5E777-D5EA-4F75-B222-E390DF2C31E2}" destId="{87F24177-0808-416E-A996-4959ED802685}" srcOrd="0" destOrd="0" presId="urn:microsoft.com/office/officeart/2005/8/layout/hierarchy4"/>
    <dgm:cxn modelId="{48867236-D3BB-441A-A474-7B726E108E17}" srcId="{51E10498-5118-4B40-85AA-FE92BD62AB76}" destId="{78D813A1-4514-4FD6-AA32-DA073B399ADC}" srcOrd="1" destOrd="0" parTransId="{666804B6-DC86-417D-BB7B-B4DDF69004A2}" sibTransId="{959B3E11-65CE-4172-AD17-4458E0763C7E}"/>
    <dgm:cxn modelId="{609092F5-A5E4-490C-8EBC-5089A2BD1534}" type="presOf" srcId="{E18547B4-431E-4849-BD0B-E718F587A031}" destId="{1EDF4D16-1E2F-49B4-BF6D-3C2347F506B4}" srcOrd="0" destOrd="0" presId="urn:microsoft.com/office/officeart/2005/8/layout/hierarchy4"/>
    <dgm:cxn modelId="{BA082509-ADD6-4750-B870-736AAA81CDD2}" type="presOf" srcId="{6EEA0FFA-935D-4561-A429-ECB1475D78FE}" destId="{9BA85468-5738-451F-B754-14D109A443A0}" srcOrd="0" destOrd="0" presId="urn:microsoft.com/office/officeart/2005/8/layout/hierarchy4"/>
    <dgm:cxn modelId="{7ED5D1B7-05BE-4E89-BD8E-AA4AF5B46428}" srcId="{C3A4738C-97FB-49A8-BB73-1EC06B8EB45A}" destId="{DB37A450-204F-4620-89AF-BAECDCD7AA3F}" srcOrd="2" destOrd="0" parTransId="{C20D2754-2B63-42D7-BF3C-4A7B786628E1}" sibTransId="{2F013478-9D71-42F8-9036-99C39A81A35E}"/>
    <dgm:cxn modelId="{4E2FA866-6F62-4C63-A707-BE08EB31E840}" type="presOf" srcId="{20097403-D93B-402D-97E0-B98891965C5E}" destId="{95E63438-CC13-423E-A92F-58C57505383A}" srcOrd="0" destOrd="0" presId="urn:microsoft.com/office/officeart/2005/8/layout/hierarchy4"/>
    <dgm:cxn modelId="{8B8C7DE9-A530-42A3-9595-152A3341BF9F}" srcId="{A64AE44A-CCD9-4695-B472-FFCE0E85728C}" destId="{2FC36311-7B77-49AE-9148-733D07BE18BC}" srcOrd="1" destOrd="0" parTransId="{E43104D4-2534-4147-A89E-F4A691085068}" sibTransId="{BA584EF1-B011-4FED-A8B5-E62CE13FAED8}"/>
    <dgm:cxn modelId="{E220EB4B-DB8C-4E75-8BA6-FB90D3EF90AF}" type="presOf" srcId="{C3A4738C-97FB-49A8-BB73-1EC06B8EB45A}" destId="{24BDECB9-6776-4FAE-B168-AEC8F06D2477}" srcOrd="0" destOrd="0" presId="urn:microsoft.com/office/officeart/2005/8/layout/hierarchy4"/>
    <dgm:cxn modelId="{6722E98C-1CB8-461B-B3DF-A8D12AB90565}" srcId="{E18547B4-431E-4849-BD0B-E718F587A031}" destId="{864B93C1-27E3-41B5-8BE3-D08CC604BA6A}" srcOrd="0" destOrd="0" parTransId="{709ACF73-D138-4B48-9318-8C4AC79F0C63}" sibTransId="{E4871C90-CF6D-4AF3-8695-AAB302853132}"/>
    <dgm:cxn modelId="{EE2E0390-13C7-4EAB-BA5D-A0ACE3AE7F69}" type="presOf" srcId="{01C8D961-17C9-479F-B062-F9B760060D58}" destId="{1872AB70-C0FD-408B-9844-031F176B1627}" srcOrd="0" destOrd="0" presId="urn:microsoft.com/office/officeart/2005/8/layout/hierarchy4"/>
    <dgm:cxn modelId="{B0334DFD-5017-4305-95A7-CD0C9DED9277}" srcId="{4BA6565B-F7C5-4E94-9E32-19DA2A80DEA6}" destId="{1B522B5C-9482-41A5-BF76-8CB32FA26F03}" srcOrd="1" destOrd="0" parTransId="{2EF6B3A4-A1CD-4161-A4EB-8CBE62E817DE}" sibTransId="{E682A5C0-BA4B-4077-BE8E-75D6C662C9B8}"/>
    <dgm:cxn modelId="{0ECCF065-8551-47FE-AE09-43FEE14E393F}" type="presOf" srcId="{149A0224-64EC-4344-BDD5-3B73230E04C8}" destId="{5BB657FA-80B8-4E14-BE18-278472D0B5E7}" srcOrd="0" destOrd="0" presId="urn:microsoft.com/office/officeart/2005/8/layout/hierarchy4"/>
    <dgm:cxn modelId="{E2922024-BC2C-4B6B-B734-D6EC9A4987DE}" type="presOf" srcId="{51E10498-5118-4B40-85AA-FE92BD62AB76}" destId="{08482206-E644-4010-AFB1-38B517795DD1}" srcOrd="0" destOrd="0" presId="urn:microsoft.com/office/officeart/2005/8/layout/hierarchy4"/>
    <dgm:cxn modelId="{32400584-0A09-462E-B5E4-CDAA54A161B6}" type="presOf" srcId="{F1AB417F-7A2E-4E45-BD99-AE3C0487A9A2}" destId="{8558C6EE-9854-4220-A42C-4A5274A223B5}" srcOrd="0" destOrd="0" presId="urn:microsoft.com/office/officeart/2005/8/layout/hierarchy4"/>
    <dgm:cxn modelId="{31D66550-A82C-4050-95B1-936BD0D5CC39}" type="presOf" srcId="{BDB212F9-D13E-4BEF-B94F-2BB87FBD3DB3}" destId="{E47DBAD6-43C9-4FFE-86D2-6903034DE990}" srcOrd="0" destOrd="0" presId="urn:microsoft.com/office/officeart/2005/8/layout/hierarchy4"/>
    <dgm:cxn modelId="{6AB7A226-5B82-4C5E-8EFB-A9E889752A66}" type="presOf" srcId="{30040817-10DD-4B51-B1E6-0A3E92CC0685}" destId="{C2F9F0D4-3D0B-4F0C-AD4F-D5EEF79243B6}" srcOrd="0" destOrd="0" presId="urn:microsoft.com/office/officeart/2005/8/layout/hierarchy4"/>
    <dgm:cxn modelId="{00B542DF-5944-487A-A6E3-4F45D92D80E6}" type="presOf" srcId="{864B93C1-27E3-41B5-8BE3-D08CC604BA6A}" destId="{8F12A02F-6D9F-4475-9696-0EE7A21DE527}" srcOrd="0" destOrd="0" presId="urn:microsoft.com/office/officeart/2005/8/layout/hierarchy4"/>
    <dgm:cxn modelId="{42475E73-7994-4A64-9A57-B0D63C752DF6}" type="presOf" srcId="{9CBBF95B-8959-4861-8D0B-069DD934B8CD}" destId="{55D09D7B-47F9-415B-8A8E-07628FDCF2BF}" srcOrd="0" destOrd="0" presId="urn:microsoft.com/office/officeart/2005/8/layout/hierarchy4"/>
    <dgm:cxn modelId="{0A887E53-D91D-4C42-8062-D10C7D2378DB}" srcId="{C3A4738C-97FB-49A8-BB73-1EC06B8EB45A}" destId="{0927767A-869D-4054-B417-339DABE2F99A}" srcOrd="0" destOrd="0" parTransId="{F794C667-2905-4B3D-94B9-F360D1A421E5}" sibTransId="{78474BF4-11B5-41E9-BEFE-DADBFFF6F99B}"/>
    <dgm:cxn modelId="{E94BA2BF-8503-4B1D-8635-1517266BD7F1}" srcId="{C3A4738C-97FB-49A8-BB73-1EC06B8EB45A}" destId="{50F3A33D-3317-4356-89CF-B5BAF946A4C0}" srcOrd="1" destOrd="0" parTransId="{E16D2508-6ABD-4B38-825B-1631CB94F210}" sibTransId="{9DBB7B1B-5285-418E-8FDE-4038A46FC5C6}"/>
    <dgm:cxn modelId="{215C6D0C-F8E7-479E-A69F-CE18CD78ABD1}" type="presOf" srcId="{A64AE44A-CCD9-4695-B472-FFCE0E85728C}" destId="{E0630D08-755D-44C1-AD93-9CD569FC65B9}" srcOrd="0" destOrd="0" presId="urn:microsoft.com/office/officeart/2005/8/layout/hierarchy4"/>
    <dgm:cxn modelId="{E40A004F-63C6-4F81-9C24-FC3C650A11F5}" type="presParOf" srcId="{8558C6EE-9854-4220-A42C-4A5274A223B5}" destId="{502DB8CE-505D-4CB3-B021-577BAADE97BF}" srcOrd="0" destOrd="0" presId="urn:microsoft.com/office/officeart/2005/8/layout/hierarchy4"/>
    <dgm:cxn modelId="{E1972517-FE23-4EE7-B2C4-7CF51338C56F}" type="presParOf" srcId="{502DB8CE-505D-4CB3-B021-577BAADE97BF}" destId="{24BDECB9-6776-4FAE-B168-AEC8F06D2477}" srcOrd="0" destOrd="0" presId="urn:microsoft.com/office/officeart/2005/8/layout/hierarchy4"/>
    <dgm:cxn modelId="{37004037-8F5B-41D0-BE8A-FA5B381189D6}" type="presParOf" srcId="{502DB8CE-505D-4CB3-B021-577BAADE97BF}" destId="{997EEB56-6CFF-42DF-9F63-5A0F64B9C48D}" srcOrd="1" destOrd="0" presId="urn:microsoft.com/office/officeart/2005/8/layout/hierarchy4"/>
    <dgm:cxn modelId="{56BB782D-E4B2-42F5-BC36-08F5CC7B6413}" type="presParOf" srcId="{502DB8CE-505D-4CB3-B021-577BAADE97BF}" destId="{DE6AC5C7-FD41-4EB5-9830-72D476585383}" srcOrd="2" destOrd="0" presId="urn:microsoft.com/office/officeart/2005/8/layout/hierarchy4"/>
    <dgm:cxn modelId="{384029EF-F9E0-491E-83A6-936E32A88317}" type="presParOf" srcId="{DE6AC5C7-FD41-4EB5-9830-72D476585383}" destId="{79C4AB8A-8A18-4F9B-B4B4-82B5A65CBF13}" srcOrd="0" destOrd="0" presId="urn:microsoft.com/office/officeart/2005/8/layout/hierarchy4"/>
    <dgm:cxn modelId="{6CFAF84A-F20E-418C-92ED-55D17DCD56C0}" type="presParOf" srcId="{79C4AB8A-8A18-4F9B-B4B4-82B5A65CBF13}" destId="{8FCA438E-6C46-4CA6-8F37-33ECF85B172F}" srcOrd="0" destOrd="0" presId="urn:microsoft.com/office/officeart/2005/8/layout/hierarchy4"/>
    <dgm:cxn modelId="{74E54DD3-1A7D-49D1-89C0-B46E98B59F1D}" type="presParOf" srcId="{79C4AB8A-8A18-4F9B-B4B4-82B5A65CBF13}" destId="{F260EFD1-D3C9-4D79-8F45-F8D677A98C9B}" srcOrd="1" destOrd="0" presId="urn:microsoft.com/office/officeart/2005/8/layout/hierarchy4"/>
    <dgm:cxn modelId="{77E4947B-6C08-4A03-A9BA-A88EED2276AF}" type="presParOf" srcId="{79C4AB8A-8A18-4F9B-B4B4-82B5A65CBF13}" destId="{B059EABD-F127-4397-86FC-057E382680D1}" srcOrd="2" destOrd="0" presId="urn:microsoft.com/office/officeart/2005/8/layout/hierarchy4"/>
    <dgm:cxn modelId="{E2549020-4E89-4375-BAC2-E19F1EFC66E3}" type="presParOf" srcId="{B059EABD-F127-4397-86FC-057E382680D1}" destId="{6ABA9C13-0DAF-4555-BF6E-625061AB8DB1}" srcOrd="0" destOrd="0" presId="urn:microsoft.com/office/officeart/2005/8/layout/hierarchy4"/>
    <dgm:cxn modelId="{3B3E3474-E995-487E-99F4-B1C7689B55D7}" type="presParOf" srcId="{6ABA9C13-0DAF-4555-BF6E-625061AB8DB1}" destId="{E0630D08-755D-44C1-AD93-9CD569FC65B9}" srcOrd="0" destOrd="0" presId="urn:microsoft.com/office/officeart/2005/8/layout/hierarchy4"/>
    <dgm:cxn modelId="{9F45D17A-6C4C-4203-9E08-6EB4826D400A}" type="presParOf" srcId="{6ABA9C13-0DAF-4555-BF6E-625061AB8DB1}" destId="{F69FEE0D-FC12-4960-91D7-417181D6E4E4}" srcOrd="1" destOrd="0" presId="urn:microsoft.com/office/officeart/2005/8/layout/hierarchy4"/>
    <dgm:cxn modelId="{0202568B-DC60-43EE-95E4-29C57A4FFF42}" type="presParOf" srcId="{6ABA9C13-0DAF-4555-BF6E-625061AB8DB1}" destId="{ED10896C-F681-471D-90CA-E3A0FFF1F7DB}" srcOrd="2" destOrd="0" presId="urn:microsoft.com/office/officeart/2005/8/layout/hierarchy4"/>
    <dgm:cxn modelId="{F4F08B8B-3005-4B4F-A42A-A1550565A6FD}" type="presParOf" srcId="{ED10896C-F681-471D-90CA-E3A0FFF1F7DB}" destId="{01235454-7CCA-49D6-B007-05B2F20D7060}" srcOrd="0" destOrd="0" presId="urn:microsoft.com/office/officeart/2005/8/layout/hierarchy4"/>
    <dgm:cxn modelId="{F603D3EA-F3C8-40A7-A982-E385F0510808}" type="presParOf" srcId="{01235454-7CCA-49D6-B007-05B2F20D7060}" destId="{87F24177-0808-416E-A996-4959ED802685}" srcOrd="0" destOrd="0" presId="urn:microsoft.com/office/officeart/2005/8/layout/hierarchy4"/>
    <dgm:cxn modelId="{93737AE1-C08D-4397-9184-E4F48C71F5C8}" type="presParOf" srcId="{01235454-7CCA-49D6-B007-05B2F20D7060}" destId="{314ED6D8-FE32-4848-AA45-326E98DB5376}" srcOrd="1" destOrd="0" presId="urn:microsoft.com/office/officeart/2005/8/layout/hierarchy4"/>
    <dgm:cxn modelId="{1D8C45E5-E5EA-4827-8763-A412FAE8D695}" type="presParOf" srcId="{ED10896C-F681-471D-90CA-E3A0FFF1F7DB}" destId="{589680FD-EDB0-4763-86B3-C7D69E0D67B2}" srcOrd="1" destOrd="0" presId="urn:microsoft.com/office/officeart/2005/8/layout/hierarchy4"/>
    <dgm:cxn modelId="{9DBA6828-9CA2-4905-8E6D-3561B58EF5B1}" type="presParOf" srcId="{ED10896C-F681-471D-90CA-E3A0FFF1F7DB}" destId="{CEBD25C7-F471-4452-93A4-0A4F561877D9}" srcOrd="2" destOrd="0" presId="urn:microsoft.com/office/officeart/2005/8/layout/hierarchy4"/>
    <dgm:cxn modelId="{2D1D6682-E721-49FB-99BF-D98428296519}" type="presParOf" srcId="{CEBD25C7-F471-4452-93A4-0A4F561877D9}" destId="{26B39AFF-7CA5-42C3-B5B0-5956D638BB93}" srcOrd="0" destOrd="0" presId="urn:microsoft.com/office/officeart/2005/8/layout/hierarchy4"/>
    <dgm:cxn modelId="{0042FF72-26AE-4226-931F-FB3570B96790}" type="presParOf" srcId="{CEBD25C7-F471-4452-93A4-0A4F561877D9}" destId="{1D82239C-B942-41EE-B6E6-C751C20880CB}" srcOrd="1" destOrd="0" presId="urn:microsoft.com/office/officeart/2005/8/layout/hierarchy4"/>
    <dgm:cxn modelId="{4235279F-8568-4C4F-89F9-AC5497F7C2FC}" type="presParOf" srcId="{DE6AC5C7-FD41-4EB5-9830-72D476585383}" destId="{D2486ADD-B438-4E0F-BAA9-8669AB95DBD9}" srcOrd="1" destOrd="0" presId="urn:microsoft.com/office/officeart/2005/8/layout/hierarchy4"/>
    <dgm:cxn modelId="{ABF0D2DD-225F-45E3-AB8E-BDBA00D43CFD}" type="presParOf" srcId="{DE6AC5C7-FD41-4EB5-9830-72D476585383}" destId="{6E142A48-EAB5-45FA-A2AF-924CDC53A1B4}" srcOrd="2" destOrd="0" presId="urn:microsoft.com/office/officeart/2005/8/layout/hierarchy4"/>
    <dgm:cxn modelId="{262DCA72-C44E-42FF-A336-DD02ECB27109}" type="presParOf" srcId="{6E142A48-EAB5-45FA-A2AF-924CDC53A1B4}" destId="{63796048-99E9-4B9C-BC70-F5120D228E1B}" srcOrd="0" destOrd="0" presId="urn:microsoft.com/office/officeart/2005/8/layout/hierarchy4"/>
    <dgm:cxn modelId="{C9EC36AD-EFA8-4947-B64A-04371C28620C}" type="presParOf" srcId="{6E142A48-EAB5-45FA-A2AF-924CDC53A1B4}" destId="{D5D70787-2D8B-4DE7-83FA-1AE5CCFC2C44}" srcOrd="1" destOrd="0" presId="urn:microsoft.com/office/officeart/2005/8/layout/hierarchy4"/>
    <dgm:cxn modelId="{659EF935-DAFE-46B8-A1CF-762E65357BC5}" type="presParOf" srcId="{6E142A48-EAB5-45FA-A2AF-924CDC53A1B4}" destId="{9539365E-6ECF-48BC-83E3-94A94D815178}" srcOrd="2" destOrd="0" presId="urn:microsoft.com/office/officeart/2005/8/layout/hierarchy4"/>
    <dgm:cxn modelId="{18A221C7-1100-4DFD-8640-B6AF24C58967}" type="presParOf" srcId="{9539365E-6ECF-48BC-83E3-94A94D815178}" destId="{4B76A93B-4268-4865-98FD-B089F4C5CA9B}" srcOrd="0" destOrd="0" presId="urn:microsoft.com/office/officeart/2005/8/layout/hierarchy4"/>
    <dgm:cxn modelId="{117E433D-1E36-4196-A7AF-0F4355906823}" type="presParOf" srcId="{4B76A93B-4268-4865-98FD-B089F4C5CA9B}" destId="{08482206-E644-4010-AFB1-38B517795DD1}" srcOrd="0" destOrd="0" presId="urn:microsoft.com/office/officeart/2005/8/layout/hierarchy4"/>
    <dgm:cxn modelId="{5B6CDF4C-5AFB-4B0C-B1DC-E959A921DF7B}" type="presParOf" srcId="{4B76A93B-4268-4865-98FD-B089F4C5CA9B}" destId="{D82C9619-42EE-4E8B-9BA2-F1F97C51F624}" srcOrd="1" destOrd="0" presId="urn:microsoft.com/office/officeart/2005/8/layout/hierarchy4"/>
    <dgm:cxn modelId="{F6AB2953-7924-4B00-9D1D-48ADA07CF189}" type="presParOf" srcId="{4B76A93B-4268-4865-98FD-B089F4C5CA9B}" destId="{6B69A70D-8779-4E0B-B573-54D3A7991F85}" srcOrd="2" destOrd="0" presId="urn:microsoft.com/office/officeart/2005/8/layout/hierarchy4"/>
    <dgm:cxn modelId="{1E0F1D7A-8152-4A3A-BB8B-E25778D1551F}" type="presParOf" srcId="{6B69A70D-8779-4E0B-B573-54D3A7991F85}" destId="{8DB8BD09-0D35-44AA-AC2C-89EDD44144B8}" srcOrd="0" destOrd="0" presId="urn:microsoft.com/office/officeart/2005/8/layout/hierarchy4"/>
    <dgm:cxn modelId="{61454205-BB42-42D6-A3B6-5C7E84FEFFF4}" type="presParOf" srcId="{8DB8BD09-0D35-44AA-AC2C-89EDD44144B8}" destId="{642B2900-6CAC-47C5-8B21-B380F57189A7}" srcOrd="0" destOrd="0" presId="urn:microsoft.com/office/officeart/2005/8/layout/hierarchy4"/>
    <dgm:cxn modelId="{BFFEEAAA-F353-483C-8117-F23A9CA45829}" type="presParOf" srcId="{8DB8BD09-0D35-44AA-AC2C-89EDD44144B8}" destId="{26AF120E-F64F-43AB-AA0B-58281AB288CE}" srcOrd="1" destOrd="0" presId="urn:microsoft.com/office/officeart/2005/8/layout/hierarchy4"/>
    <dgm:cxn modelId="{4C3BAF5F-D8D6-42B3-A1F3-4F317C2988C6}" type="presParOf" srcId="{6B69A70D-8779-4E0B-B573-54D3A7991F85}" destId="{CF4E6841-EEAB-4411-B72D-A76B19F381D9}" srcOrd="1" destOrd="0" presId="urn:microsoft.com/office/officeart/2005/8/layout/hierarchy4"/>
    <dgm:cxn modelId="{C484FF21-076A-4C83-9EE6-AF050CDB8BD9}" type="presParOf" srcId="{6B69A70D-8779-4E0B-B573-54D3A7991F85}" destId="{929354B3-7D19-4858-AFCB-DB0A6B072DCB}" srcOrd="2" destOrd="0" presId="urn:microsoft.com/office/officeart/2005/8/layout/hierarchy4"/>
    <dgm:cxn modelId="{2C1568BE-9F7F-475B-83A3-6ED4159615C8}" type="presParOf" srcId="{929354B3-7D19-4858-AFCB-DB0A6B072DCB}" destId="{2F2A063E-4C16-4687-8785-64244579B062}" srcOrd="0" destOrd="0" presId="urn:microsoft.com/office/officeart/2005/8/layout/hierarchy4"/>
    <dgm:cxn modelId="{632C7E12-BAD6-40C1-950B-7F3A68758905}" type="presParOf" srcId="{929354B3-7D19-4858-AFCB-DB0A6B072DCB}" destId="{AB5A7A04-544F-4D12-A9BA-1724743CF665}" srcOrd="1" destOrd="0" presId="urn:microsoft.com/office/officeart/2005/8/layout/hierarchy4"/>
    <dgm:cxn modelId="{2E1052D0-95B6-4A32-B218-81861B9505A8}" type="presParOf" srcId="{DE6AC5C7-FD41-4EB5-9830-72D476585383}" destId="{5E701344-E61E-4BA3-B05C-E5070ED9A55E}" srcOrd="3" destOrd="0" presId="urn:microsoft.com/office/officeart/2005/8/layout/hierarchy4"/>
    <dgm:cxn modelId="{BE393BF7-ABB9-4727-A82D-79AF46219B2C}" type="presParOf" srcId="{DE6AC5C7-FD41-4EB5-9830-72D476585383}" destId="{8D7BE97D-DDC0-467D-B0BC-2D98EDEF38E2}" srcOrd="4" destOrd="0" presId="urn:microsoft.com/office/officeart/2005/8/layout/hierarchy4"/>
    <dgm:cxn modelId="{3CD95F2A-41B8-4B75-A3D1-AB106F8BB4A6}" type="presParOf" srcId="{8D7BE97D-DDC0-467D-B0BC-2D98EDEF38E2}" destId="{26435686-EF85-4454-B319-FA53EE946D41}" srcOrd="0" destOrd="0" presId="urn:microsoft.com/office/officeart/2005/8/layout/hierarchy4"/>
    <dgm:cxn modelId="{650CB938-3AEC-4451-A925-90BDE0463C23}" type="presParOf" srcId="{8D7BE97D-DDC0-467D-B0BC-2D98EDEF38E2}" destId="{BC413E82-AA81-498B-A280-67F69C801E35}" srcOrd="1" destOrd="0" presId="urn:microsoft.com/office/officeart/2005/8/layout/hierarchy4"/>
    <dgm:cxn modelId="{BED1626B-E137-4D9D-91F2-D7C1FD0DA0E3}" type="presParOf" srcId="{8D7BE97D-DDC0-467D-B0BC-2D98EDEF38E2}" destId="{8E862D96-E9B3-40F0-8C09-81245D35347D}" srcOrd="2" destOrd="0" presId="urn:microsoft.com/office/officeart/2005/8/layout/hierarchy4"/>
    <dgm:cxn modelId="{4255D099-309B-402C-BF90-6312033E2BF2}" type="presParOf" srcId="{8E862D96-E9B3-40F0-8C09-81245D35347D}" destId="{FD37E120-094F-47A7-AF8D-AC2A763AC7BA}" srcOrd="0" destOrd="0" presId="urn:microsoft.com/office/officeart/2005/8/layout/hierarchy4"/>
    <dgm:cxn modelId="{FAC7C277-36D6-42B5-8D20-B22249A7B512}" type="presParOf" srcId="{FD37E120-094F-47A7-AF8D-AC2A763AC7BA}" destId="{9BA85468-5738-451F-B754-14D109A443A0}" srcOrd="0" destOrd="0" presId="urn:microsoft.com/office/officeart/2005/8/layout/hierarchy4"/>
    <dgm:cxn modelId="{26637A92-BCB4-4C58-AFE4-8F92D28C717E}" type="presParOf" srcId="{FD37E120-094F-47A7-AF8D-AC2A763AC7BA}" destId="{7043BEDD-F513-433E-840A-E280E8946518}" srcOrd="1" destOrd="0" presId="urn:microsoft.com/office/officeart/2005/8/layout/hierarchy4"/>
    <dgm:cxn modelId="{771050BF-AC86-4788-9DBF-433422038292}" type="presParOf" srcId="{FD37E120-094F-47A7-AF8D-AC2A763AC7BA}" destId="{AEA21CB8-8614-4D3F-8E9D-789939307026}" srcOrd="2" destOrd="0" presId="urn:microsoft.com/office/officeart/2005/8/layout/hierarchy4"/>
    <dgm:cxn modelId="{D3B8FB5C-5857-4890-8AA5-C227E9A5F27F}" type="presParOf" srcId="{AEA21CB8-8614-4D3F-8E9D-789939307026}" destId="{03252904-BA34-43D7-B7BD-558B26751DD0}" srcOrd="0" destOrd="0" presId="urn:microsoft.com/office/officeart/2005/8/layout/hierarchy4"/>
    <dgm:cxn modelId="{44AB92BA-B3B0-4ECE-9675-49D7A606A723}" type="presParOf" srcId="{03252904-BA34-43D7-B7BD-558B26751DD0}" destId="{1872AB70-C0FD-408B-9844-031F176B1627}" srcOrd="0" destOrd="0" presId="urn:microsoft.com/office/officeart/2005/8/layout/hierarchy4"/>
    <dgm:cxn modelId="{5848DDE3-B745-4D6D-B9DE-BDC9585FC020}" type="presParOf" srcId="{03252904-BA34-43D7-B7BD-558B26751DD0}" destId="{34C4FEDF-4859-4D81-BDF4-725C1B9475CE}" srcOrd="1" destOrd="0" presId="urn:microsoft.com/office/officeart/2005/8/layout/hierarchy4"/>
    <dgm:cxn modelId="{83C3CCDC-91A9-4834-8FDA-C6A6A34ED80D}" type="presParOf" srcId="{AEA21CB8-8614-4D3F-8E9D-789939307026}" destId="{E8C574B6-61CD-4B05-8D18-60DE22434706}" srcOrd="1" destOrd="0" presId="urn:microsoft.com/office/officeart/2005/8/layout/hierarchy4"/>
    <dgm:cxn modelId="{E2BEE6A4-679C-4A7C-85C6-521A55B1DA39}" type="presParOf" srcId="{AEA21CB8-8614-4D3F-8E9D-789939307026}" destId="{37AA2A62-7136-4F88-955A-F74076D68EF2}" srcOrd="2" destOrd="0" presId="urn:microsoft.com/office/officeart/2005/8/layout/hierarchy4"/>
    <dgm:cxn modelId="{98ABA435-A3AC-4559-B0D0-95E58EEE6693}" type="presParOf" srcId="{37AA2A62-7136-4F88-955A-F74076D68EF2}" destId="{55D09D7B-47F9-415B-8A8E-07628FDCF2BF}" srcOrd="0" destOrd="0" presId="urn:microsoft.com/office/officeart/2005/8/layout/hierarchy4"/>
    <dgm:cxn modelId="{3B2A4C9E-EBC0-4EFA-9712-94317A72D14B}" type="presParOf" srcId="{37AA2A62-7136-4F88-955A-F74076D68EF2}" destId="{E9654672-14A0-43F3-BEE8-C52BF5A2167F}" srcOrd="1" destOrd="0" presId="urn:microsoft.com/office/officeart/2005/8/layout/hierarchy4"/>
    <dgm:cxn modelId="{64B280C7-DA1C-4817-92A8-F23017E0FA78}" type="presParOf" srcId="{8558C6EE-9854-4220-A42C-4A5274A223B5}" destId="{FDC18013-31A0-470B-8653-BBEBB159E02A}" srcOrd="1" destOrd="0" presId="urn:microsoft.com/office/officeart/2005/8/layout/hierarchy4"/>
    <dgm:cxn modelId="{C3166E36-A408-4E41-A7AB-C39BBAE4A2BE}" type="presParOf" srcId="{8558C6EE-9854-4220-A42C-4A5274A223B5}" destId="{2A99C319-4346-44CE-94B2-883AE295EA7A}" srcOrd="2" destOrd="0" presId="urn:microsoft.com/office/officeart/2005/8/layout/hierarchy4"/>
    <dgm:cxn modelId="{259E966D-BB84-4733-88E5-D4FB3CCED87C}" type="presParOf" srcId="{2A99C319-4346-44CE-94B2-883AE295EA7A}" destId="{95E63438-CC13-423E-A92F-58C57505383A}" srcOrd="0" destOrd="0" presId="urn:microsoft.com/office/officeart/2005/8/layout/hierarchy4"/>
    <dgm:cxn modelId="{58E1C3AC-FC64-4F34-AC3E-39501C56837D}" type="presParOf" srcId="{2A99C319-4346-44CE-94B2-883AE295EA7A}" destId="{B924F400-3606-400A-8256-ED1CD2567E13}" srcOrd="1" destOrd="0" presId="urn:microsoft.com/office/officeart/2005/8/layout/hierarchy4"/>
    <dgm:cxn modelId="{5A3645F9-4903-4440-8591-3C649205A589}" type="presParOf" srcId="{2A99C319-4346-44CE-94B2-883AE295EA7A}" destId="{CD53E59F-E9F4-4D5E-951A-0934E41ED7B3}" srcOrd="2" destOrd="0" presId="urn:microsoft.com/office/officeart/2005/8/layout/hierarchy4"/>
    <dgm:cxn modelId="{B6DA684A-6CB2-4A7A-9C42-34E0A4327550}" type="presParOf" srcId="{CD53E59F-E9F4-4D5E-951A-0934E41ED7B3}" destId="{39D58B97-3C53-4EFC-893E-E92330CC8D00}" srcOrd="0" destOrd="0" presId="urn:microsoft.com/office/officeart/2005/8/layout/hierarchy4"/>
    <dgm:cxn modelId="{2F6F49CF-51CF-4FA5-A801-6D784CC43B18}" type="presParOf" srcId="{39D58B97-3C53-4EFC-893E-E92330CC8D00}" destId="{83F752E0-1362-4857-A5E4-BA34DF1AF572}" srcOrd="0" destOrd="0" presId="urn:microsoft.com/office/officeart/2005/8/layout/hierarchy4"/>
    <dgm:cxn modelId="{8FC2766D-F815-417A-9A91-9C93614AAF09}" type="presParOf" srcId="{39D58B97-3C53-4EFC-893E-E92330CC8D00}" destId="{A03DBD84-8177-43D0-B426-C7F9BA921E47}" srcOrd="1" destOrd="0" presId="urn:microsoft.com/office/officeart/2005/8/layout/hierarchy4"/>
    <dgm:cxn modelId="{2339293D-3330-43CB-B4EF-6CA4FA626BF1}" type="presParOf" srcId="{39D58B97-3C53-4EFC-893E-E92330CC8D00}" destId="{9AC519E6-ECB5-4A92-8A04-199DDE726831}" srcOrd="2" destOrd="0" presId="urn:microsoft.com/office/officeart/2005/8/layout/hierarchy4"/>
    <dgm:cxn modelId="{CE44CB4A-F291-4E73-B5D9-378E1882303E}" type="presParOf" srcId="{9AC519E6-ECB5-4A92-8A04-199DDE726831}" destId="{988F7431-904A-47C4-834A-43571A772684}" srcOrd="0" destOrd="0" presId="urn:microsoft.com/office/officeart/2005/8/layout/hierarchy4"/>
    <dgm:cxn modelId="{F324B1D4-BE26-4675-A9C2-C634D5304578}" type="presParOf" srcId="{988F7431-904A-47C4-834A-43571A772684}" destId="{868A5193-059E-443B-B9E8-569071F4F2DB}" srcOrd="0" destOrd="0" presId="urn:microsoft.com/office/officeart/2005/8/layout/hierarchy4"/>
    <dgm:cxn modelId="{0BB34B12-92C6-4B6D-AE62-B697924888B3}" type="presParOf" srcId="{988F7431-904A-47C4-834A-43571A772684}" destId="{1C54267E-759A-4D51-910B-7ED7AFDDAD8D}" srcOrd="1" destOrd="0" presId="urn:microsoft.com/office/officeart/2005/8/layout/hierarchy4"/>
    <dgm:cxn modelId="{80282B6D-E2AA-4841-9B8A-D1BD4A3B720F}" type="presParOf" srcId="{988F7431-904A-47C4-834A-43571A772684}" destId="{231548EE-6F17-4987-BA43-50A7C11D8C54}" srcOrd="2" destOrd="0" presId="urn:microsoft.com/office/officeart/2005/8/layout/hierarchy4"/>
    <dgm:cxn modelId="{568B1AAB-B6DD-4462-B274-791531842409}" type="presParOf" srcId="{231548EE-6F17-4987-BA43-50A7C11D8C54}" destId="{E7F0BB55-FF35-4AFF-807B-C3743A5E1132}" srcOrd="0" destOrd="0" presId="urn:microsoft.com/office/officeart/2005/8/layout/hierarchy4"/>
    <dgm:cxn modelId="{D976D59D-A5DC-47C5-963E-A1B2BFF5F7C7}" type="presParOf" srcId="{E7F0BB55-FF35-4AFF-807B-C3743A5E1132}" destId="{E47DBAD6-43C9-4FFE-86D2-6903034DE990}" srcOrd="0" destOrd="0" presId="urn:microsoft.com/office/officeart/2005/8/layout/hierarchy4"/>
    <dgm:cxn modelId="{4B9837C2-9239-4C53-B754-6EBE06A36461}" type="presParOf" srcId="{E7F0BB55-FF35-4AFF-807B-C3743A5E1132}" destId="{9FC950E0-7698-46C6-9AFD-64545E51D26E}" srcOrd="1" destOrd="0" presId="urn:microsoft.com/office/officeart/2005/8/layout/hierarchy4"/>
    <dgm:cxn modelId="{51A29736-B514-4D23-91EA-F3F697D89C9A}" type="presParOf" srcId="{231548EE-6F17-4987-BA43-50A7C11D8C54}" destId="{E2C93B60-241B-4F62-9091-36B72AD5A712}" srcOrd="1" destOrd="0" presId="urn:microsoft.com/office/officeart/2005/8/layout/hierarchy4"/>
    <dgm:cxn modelId="{F30DEBD4-3E9D-4D86-B3C2-2C42F215285E}" type="presParOf" srcId="{231548EE-6F17-4987-BA43-50A7C11D8C54}" destId="{D8B140C9-3B97-456A-A6FA-F1461F171F74}" srcOrd="2" destOrd="0" presId="urn:microsoft.com/office/officeart/2005/8/layout/hierarchy4"/>
    <dgm:cxn modelId="{2ED253ED-B436-4F9E-B2FA-A149063B9F3F}" type="presParOf" srcId="{D8B140C9-3B97-456A-A6FA-F1461F171F74}" destId="{6181EB2C-2B18-467B-AD50-C96BF26FDF50}" srcOrd="0" destOrd="0" presId="urn:microsoft.com/office/officeart/2005/8/layout/hierarchy4"/>
    <dgm:cxn modelId="{382F5D31-822D-4E88-AD3E-973B1878CEDC}" type="presParOf" srcId="{D8B140C9-3B97-456A-A6FA-F1461F171F74}" destId="{D63D474D-99BB-4932-8BEC-56735F1853A3}" srcOrd="1" destOrd="0" presId="urn:microsoft.com/office/officeart/2005/8/layout/hierarchy4"/>
    <dgm:cxn modelId="{172F28B7-8BD5-4BE7-AD35-F58594EDA148}" type="presParOf" srcId="{CD53E59F-E9F4-4D5E-951A-0934E41ED7B3}" destId="{9A40BD85-6376-4DB2-8066-AB9541F8FDC1}" srcOrd="1" destOrd="0" presId="urn:microsoft.com/office/officeart/2005/8/layout/hierarchy4"/>
    <dgm:cxn modelId="{CF7F0E2E-CC01-4935-A68D-68E5D9C6FAF8}" type="presParOf" srcId="{CD53E59F-E9F4-4D5E-951A-0934E41ED7B3}" destId="{C7182C63-A4B2-4121-8930-1DCF6EB0C813}" srcOrd="2" destOrd="0" presId="urn:microsoft.com/office/officeart/2005/8/layout/hierarchy4"/>
    <dgm:cxn modelId="{785BB383-5115-4A05-86D5-F63187BD9E68}" type="presParOf" srcId="{C7182C63-A4B2-4121-8930-1DCF6EB0C813}" destId="{C2F9F0D4-3D0B-4F0C-AD4F-D5EEF79243B6}" srcOrd="0" destOrd="0" presId="urn:microsoft.com/office/officeart/2005/8/layout/hierarchy4"/>
    <dgm:cxn modelId="{411BC3E1-4623-437C-9DD5-C46EE241409A}" type="presParOf" srcId="{C7182C63-A4B2-4121-8930-1DCF6EB0C813}" destId="{97CED491-763E-407A-8690-EB01FFBD8B8A}" srcOrd="1" destOrd="0" presId="urn:microsoft.com/office/officeart/2005/8/layout/hierarchy4"/>
    <dgm:cxn modelId="{EA76108E-AE2E-4AE9-8B05-CE1262A21898}" type="presParOf" srcId="{C7182C63-A4B2-4121-8930-1DCF6EB0C813}" destId="{FF69E11B-055D-458A-BF4E-2AE89ADAD87C}" srcOrd="2" destOrd="0" presId="urn:microsoft.com/office/officeart/2005/8/layout/hierarchy4"/>
    <dgm:cxn modelId="{28826F77-CC66-4E2E-8D20-E269287B5384}" type="presParOf" srcId="{FF69E11B-055D-458A-BF4E-2AE89ADAD87C}" destId="{7D7FF2C4-D1FA-4BA4-98ED-50C82D8679F4}" srcOrd="0" destOrd="0" presId="urn:microsoft.com/office/officeart/2005/8/layout/hierarchy4"/>
    <dgm:cxn modelId="{D4AEFBE5-73A7-46F1-A1A0-B855770A3F97}" type="presParOf" srcId="{7D7FF2C4-D1FA-4BA4-98ED-50C82D8679F4}" destId="{1EDF4D16-1E2F-49B4-BF6D-3C2347F506B4}" srcOrd="0" destOrd="0" presId="urn:microsoft.com/office/officeart/2005/8/layout/hierarchy4"/>
    <dgm:cxn modelId="{003FE190-9569-4E49-939C-177F63C3AD06}" type="presParOf" srcId="{7D7FF2C4-D1FA-4BA4-98ED-50C82D8679F4}" destId="{DC38E952-4634-4DA4-9D7C-D63B039AC465}" srcOrd="1" destOrd="0" presId="urn:microsoft.com/office/officeart/2005/8/layout/hierarchy4"/>
    <dgm:cxn modelId="{74877DCE-6B7D-41E5-8108-E83F580D4623}" type="presParOf" srcId="{7D7FF2C4-D1FA-4BA4-98ED-50C82D8679F4}" destId="{B460C4C5-CCFD-4E87-AEEF-27DE86771ED4}" srcOrd="2" destOrd="0" presId="urn:microsoft.com/office/officeart/2005/8/layout/hierarchy4"/>
    <dgm:cxn modelId="{93D488AB-1E8B-46F7-94DE-1F32CDEC71C1}" type="presParOf" srcId="{B460C4C5-CCFD-4E87-AEEF-27DE86771ED4}" destId="{411FD6E0-BEC2-4C35-B7AD-2F62F7BF1A43}" srcOrd="0" destOrd="0" presId="urn:microsoft.com/office/officeart/2005/8/layout/hierarchy4"/>
    <dgm:cxn modelId="{D4882353-E2AE-4BB1-8D78-3D4836499C0D}" type="presParOf" srcId="{411FD6E0-BEC2-4C35-B7AD-2F62F7BF1A43}" destId="{8F12A02F-6D9F-4475-9696-0EE7A21DE527}" srcOrd="0" destOrd="0" presId="urn:microsoft.com/office/officeart/2005/8/layout/hierarchy4"/>
    <dgm:cxn modelId="{D52ED372-9EF6-4BA3-AC91-1300D9EF2D2C}" type="presParOf" srcId="{411FD6E0-BEC2-4C35-B7AD-2F62F7BF1A43}" destId="{B5283CEB-7A2D-4CB6-94F5-93536A780AD9}" srcOrd="1" destOrd="0" presId="urn:microsoft.com/office/officeart/2005/8/layout/hierarchy4"/>
    <dgm:cxn modelId="{EAA6DAA7-6822-4AE3-A0A1-CF3C567290B5}" type="presParOf" srcId="{B460C4C5-CCFD-4E87-AEEF-27DE86771ED4}" destId="{76D9E04F-C45D-428F-8A1C-12866B6724BF}" srcOrd="1" destOrd="0" presId="urn:microsoft.com/office/officeart/2005/8/layout/hierarchy4"/>
    <dgm:cxn modelId="{58FE708E-58A5-4DE3-8D60-1C2E825ED8B8}" type="presParOf" srcId="{B460C4C5-CCFD-4E87-AEEF-27DE86771ED4}" destId="{7F08694F-1018-41A7-A1FA-35B4BCC12F0A}" srcOrd="2" destOrd="0" presId="urn:microsoft.com/office/officeart/2005/8/layout/hierarchy4"/>
    <dgm:cxn modelId="{8426046E-57A9-4882-B48B-409BE3752A73}" type="presParOf" srcId="{7F08694F-1018-41A7-A1FA-35B4BCC12F0A}" destId="{5BB657FA-80B8-4E14-BE18-278472D0B5E7}" srcOrd="0" destOrd="0" presId="urn:microsoft.com/office/officeart/2005/8/layout/hierarchy4"/>
    <dgm:cxn modelId="{BAF7CF57-939A-4B1F-B361-5A01A5C725B2}" type="presParOf" srcId="{7F08694F-1018-41A7-A1FA-35B4BCC12F0A}" destId="{0A548FB4-109E-48CD-97E0-B00C2717DE16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D5EEB19-2F1D-4273-9D2D-D8CB9CD6933C}" type="doc">
      <dgm:prSet loTypeId="urn:microsoft.com/office/officeart/2009/3/layout/CircleRelationship" loCatId="relationship" qsTypeId="urn:microsoft.com/office/officeart/2005/8/quickstyle/3d4" qsCatId="3D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51814F61-811D-4B26-AB82-8F0CF914799F}">
      <dgm:prSet phldrT="[Texto]" custT="1"/>
      <dgm:spPr/>
      <dgm:t>
        <a:bodyPr/>
        <a:lstStyle/>
        <a:p>
          <a:r>
            <a:rPr lang="en-US" sz="1800" b="1" dirty="0" smtClean="0"/>
            <a:t>Site do </a:t>
          </a:r>
          <a:r>
            <a:rPr lang="en-US" sz="1800" b="1" dirty="0" err="1" smtClean="0"/>
            <a:t>anunciante</a:t>
          </a:r>
          <a:endParaRPr lang="pt-BR" sz="1800" b="1" dirty="0"/>
        </a:p>
      </dgm:t>
    </dgm:pt>
    <dgm:pt modelId="{AF6A8DB9-84DB-4C3C-9412-89E966849665}" type="parTrans" cxnId="{57DA241B-F20F-4B93-9909-EDFB753259BE}">
      <dgm:prSet/>
      <dgm:spPr/>
      <dgm:t>
        <a:bodyPr/>
        <a:lstStyle/>
        <a:p>
          <a:endParaRPr lang="pt-BR"/>
        </a:p>
      </dgm:t>
    </dgm:pt>
    <dgm:pt modelId="{09CE751D-847B-4D45-9A53-EA873068AEE9}" type="sibTrans" cxnId="{57DA241B-F20F-4B93-9909-EDFB753259BE}">
      <dgm:prSet/>
      <dgm:spPr/>
      <dgm:t>
        <a:bodyPr/>
        <a:lstStyle/>
        <a:p>
          <a:endParaRPr lang="pt-BR"/>
        </a:p>
      </dgm:t>
    </dgm:pt>
    <dgm:pt modelId="{119C13D3-11C6-463F-9108-AAC9540D4453}">
      <dgm:prSet phldrT="[Texto]"/>
      <dgm:spPr/>
      <dgm:t>
        <a:bodyPr/>
        <a:lstStyle/>
        <a:p>
          <a:r>
            <a:rPr lang="en-US" dirty="0" err="1" smtClean="0"/>
            <a:t>Contatos</a:t>
          </a:r>
          <a:endParaRPr lang="pt-BR" dirty="0"/>
        </a:p>
      </dgm:t>
    </dgm:pt>
    <dgm:pt modelId="{E436C59F-D9F1-48C5-801F-BA0CBE0495E8}" type="parTrans" cxnId="{F46004BA-4A09-40EA-BE21-003EF7A16732}">
      <dgm:prSet/>
      <dgm:spPr/>
      <dgm:t>
        <a:bodyPr/>
        <a:lstStyle/>
        <a:p>
          <a:endParaRPr lang="pt-BR"/>
        </a:p>
      </dgm:t>
    </dgm:pt>
    <dgm:pt modelId="{5CF06859-B972-4B2F-9251-84C2C525D2C8}" type="sibTrans" cxnId="{F46004BA-4A09-40EA-BE21-003EF7A16732}">
      <dgm:prSet/>
      <dgm:spPr/>
      <dgm:t>
        <a:bodyPr/>
        <a:lstStyle/>
        <a:p>
          <a:endParaRPr lang="pt-BR"/>
        </a:p>
      </dgm:t>
    </dgm:pt>
    <dgm:pt modelId="{BB6010C5-214B-4135-8C6C-CC8B35A71362}">
      <dgm:prSet phldrT="[Texto]"/>
      <dgm:spPr/>
      <dgm:t>
        <a:bodyPr/>
        <a:lstStyle/>
        <a:p>
          <a:r>
            <a:rPr lang="en-US" dirty="0" err="1" smtClean="0"/>
            <a:t>Vendas</a:t>
          </a:r>
          <a:endParaRPr lang="pt-BR" dirty="0"/>
        </a:p>
      </dgm:t>
    </dgm:pt>
    <dgm:pt modelId="{839E1227-DD4B-4EAB-AA2E-6D30E94F46C4}" type="parTrans" cxnId="{3C7C1D94-3EAD-4286-ABDB-F988D1FC08CE}">
      <dgm:prSet/>
      <dgm:spPr/>
      <dgm:t>
        <a:bodyPr/>
        <a:lstStyle/>
        <a:p>
          <a:endParaRPr lang="pt-BR"/>
        </a:p>
      </dgm:t>
    </dgm:pt>
    <dgm:pt modelId="{DDCBBCE4-20FF-4A26-ADA0-32EDF7382392}" type="sibTrans" cxnId="{3C7C1D94-3EAD-4286-ABDB-F988D1FC08CE}">
      <dgm:prSet/>
      <dgm:spPr/>
      <dgm:t>
        <a:bodyPr/>
        <a:lstStyle/>
        <a:p>
          <a:endParaRPr lang="pt-BR"/>
        </a:p>
      </dgm:t>
    </dgm:pt>
    <dgm:pt modelId="{56BF1E38-9347-4C3B-A4AE-205AFBB2FB8F}" type="pres">
      <dgm:prSet presAssocID="{5D5EEB19-2F1D-4273-9D2D-D8CB9CD6933C}" presName="Name0" presStyleCnt="0">
        <dgm:presLayoutVars>
          <dgm:chMax val="1"/>
          <dgm:chPref val="1"/>
        </dgm:presLayoutVars>
      </dgm:prSet>
      <dgm:spPr/>
      <dgm:t>
        <a:bodyPr/>
        <a:lstStyle/>
        <a:p>
          <a:endParaRPr lang="pt-BR"/>
        </a:p>
      </dgm:t>
    </dgm:pt>
    <dgm:pt modelId="{7C153A07-AEE2-402F-8600-BC55F07694EE}" type="pres">
      <dgm:prSet presAssocID="{51814F61-811D-4B26-AB82-8F0CF914799F}" presName="Parent" presStyleLbl="node0" presStyleIdx="0" presStyleCnt="1" custLinFactNeighborX="-7622">
        <dgm:presLayoutVars>
          <dgm:chMax val="5"/>
          <dgm:chPref val="5"/>
        </dgm:presLayoutVars>
      </dgm:prSet>
      <dgm:spPr/>
      <dgm:t>
        <a:bodyPr/>
        <a:lstStyle/>
        <a:p>
          <a:endParaRPr lang="pt-BR"/>
        </a:p>
      </dgm:t>
    </dgm:pt>
    <dgm:pt modelId="{D1F3F777-DCA6-4794-AA75-660FE023DD88}" type="pres">
      <dgm:prSet presAssocID="{51814F61-811D-4B26-AB82-8F0CF914799F}" presName="Accent1" presStyleLbl="node1" presStyleIdx="0" presStyleCnt="13"/>
      <dgm:spPr/>
    </dgm:pt>
    <dgm:pt modelId="{50B672E2-99D7-4A40-BD8A-3EC13AE2A65A}" type="pres">
      <dgm:prSet presAssocID="{51814F61-811D-4B26-AB82-8F0CF914799F}" presName="Accent2" presStyleLbl="node1" presStyleIdx="1" presStyleCnt="13"/>
      <dgm:spPr/>
    </dgm:pt>
    <dgm:pt modelId="{F4C9751C-00EE-44DE-B55B-8105C7DF1A9E}" type="pres">
      <dgm:prSet presAssocID="{51814F61-811D-4B26-AB82-8F0CF914799F}" presName="Accent3" presStyleLbl="node1" presStyleIdx="2" presStyleCnt="13" custLinFactX="-154806" custLinFactY="125296" custLinFactNeighborX="-200000" custLinFactNeighborY="200000"/>
      <dgm:spPr/>
    </dgm:pt>
    <dgm:pt modelId="{5909883D-29FA-42DC-8836-BF3DF57189A4}" type="pres">
      <dgm:prSet presAssocID="{51814F61-811D-4B26-AB82-8F0CF914799F}" presName="Accent4" presStyleLbl="node1" presStyleIdx="3" presStyleCnt="13"/>
      <dgm:spPr/>
    </dgm:pt>
    <dgm:pt modelId="{C6C7B732-7CB6-44C0-8217-3FE0CFE90E48}" type="pres">
      <dgm:prSet presAssocID="{51814F61-811D-4B26-AB82-8F0CF914799F}" presName="Accent5" presStyleLbl="node1" presStyleIdx="4" presStyleCnt="13"/>
      <dgm:spPr/>
    </dgm:pt>
    <dgm:pt modelId="{6F27AFE5-E870-4A48-A4A6-1D7E4E4788E1}" type="pres">
      <dgm:prSet presAssocID="{51814F61-811D-4B26-AB82-8F0CF914799F}" presName="Accent6" presStyleLbl="node1" presStyleIdx="5" presStyleCnt="13" custLinFactX="-100000" custLinFactNeighborX="-135486"/>
      <dgm:spPr/>
    </dgm:pt>
    <dgm:pt modelId="{6EDDFB5A-D902-4688-A378-E6EC3942A07E}" type="pres">
      <dgm:prSet presAssocID="{119C13D3-11C6-463F-9108-AAC9540D4453}" presName="Child1" presStyleLbl="node1" presStyleIdx="6" presStyleCnt="13" custLinFactNeighborY="-24815">
        <dgm:presLayoutVars>
          <dgm:chMax val="0"/>
          <dgm:chPref val="0"/>
        </dgm:presLayoutVars>
      </dgm:prSet>
      <dgm:spPr/>
      <dgm:t>
        <a:bodyPr/>
        <a:lstStyle/>
        <a:p>
          <a:endParaRPr lang="pt-BR"/>
        </a:p>
      </dgm:t>
    </dgm:pt>
    <dgm:pt modelId="{C406CCD1-5D2A-4D3A-8E05-B18EA05D9221}" type="pres">
      <dgm:prSet presAssocID="{119C13D3-11C6-463F-9108-AAC9540D4453}" presName="Accent7" presStyleCnt="0"/>
      <dgm:spPr/>
    </dgm:pt>
    <dgm:pt modelId="{A117DF27-87F9-4884-AE33-80D19A905F59}" type="pres">
      <dgm:prSet presAssocID="{119C13D3-11C6-463F-9108-AAC9540D4453}" presName="AccentHold1" presStyleLbl="node1" presStyleIdx="7" presStyleCnt="13"/>
      <dgm:spPr/>
    </dgm:pt>
    <dgm:pt modelId="{65A73F34-BED9-4E92-BB10-E92C7EB8A343}" type="pres">
      <dgm:prSet presAssocID="{119C13D3-11C6-463F-9108-AAC9540D4453}" presName="Accent8" presStyleCnt="0"/>
      <dgm:spPr/>
    </dgm:pt>
    <dgm:pt modelId="{D32FF478-2CC5-4F6D-9F86-891FAD8607F7}" type="pres">
      <dgm:prSet presAssocID="{119C13D3-11C6-463F-9108-AAC9540D4453}" presName="AccentHold2" presStyleLbl="node1" presStyleIdx="8" presStyleCnt="13"/>
      <dgm:spPr/>
    </dgm:pt>
    <dgm:pt modelId="{F7B3FAE0-EF56-483A-9884-D3B9A9B95F96}" type="pres">
      <dgm:prSet presAssocID="{BB6010C5-214B-4135-8C6C-CC8B35A71362}" presName="Child2" presStyleLbl="node1" presStyleIdx="9" presStyleCnt="13" custLinFactY="28827" custLinFactNeighborX="-74049" custLinFactNeighborY="100000">
        <dgm:presLayoutVars>
          <dgm:chMax val="0"/>
          <dgm:chPref val="0"/>
        </dgm:presLayoutVars>
      </dgm:prSet>
      <dgm:spPr/>
      <dgm:t>
        <a:bodyPr/>
        <a:lstStyle/>
        <a:p>
          <a:endParaRPr lang="pt-BR"/>
        </a:p>
      </dgm:t>
    </dgm:pt>
    <dgm:pt modelId="{CD3D9D20-6E37-4B51-8024-2D785092B3E9}" type="pres">
      <dgm:prSet presAssocID="{BB6010C5-214B-4135-8C6C-CC8B35A71362}" presName="Accent9" presStyleCnt="0"/>
      <dgm:spPr/>
    </dgm:pt>
    <dgm:pt modelId="{32C9CB96-6F4A-4761-B25C-0622E5785E60}" type="pres">
      <dgm:prSet presAssocID="{BB6010C5-214B-4135-8C6C-CC8B35A71362}" presName="AccentHold1" presStyleLbl="node1" presStyleIdx="10" presStyleCnt="13" custLinFactX="-61565" custLinFactNeighborX="-100000" custLinFactNeighborY="-37360"/>
      <dgm:spPr/>
    </dgm:pt>
    <dgm:pt modelId="{42CFE24E-BCC2-47A8-9855-2123A5F33D91}" type="pres">
      <dgm:prSet presAssocID="{BB6010C5-214B-4135-8C6C-CC8B35A71362}" presName="Accent10" presStyleCnt="0"/>
      <dgm:spPr/>
    </dgm:pt>
    <dgm:pt modelId="{2A1E5FF3-7617-4A86-9400-D61651CCCF31}" type="pres">
      <dgm:prSet presAssocID="{BB6010C5-214B-4135-8C6C-CC8B35A71362}" presName="AccentHold2" presStyleLbl="node1" presStyleIdx="11" presStyleCnt="13"/>
      <dgm:spPr/>
    </dgm:pt>
    <dgm:pt modelId="{BD063472-B0CD-4837-8A21-9E51CA555169}" type="pres">
      <dgm:prSet presAssocID="{BB6010C5-214B-4135-8C6C-CC8B35A71362}" presName="Accent11" presStyleCnt="0"/>
      <dgm:spPr/>
    </dgm:pt>
    <dgm:pt modelId="{CFFF3051-66A0-402F-B5BE-E2792295D96E}" type="pres">
      <dgm:prSet presAssocID="{BB6010C5-214B-4135-8C6C-CC8B35A71362}" presName="AccentHold3" presStyleLbl="node1" presStyleIdx="12" presStyleCnt="13"/>
      <dgm:spPr/>
    </dgm:pt>
  </dgm:ptLst>
  <dgm:cxnLst>
    <dgm:cxn modelId="{140217C7-99DD-4C87-8703-0758C58C8FBE}" type="presOf" srcId="{5D5EEB19-2F1D-4273-9D2D-D8CB9CD6933C}" destId="{56BF1E38-9347-4C3B-A4AE-205AFBB2FB8F}" srcOrd="0" destOrd="0" presId="urn:microsoft.com/office/officeart/2009/3/layout/CircleRelationship"/>
    <dgm:cxn modelId="{EDDED362-AA63-406E-BADE-D6BE9BAA9797}" type="presOf" srcId="{BB6010C5-214B-4135-8C6C-CC8B35A71362}" destId="{F7B3FAE0-EF56-483A-9884-D3B9A9B95F96}" srcOrd="0" destOrd="0" presId="urn:microsoft.com/office/officeart/2009/3/layout/CircleRelationship"/>
    <dgm:cxn modelId="{57DA241B-F20F-4B93-9909-EDFB753259BE}" srcId="{5D5EEB19-2F1D-4273-9D2D-D8CB9CD6933C}" destId="{51814F61-811D-4B26-AB82-8F0CF914799F}" srcOrd="0" destOrd="0" parTransId="{AF6A8DB9-84DB-4C3C-9412-89E966849665}" sibTransId="{09CE751D-847B-4D45-9A53-EA873068AEE9}"/>
    <dgm:cxn modelId="{3C7C1D94-3EAD-4286-ABDB-F988D1FC08CE}" srcId="{51814F61-811D-4B26-AB82-8F0CF914799F}" destId="{BB6010C5-214B-4135-8C6C-CC8B35A71362}" srcOrd="1" destOrd="0" parTransId="{839E1227-DD4B-4EAB-AA2E-6D30E94F46C4}" sibTransId="{DDCBBCE4-20FF-4A26-ADA0-32EDF7382392}"/>
    <dgm:cxn modelId="{BC18B272-4C1A-4247-9592-5DAEE6FB73CC}" type="presOf" srcId="{119C13D3-11C6-463F-9108-AAC9540D4453}" destId="{6EDDFB5A-D902-4688-A378-E6EC3942A07E}" srcOrd="0" destOrd="0" presId="urn:microsoft.com/office/officeart/2009/3/layout/CircleRelationship"/>
    <dgm:cxn modelId="{F46004BA-4A09-40EA-BE21-003EF7A16732}" srcId="{51814F61-811D-4B26-AB82-8F0CF914799F}" destId="{119C13D3-11C6-463F-9108-AAC9540D4453}" srcOrd="0" destOrd="0" parTransId="{E436C59F-D9F1-48C5-801F-BA0CBE0495E8}" sibTransId="{5CF06859-B972-4B2F-9251-84C2C525D2C8}"/>
    <dgm:cxn modelId="{E7C9267D-1513-47EF-8686-374C8C57A01E}" type="presOf" srcId="{51814F61-811D-4B26-AB82-8F0CF914799F}" destId="{7C153A07-AEE2-402F-8600-BC55F07694EE}" srcOrd="0" destOrd="0" presId="urn:microsoft.com/office/officeart/2009/3/layout/CircleRelationship"/>
    <dgm:cxn modelId="{7119086F-42D4-4AD6-81E4-383D290014C2}" type="presParOf" srcId="{56BF1E38-9347-4C3B-A4AE-205AFBB2FB8F}" destId="{7C153A07-AEE2-402F-8600-BC55F07694EE}" srcOrd="0" destOrd="0" presId="urn:microsoft.com/office/officeart/2009/3/layout/CircleRelationship"/>
    <dgm:cxn modelId="{B48C7663-12E5-4C0F-833A-3543156F842C}" type="presParOf" srcId="{56BF1E38-9347-4C3B-A4AE-205AFBB2FB8F}" destId="{D1F3F777-DCA6-4794-AA75-660FE023DD88}" srcOrd="1" destOrd="0" presId="urn:microsoft.com/office/officeart/2009/3/layout/CircleRelationship"/>
    <dgm:cxn modelId="{18AF7E6C-A475-4746-B3AB-DE52240AE86C}" type="presParOf" srcId="{56BF1E38-9347-4C3B-A4AE-205AFBB2FB8F}" destId="{50B672E2-99D7-4A40-BD8A-3EC13AE2A65A}" srcOrd="2" destOrd="0" presId="urn:microsoft.com/office/officeart/2009/3/layout/CircleRelationship"/>
    <dgm:cxn modelId="{FEC95897-086E-4A85-AAF3-60F360DC5826}" type="presParOf" srcId="{56BF1E38-9347-4C3B-A4AE-205AFBB2FB8F}" destId="{F4C9751C-00EE-44DE-B55B-8105C7DF1A9E}" srcOrd="3" destOrd="0" presId="urn:microsoft.com/office/officeart/2009/3/layout/CircleRelationship"/>
    <dgm:cxn modelId="{70DAC2D1-2B44-4161-AFE7-8E420D960375}" type="presParOf" srcId="{56BF1E38-9347-4C3B-A4AE-205AFBB2FB8F}" destId="{5909883D-29FA-42DC-8836-BF3DF57189A4}" srcOrd="4" destOrd="0" presId="urn:microsoft.com/office/officeart/2009/3/layout/CircleRelationship"/>
    <dgm:cxn modelId="{00538EE6-A77D-4F03-A246-38B4B7168A67}" type="presParOf" srcId="{56BF1E38-9347-4C3B-A4AE-205AFBB2FB8F}" destId="{C6C7B732-7CB6-44C0-8217-3FE0CFE90E48}" srcOrd="5" destOrd="0" presId="urn:microsoft.com/office/officeart/2009/3/layout/CircleRelationship"/>
    <dgm:cxn modelId="{7FDA5A11-3CEC-4F84-85B7-E09BF24240AB}" type="presParOf" srcId="{56BF1E38-9347-4C3B-A4AE-205AFBB2FB8F}" destId="{6F27AFE5-E870-4A48-A4A6-1D7E4E4788E1}" srcOrd="6" destOrd="0" presId="urn:microsoft.com/office/officeart/2009/3/layout/CircleRelationship"/>
    <dgm:cxn modelId="{B52E3E9F-758B-4434-9D43-5E875B0F93CD}" type="presParOf" srcId="{56BF1E38-9347-4C3B-A4AE-205AFBB2FB8F}" destId="{6EDDFB5A-D902-4688-A378-E6EC3942A07E}" srcOrd="7" destOrd="0" presId="urn:microsoft.com/office/officeart/2009/3/layout/CircleRelationship"/>
    <dgm:cxn modelId="{74CF1F53-A0A9-47E8-8A77-194ED00C47F6}" type="presParOf" srcId="{56BF1E38-9347-4C3B-A4AE-205AFBB2FB8F}" destId="{C406CCD1-5D2A-4D3A-8E05-B18EA05D9221}" srcOrd="8" destOrd="0" presId="urn:microsoft.com/office/officeart/2009/3/layout/CircleRelationship"/>
    <dgm:cxn modelId="{B15F3CBF-37FC-403B-94C6-EBB4BCE3ACF6}" type="presParOf" srcId="{C406CCD1-5D2A-4D3A-8E05-B18EA05D9221}" destId="{A117DF27-87F9-4884-AE33-80D19A905F59}" srcOrd="0" destOrd="0" presId="urn:microsoft.com/office/officeart/2009/3/layout/CircleRelationship"/>
    <dgm:cxn modelId="{33982719-B2C3-4845-A544-9B51E3EC5B40}" type="presParOf" srcId="{56BF1E38-9347-4C3B-A4AE-205AFBB2FB8F}" destId="{65A73F34-BED9-4E92-BB10-E92C7EB8A343}" srcOrd="9" destOrd="0" presId="urn:microsoft.com/office/officeart/2009/3/layout/CircleRelationship"/>
    <dgm:cxn modelId="{CB05CD9C-8B28-4477-9C24-DCA432C86274}" type="presParOf" srcId="{65A73F34-BED9-4E92-BB10-E92C7EB8A343}" destId="{D32FF478-2CC5-4F6D-9F86-891FAD8607F7}" srcOrd="0" destOrd="0" presId="urn:microsoft.com/office/officeart/2009/3/layout/CircleRelationship"/>
    <dgm:cxn modelId="{5D251DE3-F61A-4C2C-80A1-34CCE650D3A0}" type="presParOf" srcId="{56BF1E38-9347-4C3B-A4AE-205AFBB2FB8F}" destId="{F7B3FAE0-EF56-483A-9884-D3B9A9B95F96}" srcOrd="10" destOrd="0" presId="urn:microsoft.com/office/officeart/2009/3/layout/CircleRelationship"/>
    <dgm:cxn modelId="{D22D6A94-4798-4FDB-9B8D-CC4C82C90992}" type="presParOf" srcId="{56BF1E38-9347-4C3B-A4AE-205AFBB2FB8F}" destId="{CD3D9D20-6E37-4B51-8024-2D785092B3E9}" srcOrd="11" destOrd="0" presId="urn:microsoft.com/office/officeart/2009/3/layout/CircleRelationship"/>
    <dgm:cxn modelId="{7BECD866-A726-4250-8F22-B84B5718262A}" type="presParOf" srcId="{CD3D9D20-6E37-4B51-8024-2D785092B3E9}" destId="{32C9CB96-6F4A-4761-B25C-0622E5785E60}" srcOrd="0" destOrd="0" presId="urn:microsoft.com/office/officeart/2009/3/layout/CircleRelationship"/>
    <dgm:cxn modelId="{2BB9D78A-AA84-4131-9C96-F199FAE5634A}" type="presParOf" srcId="{56BF1E38-9347-4C3B-A4AE-205AFBB2FB8F}" destId="{42CFE24E-BCC2-47A8-9855-2123A5F33D91}" srcOrd="12" destOrd="0" presId="urn:microsoft.com/office/officeart/2009/3/layout/CircleRelationship"/>
    <dgm:cxn modelId="{2D1D8473-06A7-4C1B-8371-16C16AE2D792}" type="presParOf" srcId="{42CFE24E-BCC2-47A8-9855-2123A5F33D91}" destId="{2A1E5FF3-7617-4A86-9400-D61651CCCF31}" srcOrd="0" destOrd="0" presId="urn:microsoft.com/office/officeart/2009/3/layout/CircleRelationship"/>
    <dgm:cxn modelId="{A929AFBA-ECD8-4EBF-8F0A-7BB9A43E799F}" type="presParOf" srcId="{56BF1E38-9347-4C3B-A4AE-205AFBB2FB8F}" destId="{BD063472-B0CD-4837-8A21-9E51CA555169}" srcOrd="13" destOrd="0" presId="urn:microsoft.com/office/officeart/2009/3/layout/CircleRelationship"/>
    <dgm:cxn modelId="{FA647066-610C-414D-BA4E-26954D87714A}" type="presParOf" srcId="{BD063472-B0CD-4837-8A21-9E51CA555169}" destId="{CFFF3051-66A0-402F-B5BE-E2792295D96E}" srcOrd="0" destOrd="0" presId="urn:microsoft.com/office/officeart/2009/3/layout/CircleRelationship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A8AE72D-42D1-4002-9D6D-6DADB7AF8040}" type="doc">
      <dgm:prSet loTypeId="urn:microsoft.com/office/officeart/2005/8/layout/equation2" loCatId="relationship" qsTypeId="urn:microsoft.com/office/officeart/2005/8/quickstyle/3d4" qsCatId="3D" csTypeId="urn:microsoft.com/office/officeart/2005/8/colors/colorful2" csCatId="colorful" phldr="1"/>
      <dgm:spPr/>
    </dgm:pt>
    <dgm:pt modelId="{5265790C-A945-4073-A68B-2800B4021C10}">
      <dgm:prSet phldrT="[Texto]"/>
      <dgm:spPr/>
      <dgm:t>
        <a:bodyPr/>
        <a:lstStyle/>
        <a:p>
          <a:r>
            <a:rPr lang="en-US" dirty="0" err="1" smtClean="0"/>
            <a:t>Gogle</a:t>
          </a:r>
          <a:r>
            <a:rPr lang="en-US" dirty="0" smtClean="0"/>
            <a:t> Analytics</a:t>
          </a:r>
          <a:endParaRPr lang="pt-BR" dirty="0"/>
        </a:p>
      </dgm:t>
    </dgm:pt>
    <dgm:pt modelId="{78E67EFB-EB5A-4F92-9EFD-9929E4EAF82B}" type="parTrans" cxnId="{ACA3A86A-3401-41BD-AFE5-52E14C80BA2E}">
      <dgm:prSet/>
      <dgm:spPr/>
      <dgm:t>
        <a:bodyPr/>
        <a:lstStyle/>
        <a:p>
          <a:endParaRPr lang="pt-BR"/>
        </a:p>
      </dgm:t>
    </dgm:pt>
    <dgm:pt modelId="{ECADE7FA-5614-4D71-825A-D5081670E65F}" type="sibTrans" cxnId="{ACA3A86A-3401-41BD-AFE5-52E14C80BA2E}">
      <dgm:prSet/>
      <dgm:spPr/>
      <dgm:t>
        <a:bodyPr/>
        <a:lstStyle/>
        <a:p>
          <a:endParaRPr lang="pt-BR"/>
        </a:p>
      </dgm:t>
    </dgm:pt>
    <dgm:pt modelId="{A8FA3FEB-24CB-41C6-A290-8F836BF7F4E5}">
      <dgm:prSet phldrT="[Texto]"/>
      <dgm:spPr/>
      <dgm:t>
        <a:bodyPr/>
        <a:lstStyle/>
        <a:p>
          <a:r>
            <a:rPr lang="en-US" dirty="0" smtClean="0"/>
            <a:t>Google Adwords</a:t>
          </a:r>
          <a:endParaRPr lang="pt-BR" dirty="0"/>
        </a:p>
      </dgm:t>
    </dgm:pt>
    <dgm:pt modelId="{E5EED8D0-33CC-4C22-84BC-0F0A9134A0B4}" type="parTrans" cxnId="{25E197DB-826E-440E-86E4-15F1F3136846}">
      <dgm:prSet/>
      <dgm:spPr/>
      <dgm:t>
        <a:bodyPr/>
        <a:lstStyle/>
        <a:p>
          <a:endParaRPr lang="pt-BR"/>
        </a:p>
      </dgm:t>
    </dgm:pt>
    <dgm:pt modelId="{800F22DE-B0A0-496C-8EEE-2A78E46C2838}" type="sibTrans" cxnId="{25E197DB-826E-440E-86E4-15F1F3136846}">
      <dgm:prSet/>
      <dgm:spPr/>
      <dgm:t>
        <a:bodyPr/>
        <a:lstStyle/>
        <a:p>
          <a:endParaRPr lang="pt-BR"/>
        </a:p>
      </dgm:t>
    </dgm:pt>
    <dgm:pt modelId="{1937C481-51CD-4FB7-94CF-EAE0B27C0234}">
      <dgm:prSet phldrT="[Texto]"/>
      <dgm:spPr/>
      <dgm:t>
        <a:bodyPr/>
        <a:lstStyle/>
        <a:p>
          <a:r>
            <a:rPr lang="en-US" dirty="0" err="1" smtClean="0"/>
            <a:t>Unificação</a:t>
          </a:r>
          <a:r>
            <a:rPr lang="en-US" dirty="0" smtClean="0"/>
            <a:t> de dados para </a:t>
          </a:r>
          <a:r>
            <a:rPr lang="en-US" dirty="0" err="1" smtClean="0"/>
            <a:t>relatório</a:t>
          </a:r>
          <a:r>
            <a:rPr lang="en-US" dirty="0" smtClean="0"/>
            <a:t> e </a:t>
          </a:r>
          <a:r>
            <a:rPr lang="en-US" dirty="0" err="1" smtClean="0"/>
            <a:t>analises</a:t>
          </a:r>
          <a:endParaRPr lang="pt-BR" dirty="0"/>
        </a:p>
      </dgm:t>
    </dgm:pt>
    <dgm:pt modelId="{1EB17A72-1198-4B9E-BF49-F5510ACEDF9D}" type="parTrans" cxnId="{126887F5-1220-483C-8DDE-127A60E1D186}">
      <dgm:prSet/>
      <dgm:spPr/>
      <dgm:t>
        <a:bodyPr/>
        <a:lstStyle/>
        <a:p>
          <a:endParaRPr lang="pt-BR"/>
        </a:p>
      </dgm:t>
    </dgm:pt>
    <dgm:pt modelId="{29CCEB9A-47EA-460F-9808-1C7FC464408A}" type="sibTrans" cxnId="{126887F5-1220-483C-8DDE-127A60E1D186}">
      <dgm:prSet/>
      <dgm:spPr/>
      <dgm:t>
        <a:bodyPr/>
        <a:lstStyle/>
        <a:p>
          <a:endParaRPr lang="pt-BR"/>
        </a:p>
      </dgm:t>
    </dgm:pt>
    <dgm:pt modelId="{5D34C3EF-D92B-432C-A0E4-9C8215352246}">
      <dgm:prSet/>
      <dgm:spPr/>
      <dgm:t>
        <a:bodyPr/>
        <a:lstStyle/>
        <a:p>
          <a:r>
            <a:rPr lang="en-US" dirty="0" smtClean="0"/>
            <a:t>Webmasters Tools</a:t>
          </a:r>
          <a:endParaRPr lang="pt-BR" dirty="0"/>
        </a:p>
      </dgm:t>
    </dgm:pt>
    <dgm:pt modelId="{91CAC232-430A-4F3D-BD70-8CB26159F70F}" type="parTrans" cxnId="{C126E0C0-99DC-43C4-AF8E-D6E2875B58E6}">
      <dgm:prSet/>
      <dgm:spPr/>
      <dgm:t>
        <a:bodyPr/>
        <a:lstStyle/>
        <a:p>
          <a:endParaRPr lang="pt-BR"/>
        </a:p>
      </dgm:t>
    </dgm:pt>
    <dgm:pt modelId="{C33A91F0-CFFA-40DF-99F6-62E95D89B65A}" type="sibTrans" cxnId="{C126E0C0-99DC-43C4-AF8E-D6E2875B58E6}">
      <dgm:prSet/>
      <dgm:spPr/>
      <dgm:t>
        <a:bodyPr/>
        <a:lstStyle/>
        <a:p>
          <a:endParaRPr lang="pt-BR"/>
        </a:p>
      </dgm:t>
    </dgm:pt>
    <dgm:pt modelId="{8D48703F-6C40-4FE4-830A-D81F8BE7C71E}" type="pres">
      <dgm:prSet presAssocID="{AA8AE72D-42D1-4002-9D6D-6DADB7AF8040}" presName="Name0" presStyleCnt="0">
        <dgm:presLayoutVars>
          <dgm:dir/>
          <dgm:resizeHandles val="exact"/>
        </dgm:presLayoutVars>
      </dgm:prSet>
      <dgm:spPr/>
    </dgm:pt>
    <dgm:pt modelId="{D14B160F-8D4D-4F95-A3BB-3F61AC5C5BE5}" type="pres">
      <dgm:prSet presAssocID="{AA8AE72D-42D1-4002-9D6D-6DADB7AF8040}" presName="vNodes" presStyleCnt="0"/>
      <dgm:spPr/>
    </dgm:pt>
    <dgm:pt modelId="{F833F6D2-B63A-4DA9-A622-B5011C5A448D}" type="pres">
      <dgm:prSet presAssocID="{5265790C-A945-4073-A68B-2800B4021C10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9FAD3881-EE9E-47AB-8652-BE7590742450}" type="pres">
      <dgm:prSet presAssocID="{ECADE7FA-5614-4D71-825A-D5081670E65F}" presName="spacerT" presStyleCnt="0"/>
      <dgm:spPr/>
    </dgm:pt>
    <dgm:pt modelId="{0A85B633-897F-418D-9A01-A6964171B054}" type="pres">
      <dgm:prSet presAssocID="{ECADE7FA-5614-4D71-825A-D5081670E65F}" presName="sibTrans" presStyleLbl="sibTrans2D1" presStyleIdx="0" presStyleCnt="3"/>
      <dgm:spPr/>
      <dgm:t>
        <a:bodyPr/>
        <a:lstStyle/>
        <a:p>
          <a:endParaRPr lang="pt-BR"/>
        </a:p>
      </dgm:t>
    </dgm:pt>
    <dgm:pt modelId="{EA05D717-D0FD-47B1-8D71-26A18E726A16}" type="pres">
      <dgm:prSet presAssocID="{ECADE7FA-5614-4D71-825A-D5081670E65F}" presName="spacerB" presStyleCnt="0"/>
      <dgm:spPr/>
    </dgm:pt>
    <dgm:pt modelId="{17F5B6FD-3799-43DE-ABA4-06F7DF24F89E}" type="pres">
      <dgm:prSet presAssocID="{A8FA3FEB-24CB-41C6-A290-8F836BF7F4E5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240C335E-8DFA-4C89-8B28-6CA929CC1E4C}" type="pres">
      <dgm:prSet presAssocID="{800F22DE-B0A0-496C-8EEE-2A78E46C2838}" presName="spacerT" presStyleCnt="0"/>
      <dgm:spPr/>
    </dgm:pt>
    <dgm:pt modelId="{EAD88A3A-71CE-49A2-83CC-ABB12082EC02}" type="pres">
      <dgm:prSet presAssocID="{800F22DE-B0A0-496C-8EEE-2A78E46C2838}" presName="sibTrans" presStyleLbl="sibTrans2D1" presStyleIdx="1" presStyleCnt="3"/>
      <dgm:spPr/>
      <dgm:t>
        <a:bodyPr/>
        <a:lstStyle/>
        <a:p>
          <a:endParaRPr lang="pt-BR"/>
        </a:p>
      </dgm:t>
    </dgm:pt>
    <dgm:pt modelId="{D0FEE56A-C412-4104-B1CB-1496E80FE8A1}" type="pres">
      <dgm:prSet presAssocID="{800F22DE-B0A0-496C-8EEE-2A78E46C2838}" presName="spacerB" presStyleCnt="0"/>
      <dgm:spPr/>
    </dgm:pt>
    <dgm:pt modelId="{C41B1942-B139-43B7-90D1-BF26CF565997}" type="pres">
      <dgm:prSet presAssocID="{5D34C3EF-D92B-432C-A0E4-9C8215352246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B38C6220-E02D-4713-94C0-DE12605F3C5B}" type="pres">
      <dgm:prSet presAssocID="{AA8AE72D-42D1-4002-9D6D-6DADB7AF8040}" presName="sibTransLast" presStyleLbl="sibTrans2D1" presStyleIdx="2" presStyleCnt="3"/>
      <dgm:spPr/>
      <dgm:t>
        <a:bodyPr/>
        <a:lstStyle/>
        <a:p>
          <a:endParaRPr lang="pt-BR"/>
        </a:p>
      </dgm:t>
    </dgm:pt>
    <dgm:pt modelId="{D2E4B512-C443-4DE2-A7E2-EDF16BBB074A}" type="pres">
      <dgm:prSet presAssocID="{AA8AE72D-42D1-4002-9D6D-6DADB7AF8040}" presName="connectorText" presStyleLbl="sibTrans2D1" presStyleIdx="2" presStyleCnt="3"/>
      <dgm:spPr/>
      <dgm:t>
        <a:bodyPr/>
        <a:lstStyle/>
        <a:p>
          <a:endParaRPr lang="pt-BR"/>
        </a:p>
      </dgm:t>
    </dgm:pt>
    <dgm:pt modelId="{DF1D4C06-2E7F-4E9A-BE5A-2B84AD3831B4}" type="pres">
      <dgm:prSet presAssocID="{AA8AE72D-42D1-4002-9D6D-6DADB7AF8040}" presName="last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25E197DB-826E-440E-86E4-15F1F3136846}" srcId="{AA8AE72D-42D1-4002-9D6D-6DADB7AF8040}" destId="{A8FA3FEB-24CB-41C6-A290-8F836BF7F4E5}" srcOrd="1" destOrd="0" parTransId="{E5EED8D0-33CC-4C22-84BC-0F0A9134A0B4}" sibTransId="{800F22DE-B0A0-496C-8EEE-2A78E46C2838}"/>
    <dgm:cxn modelId="{7844CC1D-4888-432D-B923-406C3F73B6C5}" type="presOf" srcId="{800F22DE-B0A0-496C-8EEE-2A78E46C2838}" destId="{EAD88A3A-71CE-49A2-83CC-ABB12082EC02}" srcOrd="0" destOrd="0" presId="urn:microsoft.com/office/officeart/2005/8/layout/equation2"/>
    <dgm:cxn modelId="{FC26E737-C899-419F-BA9E-2AAA12155749}" type="presOf" srcId="{5D34C3EF-D92B-432C-A0E4-9C8215352246}" destId="{C41B1942-B139-43B7-90D1-BF26CF565997}" srcOrd="0" destOrd="0" presId="urn:microsoft.com/office/officeart/2005/8/layout/equation2"/>
    <dgm:cxn modelId="{D775B77C-6BBC-44D6-98FD-80448910AFC4}" type="presOf" srcId="{AA8AE72D-42D1-4002-9D6D-6DADB7AF8040}" destId="{8D48703F-6C40-4FE4-830A-D81F8BE7C71E}" srcOrd="0" destOrd="0" presId="urn:microsoft.com/office/officeart/2005/8/layout/equation2"/>
    <dgm:cxn modelId="{0A62308B-58B3-4054-A4F4-DA46E2F7C182}" type="presOf" srcId="{ECADE7FA-5614-4D71-825A-D5081670E65F}" destId="{0A85B633-897F-418D-9A01-A6964171B054}" srcOrd="0" destOrd="0" presId="urn:microsoft.com/office/officeart/2005/8/layout/equation2"/>
    <dgm:cxn modelId="{64A9091C-E1C7-43BE-9823-0F23D49F08A2}" type="presOf" srcId="{A8FA3FEB-24CB-41C6-A290-8F836BF7F4E5}" destId="{17F5B6FD-3799-43DE-ABA4-06F7DF24F89E}" srcOrd="0" destOrd="0" presId="urn:microsoft.com/office/officeart/2005/8/layout/equation2"/>
    <dgm:cxn modelId="{F097058B-B342-42C0-9950-EF4B784BD95D}" type="presOf" srcId="{5265790C-A945-4073-A68B-2800B4021C10}" destId="{F833F6D2-B63A-4DA9-A622-B5011C5A448D}" srcOrd="0" destOrd="0" presId="urn:microsoft.com/office/officeart/2005/8/layout/equation2"/>
    <dgm:cxn modelId="{B59DDEA5-7C31-4D56-8EEB-6E05E5D06677}" type="presOf" srcId="{C33A91F0-CFFA-40DF-99F6-62E95D89B65A}" destId="{D2E4B512-C443-4DE2-A7E2-EDF16BBB074A}" srcOrd="1" destOrd="0" presId="urn:microsoft.com/office/officeart/2005/8/layout/equation2"/>
    <dgm:cxn modelId="{F980613F-2510-4BCC-9349-681ABB78D92E}" type="presOf" srcId="{C33A91F0-CFFA-40DF-99F6-62E95D89B65A}" destId="{B38C6220-E02D-4713-94C0-DE12605F3C5B}" srcOrd="0" destOrd="0" presId="urn:microsoft.com/office/officeart/2005/8/layout/equation2"/>
    <dgm:cxn modelId="{34FB6747-53DA-4DBE-9D4B-B426B04AFAD6}" type="presOf" srcId="{1937C481-51CD-4FB7-94CF-EAE0B27C0234}" destId="{DF1D4C06-2E7F-4E9A-BE5A-2B84AD3831B4}" srcOrd="0" destOrd="0" presId="urn:microsoft.com/office/officeart/2005/8/layout/equation2"/>
    <dgm:cxn modelId="{C126E0C0-99DC-43C4-AF8E-D6E2875B58E6}" srcId="{AA8AE72D-42D1-4002-9D6D-6DADB7AF8040}" destId="{5D34C3EF-D92B-432C-A0E4-9C8215352246}" srcOrd="2" destOrd="0" parTransId="{91CAC232-430A-4F3D-BD70-8CB26159F70F}" sibTransId="{C33A91F0-CFFA-40DF-99F6-62E95D89B65A}"/>
    <dgm:cxn modelId="{126887F5-1220-483C-8DDE-127A60E1D186}" srcId="{AA8AE72D-42D1-4002-9D6D-6DADB7AF8040}" destId="{1937C481-51CD-4FB7-94CF-EAE0B27C0234}" srcOrd="3" destOrd="0" parTransId="{1EB17A72-1198-4B9E-BF49-F5510ACEDF9D}" sibTransId="{29CCEB9A-47EA-460F-9808-1C7FC464408A}"/>
    <dgm:cxn modelId="{ACA3A86A-3401-41BD-AFE5-52E14C80BA2E}" srcId="{AA8AE72D-42D1-4002-9D6D-6DADB7AF8040}" destId="{5265790C-A945-4073-A68B-2800B4021C10}" srcOrd="0" destOrd="0" parTransId="{78E67EFB-EB5A-4F92-9EFD-9929E4EAF82B}" sibTransId="{ECADE7FA-5614-4D71-825A-D5081670E65F}"/>
    <dgm:cxn modelId="{42BE87F6-7A1B-4AE7-8FEB-86EE84957F32}" type="presParOf" srcId="{8D48703F-6C40-4FE4-830A-D81F8BE7C71E}" destId="{D14B160F-8D4D-4F95-A3BB-3F61AC5C5BE5}" srcOrd="0" destOrd="0" presId="urn:microsoft.com/office/officeart/2005/8/layout/equation2"/>
    <dgm:cxn modelId="{949F458C-6F70-431C-A4FA-8283B95C7ACE}" type="presParOf" srcId="{D14B160F-8D4D-4F95-A3BB-3F61AC5C5BE5}" destId="{F833F6D2-B63A-4DA9-A622-B5011C5A448D}" srcOrd="0" destOrd="0" presId="urn:microsoft.com/office/officeart/2005/8/layout/equation2"/>
    <dgm:cxn modelId="{480CEAEE-BC1E-42E8-975A-64E613CA3AFD}" type="presParOf" srcId="{D14B160F-8D4D-4F95-A3BB-3F61AC5C5BE5}" destId="{9FAD3881-EE9E-47AB-8652-BE7590742450}" srcOrd="1" destOrd="0" presId="urn:microsoft.com/office/officeart/2005/8/layout/equation2"/>
    <dgm:cxn modelId="{9DB7AF74-CABD-4846-A332-0D038C89E07F}" type="presParOf" srcId="{D14B160F-8D4D-4F95-A3BB-3F61AC5C5BE5}" destId="{0A85B633-897F-418D-9A01-A6964171B054}" srcOrd="2" destOrd="0" presId="urn:microsoft.com/office/officeart/2005/8/layout/equation2"/>
    <dgm:cxn modelId="{CE0AB20A-8C1A-45B5-AF00-673350CF2A61}" type="presParOf" srcId="{D14B160F-8D4D-4F95-A3BB-3F61AC5C5BE5}" destId="{EA05D717-D0FD-47B1-8D71-26A18E726A16}" srcOrd="3" destOrd="0" presId="urn:microsoft.com/office/officeart/2005/8/layout/equation2"/>
    <dgm:cxn modelId="{7B89BF7F-F0EB-45E0-8070-3CEFF0099439}" type="presParOf" srcId="{D14B160F-8D4D-4F95-A3BB-3F61AC5C5BE5}" destId="{17F5B6FD-3799-43DE-ABA4-06F7DF24F89E}" srcOrd="4" destOrd="0" presId="urn:microsoft.com/office/officeart/2005/8/layout/equation2"/>
    <dgm:cxn modelId="{98816F3F-CC3F-437C-8D90-E9D8E0B38D2A}" type="presParOf" srcId="{D14B160F-8D4D-4F95-A3BB-3F61AC5C5BE5}" destId="{240C335E-8DFA-4C89-8B28-6CA929CC1E4C}" srcOrd="5" destOrd="0" presId="urn:microsoft.com/office/officeart/2005/8/layout/equation2"/>
    <dgm:cxn modelId="{3F78F254-77E6-4ABB-889C-0BD0280A1225}" type="presParOf" srcId="{D14B160F-8D4D-4F95-A3BB-3F61AC5C5BE5}" destId="{EAD88A3A-71CE-49A2-83CC-ABB12082EC02}" srcOrd="6" destOrd="0" presId="urn:microsoft.com/office/officeart/2005/8/layout/equation2"/>
    <dgm:cxn modelId="{965BAC40-1028-4E91-985A-0C98386CA51B}" type="presParOf" srcId="{D14B160F-8D4D-4F95-A3BB-3F61AC5C5BE5}" destId="{D0FEE56A-C412-4104-B1CB-1496E80FE8A1}" srcOrd="7" destOrd="0" presId="urn:microsoft.com/office/officeart/2005/8/layout/equation2"/>
    <dgm:cxn modelId="{85D7E6E1-11BE-4333-9EA5-724B61332EAF}" type="presParOf" srcId="{D14B160F-8D4D-4F95-A3BB-3F61AC5C5BE5}" destId="{C41B1942-B139-43B7-90D1-BF26CF565997}" srcOrd="8" destOrd="0" presId="urn:microsoft.com/office/officeart/2005/8/layout/equation2"/>
    <dgm:cxn modelId="{F2BD568E-CEB9-448E-A7CD-BF615927C5B2}" type="presParOf" srcId="{8D48703F-6C40-4FE4-830A-D81F8BE7C71E}" destId="{B38C6220-E02D-4713-94C0-DE12605F3C5B}" srcOrd="1" destOrd="0" presId="urn:microsoft.com/office/officeart/2005/8/layout/equation2"/>
    <dgm:cxn modelId="{ACA59556-A2DC-4C0B-9547-4D6BB607B85F}" type="presParOf" srcId="{B38C6220-E02D-4713-94C0-DE12605F3C5B}" destId="{D2E4B512-C443-4DE2-A7E2-EDF16BBB074A}" srcOrd="0" destOrd="0" presId="urn:microsoft.com/office/officeart/2005/8/layout/equation2"/>
    <dgm:cxn modelId="{734FD1F5-B5B9-427E-BC87-618F37BA5525}" type="presParOf" srcId="{8D48703F-6C40-4FE4-830A-D81F8BE7C71E}" destId="{DF1D4C06-2E7F-4E9A-BE5A-2B84AD3831B4}" srcOrd="2" destOrd="0" presId="urn:microsoft.com/office/officeart/2005/8/layout/equati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153A07-AEE2-402F-8600-BC55F07694EE}">
      <dsp:nvSpPr>
        <dsp:cNvPr id="0" name=""/>
        <dsp:cNvSpPr/>
      </dsp:nvSpPr>
      <dsp:spPr>
        <a:xfrm>
          <a:off x="531883" y="277761"/>
          <a:ext cx="1937411" cy="19373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/>
            <a:t>Site do </a:t>
          </a:r>
          <a:r>
            <a:rPr lang="en-US" sz="1800" b="1" kern="1200" dirty="0" err="1" smtClean="0"/>
            <a:t>anunciante</a:t>
          </a:r>
          <a:endParaRPr lang="pt-BR" sz="1800" b="1" kern="1200" dirty="0"/>
        </a:p>
      </dsp:txBody>
      <dsp:txXfrm>
        <a:off x="815610" y="561482"/>
        <a:ext cx="1369957" cy="1369927"/>
      </dsp:txXfrm>
    </dsp:sp>
    <dsp:sp modelId="{D1F3F777-DCA6-4794-AA75-660FE023DD88}">
      <dsp:nvSpPr>
        <dsp:cNvPr id="0" name=""/>
        <dsp:cNvSpPr/>
      </dsp:nvSpPr>
      <dsp:spPr>
        <a:xfrm>
          <a:off x="1784998" y="189493"/>
          <a:ext cx="215468" cy="21546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B672E2-99D7-4A40-BD8A-3EC13AE2A65A}">
      <dsp:nvSpPr>
        <dsp:cNvPr id="0" name=""/>
        <dsp:cNvSpPr/>
      </dsp:nvSpPr>
      <dsp:spPr>
        <a:xfrm>
          <a:off x="1274792" y="2071186"/>
          <a:ext cx="156016" cy="15616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C9751C-00EE-44DE-B55B-8105C7DF1A9E}">
      <dsp:nvSpPr>
        <dsp:cNvPr id="0" name=""/>
        <dsp:cNvSpPr/>
      </dsp:nvSpPr>
      <dsp:spPr>
        <a:xfrm>
          <a:off x="2188078" y="1572028"/>
          <a:ext cx="156016" cy="15616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09883D-29FA-42DC-8836-BF3DF57189A4}">
      <dsp:nvSpPr>
        <dsp:cNvPr id="0" name=""/>
        <dsp:cNvSpPr/>
      </dsp:nvSpPr>
      <dsp:spPr>
        <a:xfrm>
          <a:off x="1995061" y="2237311"/>
          <a:ext cx="215468" cy="21546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C7B732-7CB6-44C0-8217-3FE0CFE90E48}">
      <dsp:nvSpPr>
        <dsp:cNvPr id="0" name=""/>
        <dsp:cNvSpPr/>
      </dsp:nvSpPr>
      <dsp:spPr>
        <a:xfrm>
          <a:off x="1319111" y="495715"/>
          <a:ext cx="156016" cy="15616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27AFE5-E870-4A48-A4A6-1D7E4E4788E1}">
      <dsp:nvSpPr>
        <dsp:cNvPr id="0" name=""/>
        <dsp:cNvSpPr/>
      </dsp:nvSpPr>
      <dsp:spPr>
        <a:xfrm>
          <a:off x="459885" y="1389032"/>
          <a:ext cx="156016" cy="15616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DDFB5A-D902-4688-A378-E6EC3942A07E}">
      <dsp:nvSpPr>
        <dsp:cNvPr id="0" name=""/>
        <dsp:cNvSpPr/>
      </dsp:nvSpPr>
      <dsp:spPr>
        <a:xfrm>
          <a:off x="74224" y="432046"/>
          <a:ext cx="787647" cy="78739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err="1" smtClean="0"/>
            <a:t>Contatos</a:t>
          </a:r>
          <a:endParaRPr lang="pt-BR" sz="900" kern="1200" dirty="0"/>
        </a:p>
      </dsp:txBody>
      <dsp:txXfrm>
        <a:off x="189572" y="547357"/>
        <a:ext cx="556951" cy="556773"/>
      </dsp:txXfrm>
    </dsp:sp>
    <dsp:sp modelId="{A117DF27-87F9-4884-AE33-80D19A905F59}">
      <dsp:nvSpPr>
        <dsp:cNvPr id="0" name=""/>
        <dsp:cNvSpPr/>
      </dsp:nvSpPr>
      <dsp:spPr>
        <a:xfrm>
          <a:off x="1567007" y="502505"/>
          <a:ext cx="215468" cy="21546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2FF478-2CC5-4F6D-9F86-891FAD8607F7}">
      <dsp:nvSpPr>
        <dsp:cNvPr id="0" name=""/>
        <dsp:cNvSpPr/>
      </dsp:nvSpPr>
      <dsp:spPr>
        <a:xfrm>
          <a:off x="148089" y="1645689"/>
          <a:ext cx="389499" cy="38951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B3FAE0-EF56-483A-9884-D3B9A9B95F96}">
      <dsp:nvSpPr>
        <dsp:cNvPr id="0" name=""/>
        <dsp:cNvSpPr/>
      </dsp:nvSpPr>
      <dsp:spPr>
        <a:xfrm>
          <a:off x="468756" y="1854872"/>
          <a:ext cx="787647" cy="78739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err="1" smtClean="0"/>
            <a:t>Vendas</a:t>
          </a:r>
          <a:endParaRPr lang="pt-BR" sz="900" kern="1200" dirty="0"/>
        </a:p>
      </dsp:txBody>
      <dsp:txXfrm>
        <a:off x="584104" y="1970183"/>
        <a:ext cx="556951" cy="556773"/>
      </dsp:txXfrm>
    </dsp:sp>
    <dsp:sp modelId="{32C9CB96-6F4A-4761-B25C-0622E5785E60}">
      <dsp:nvSpPr>
        <dsp:cNvPr id="0" name=""/>
        <dsp:cNvSpPr/>
      </dsp:nvSpPr>
      <dsp:spPr>
        <a:xfrm>
          <a:off x="2116069" y="720082"/>
          <a:ext cx="215468" cy="21546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1E5FF3-7617-4A86-9400-D61651CCCF31}">
      <dsp:nvSpPr>
        <dsp:cNvPr id="0" name=""/>
        <dsp:cNvSpPr/>
      </dsp:nvSpPr>
      <dsp:spPr>
        <a:xfrm>
          <a:off x="0" y="2109209"/>
          <a:ext cx="156016" cy="15616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FF3051-66A0-402F-B5BE-E2792295D96E}">
      <dsp:nvSpPr>
        <dsp:cNvPr id="0" name=""/>
        <dsp:cNvSpPr/>
      </dsp:nvSpPr>
      <dsp:spPr>
        <a:xfrm>
          <a:off x="1555838" y="1886955"/>
          <a:ext cx="156016" cy="15616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75DACF-A460-45A3-A4AA-F29E060A150A}">
      <dsp:nvSpPr>
        <dsp:cNvPr id="0" name=""/>
        <dsp:cNvSpPr/>
      </dsp:nvSpPr>
      <dsp:spPr>
        <a:xfrm>
          <a:off x="-7084163" y="-1082927"/>
          <a:ext cx="8430551" cy="8430551"/>
        </a:xfrm>
        <a:prstGeom prst="blockArc">
          <a:avLst>
            <a:gd name="adj1" fmla="val 18900000"/>
            <a:gd name="adj2" fmla="val 2700000"/>
            <a:gd name="adj3" fmla="val 256"/>
          </a:avLst>
        </a:prstGeom>
        <a:noFill/>
        <a:ln w="381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25400" prstMaterial="plastic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FC864C00-2EA0-46CC-AD2F-06DD96EC655D}">
      <dsp:nvSpPr>
        <dsp:cNvPr id="0" name=""/>
        <dsp:cNvSpPr/>
      </dsp:nvSpPr>
      <dsp:spPr>
        <a:xfrm>
          <a:off x="587895" y="391418"/>
          <a:ext cx="7553050" cy="78333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95000" rotWithShape="0">
            <a:srgbClr val="000000">
              <a:alpha val="50000"/>
            </a:srgbClr>
          </a:outerShdw>
          <a:softEdge rad="12700"/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21774" tIns="73660" rIns="73660" bIns="73660" numCol="1" spcCol="1270" anchor="ctr" anchorCtr="0">
          <a:noAutofit/>
        </a:bodyPr>
        <a:lstStyle/>
        <a:p>
          <a:pPr lvl="0" algn="l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smtClean="0"/>
            <a:t>CPC – Custo por clique</a:t>
          </a:r>
          <a:endParaRPr lang="pt-BR" sz="2900" kern="1200"/>
        </a:p>
      </dsp:txBody>
      <dsp:txXfrm>
        <a:off x="587895" y="391418"/>
        <a:ext cx="7553050" cy="783337"/>
      </dsp:txXfrm>
    </dsp:sp>
    <dsp:sp modelId="{6AB76ACD-EE49-4FDA-85CB-3A522F4C5AE2}">
      <dsp:nvSpPr>
        <dsp:cNvPr id="0" name=""/>
        <dsp:cNvSpPr/>
      </dsp:nvSpPr>
      <dsp:spPr>
        <a:xfrm>
          <a:off x="98309" y="293501"/>
          <a:ext cx="979171" cy="97917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95000" rotWithShape="0">
            <a:srgbClr val="000000">
              <a:alpha val="50000"/>
            </a:srgbClr>
          </a:outerShdw>
          <a:softEdge rad="12700"/>
        </a:effectLst>
        <a:sp3d z="152400" prstMaterial="plastic">
          <a:bevelT w="25400" h="25400"/>
          <a:bevelB w="25400" h="254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4D139115-0526-41C6-A261-2513B87DC5D7}">
      <dsp:nvSpPr>
        <dsp:cNvPr id="0" name=""/>
        <dsp:cNvSpPr/>
      </dsp:nvSpPr>
      <dsp:spPr>
        <a:xfrm>
          <a:off x="1149212" y="1566048"/>
          <a:ext cx="6991734" cy="783337"/>
        </a:xfrm>
        <a:prstGeom prst="rect">
          <a:avLst/>
        </a:prstGeom>
        <a:solidFill>
          <a:schemeClr val="accent4">
            <a:hueOff val="-1116192"/>
            <a:satOff val="6725"/>
            <a:lumOff val="539"/>
            <a:alphaOff val="0"/>
          </a:schemeClr>
        </a:solidFill>
        <a:ln>
          <a:noFill/>
        </a:ln>
        <a:effectLst>
          <a:outerShdw blurRad="95000" rotWithShape="0">
            <a:srgbClr val="000000">
              <a:alpha val="50000"/>
            </a:srgbClr>
          </a:outerShdw>
          <a:softEdge rad="12700"/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21774" tIns="73660" rIns="73660" bIns="73660" numCol="1" spcCol="1270" anchor="ctr" anchorCtr="0">
          <a:noAutofit/>
        </a:bodyPr>
        <a:lstStyle/>
        <a:p>
          <a:pPr lvl="0" algn="l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smtClean="0"/>
            <a:t>CPM – Custo por mil impressões</a:t>
          </a:r>
          <a:endParaRPr lang="pt-BR" sz="2900" kern="1200"/>
        </a:p>
      </dsp:txBody>
      <dsp:txXfrm>
        <a:off x="1149212" y="1566048"/>
        <a:ext cx="6991734" cy="783337"/>
      </dsp:txXfrm>
    </dsp:sp>
    <dsp:sp modelId="{FCA31039-D837-4826-BE88-315753EE52FA}">
      <dsp:nvSpPr>
        <dsp:cNvPr id="0" name=""/>
        <dsp:cNvSpPr/>
      </dsp:nvSpPr>
      <dsp:spPr>
        <a:xfrm>
          <a:off x="659626" y="1468131"/>
          <a:ext cx="979171" cy="97917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-1116192"/>
              <a:satOff val="6725"/>
              <a:lumOff val="539"/>
              <a:alphaOff val="0"/>
            </a:schemeClr>
          </a:solidFill>
          <a:prstDash val="solid"/>
        </a:ln>
        <a:effectLst>
          <a:outerShdw blurRad="95000" rotWithShape="0">
            <a:srgbClr val="000000">
              <a:alpha val="50000"/>
            </a:srgbClr>
          </a:outerShdw>
          <a:softEdge rad="12700"/>
        </a:effectLst>
        <a:sp3d z="152400" prstMaterial="plastic">
          <a:bevelT w="25400" h="25400"/>
          <a:bevelB w="25400" h="254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7B84333-FD5F-4655-81F1-1632F94D5299}">
      <dsp:nvSpPr>
        <dsp:cNvPr id="0" name=""/>
        <dsp:cNvSpPr/>
      </dsp:nvSpPr>
      <dsp:spPr>
        <a:xfrm>
          <a:off x="1321491" y="2740679"/>
          <a:ext cx="6819454" cy="783337"/>
        </a:xfrm>
        <a:prstGeom prst="rect">
          <a:avLst/>
        </a:prstGeom>
        <a:solidFill>
          <a:schemeClr val="accent4">
            <a:hueOff val="-2232385"/>
            <a:satOff val="13449"/>
            <a:lumOff val="1078"/>
            <a:alphaOff val="0"/>
          </a:schemeClr>
        </a:solidFill>
        <a:ln>
          <a:noFill/>
        </a:ln>
        <a:effectLst>
          <a:outerShdw blurRad="95000" rotWithShape="0">
            <a:srgbClr val="000000">
              <a:alpha val="50000"/>
            </a:srgbClr>
          </a:outerShdw>
          <a:softEdge rad="12700"/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21774" tIns="73660" rIns="73660" bIns="73660" numCol="1" spcCol="1270" anchor="ctr" anchorCtr="0">
          <a:noAutofit/>
        </a:bodyPr>
        <a:lstStyle/>
        <a:p>
          <a:pPr lvl="0" algn="l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 smtClean="0"/>
            <a:t>CPA – </a:t>
          </a:r>
          <a:r>
            <a:rPr lang="en-US" sz="2900" kern="1200" dirty="0" err="1" smtClean="0"/>
            <a:t>Custo</a:t>
          </a:r>
          <a:r>
            <a:rPr lang="en-US" sz="2900" kern="1200" dirty="0" smtClean="0"/>
            <a:t> </a:t>
          </a:r>
          <a:r>
            <a:rPr lang="en-US" sz="2900" kern="1200" dirty="0" err="1" smtClean="0"/>
            <a:t>por</a:t>
          </a:r>
          <a:r>
            <a:rPr lang="en-US" sz="2900" kern="1200" dirty="0" smtClean="0"/>
            <a:t> </a:t>
          </a:r>
          <a:r>
            <a:rPr lang="en-US" sz="2900" kern="1200" dirty="0" err="1" smtClean="0"/>
            <a:t>aquisição</a:t>
          </a:r>
          <a:endParaRPr lang="pt-BR" sz="2900" kern="1200" dirty="0"/>
        </a:p>
      </dsp:txBody>
      <dsp:txXfrm>
        <a:off x="1321491" y="2740679"/>
        <a:ext cx="6819454" cy="783337"/>
      </dsp:txXfrm>
    </dsp:sp>
    <dsp:sp modelId="{7132BA43-DCBE-435C-9F98-44C14F163148}">
      <dsp:nvSpPr>
        <dsp:cNvPr id="0" name=""/>
        <dsp:cNvSpPr/>
      </dsp:nvSpPr>
      <dsp:spPr>
        <a:xfrm>
          <a:off x="831905" y="2642762"/>
          <a:ext cx="979171" cy="97917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-2232385"/>
              <a:satOff val="13449"/>
              <a:lumOff val="1078"/>
              <a:alphaOff val="0"/>
            </a:schemeClr>
          </a:solidFill>
          <a:prstDash val="solid"/>
        </a:ln>
        <a:effectLst>
          <a:outerShdw blurRad="95000" rotWithShape="0">
            <a:srgbClr val="000000">
              <a:alpha val="50000"/>
            </a:srgbClr>
          </a:outerShdw>
          <a:softEdge rad="12700"/>
        </a:effectLst>
        <a:sp3d z="152400" prstMaterial="plastic">
          <a:bevelT w="25400" h="25400"/>
          <a:bevelB w="25400" h="254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1F4DE43-3E85-4BF5-85C8-787852AD6494}">
      <dsp:nvSpPr>
        <dsp:cNvPr id="0" name=""/>
        <dsp:cNvSpPr/>
      </dsp:nvSpPr>
      <dsp:spPr>
        <a:xfrm>
          <a:off x="1149212" y="3915309"/>
          <a:ext cx="6991734" cy="783337"/>
        </a:xfrm>
        <a:prstGeom prst="rect">
          <a:avLst/>
        </a:prstGeom>
        <a:solidFill>
          <a:schemeClr val="accent4">
            <a:hueOff val="-3348577"/>
            <a:satOff val="20174"/>
            <a:lumOff val="1617"/>
            <a:alphaOff val="0"/>
          </a:schemeClr>
        </a:solidFill>
        <a:ln>
          <a:noFill/>
        </a:ln>
        <a:effectLst>
          <a:outerShdw blurRad="95000" rotWithShape="0">
            <a:srgbClr val="000000">
              <a:alpha val="50000"/>
            </a:srgbClr>
          </a:outerShdw>
          <a:softEdge rad="12700"/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21774" tIns="73660" rIns="73660" bIns="73660" numCol="1" spcCol="1270" anchor="ctr" anchorCtr="0">
          <a:noAutofit/>
        </a:bodyPr>
        <a:lstStyle/>
        <a:p>
          <a:pPr lvl="0" algn="l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smtClean="0"/>
            <a:t>CPV – Custo por visualização</a:t>
          </a:r>
          <a:endParaRPr lang="pt-BR" sz="2900" kern="1200"/>
        </a:p>
      </dsp:txBody>
      <dsp:txXfrm>
        <a:off x="1149212" y="3915309"/>
        <a:ext cx="6991734" cy="783337"/>
      </dsp:txXfrm>
    </dsp:sp>
    <dsp:sp modelId="{CADD7849-27EB-4330-BEEF-093CF6D8D543}">
      <dsp:nvSpPr>
        <dsp:cNvPr id="0" name=""/>
        <dsp:cNvSpPr/>
      </dsp:nvSpPr>
      <dsp:spPr>
        <a:xfrm>
          <a:off x="659626" y="3817392"/>
          <a:ext cx="979171" cy="97917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-3348577"/>
              <a:satOff val="20174"/>
              <a:lumOff val="1617"/>
              <a:alphaOff val="0"/>
            </a:schemeClr>
          </a:solidFill>
          <a:prstDash val="solid"/>
        </a:ln>
        <a:effectLst>
          <a:outerShdw blurRad="95000" rotWithShape="0">
            <a:srgbClr val="000000">
              <a:alpha val="50000"/>
            </a:srgbClr>
          </a:outerShdw>
          <a:softEdge rad="12700"/>
        </a:effectLst>
        <a:sp3d z="152400" prstMaterial="plastic">
          <a:bevelT w="25400" h="25400"/>
          <a:bevelB w="25400" h="254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9655076-AB85-4808-848F-7258C2C5B1A8}">
      <dsp:nvSpPr>
        <dsp:cNvPr id="0" name=""/>
        <dsp:cNvSpPr/>
      </dsp:nvSpPr>
      <dsp:spPr>
        <a:xfrm>
          <a:off x="587895" y="5089940"/>
          <a:ext cx="7553050" cy="783337"/>
        </a:xfrm>
        <a:prstGeom prst="rect">
          <a:avLst/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>
          <a:noFill/>
        </a:ln>
        <a:effectLst>
          <a:outerShdw blurRad="95000" rotWithShape="0">
            <a:srgbClr val="000000">
              <a:alpha val="50000"/>
            </a:srgbClr>
          </a:outerShdw>
          <a:softEdge rad="12700"/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21774" tIns="73660" rIns="73660" bIns="73660" numCol="1" spcCol="1270" anchor="ctr" anchorCtr="0">
          <a:noAutofit/>
        </a:bodyPr>
        <a:lstStyle/>
        <a:p>
          <a:pPr lvl="0" algn="l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 smtClean="0"/>
            <a:t>CTR – </a:t>
          </a:r>
          <a:r>
            <a:rPr lang="en-US" sz="2900" kern="1200" dirty="0" err="1" smtClean="0"/>
            <a:t>clickthroug</a:t>
          </a:r>
          <a:r>
            <a:rPr lang="en-US" sz="2900" kern="1200" dirty="0" smtClean="0"/>
            <a:t> rate </a:t>
          </a:r>
          <a:r>
            <a:rPr lang="en-US" sz="2900" kern="1200" dirty="0" err="1" smtClean="0"/>
            <a:t>ou</a:t>
          </a:r>
          <a:r>
            <a:rPr lang="en-US" sz="2900" kern="1200" dirty="0" smtClean="0"/>
            <a:t> taxa de cliques</a:t>
          </a:r>
          <a:endParaRPr lang="pt-BR" sz="2900" kern="1200" dirty="0"/>
        </a:p>
      </dsp:txBody>
      <dsp:txXfrm>
        <a:off x="587895" y="5089940"/>
        <a:ext cx="7553050" cy="783337"/>
      </dsp:txXfrm>
    </dsp:sp>
    <dsp:sp modelId="{01381434-191A-4680-B5D9-81CD2B6F80F2}">
      <dsp:nvSpPr>
        <dsp:cNvPr id="0" name=""/>
        <dsp:cNvSpPr/>
      </dsp:nvSpPr>
      <dsp:spPr>
        <a:xfrm>
          <a:off x="98309" y="4992023"/>
          <a:ext cx="979171" cy="97917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-4464770"/>
              <a:satOff val="26899"/>
              <a:lumOff val="2156"/>
              <a:alphaOff val="0"/>
            </a:schemeClr>
          </a:solidFill>
          <a:prstDash val="solid"/>
        </a:ln>
        <a:effectLst>
          <a:outerShdw blurRad="95000" rotWithShape="0">
            <a:srgbClr val="000000">
              <a:alpha val="50000"/>
            </a:srgbClr>
          </a:outerShdw>
          <a:softEdge rad="12700"/>
        </a:effectLst>
        <a:sp3d z="152400" prstMaterial="plastic">
          <a:bevelT w="25400" h="25400"/>
          <a:bevelB w="25400" h="254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BDECB9-6776-4FAE-B168-AEC8F06D2477}">
      <dsp:nvSpPr>
        <dsp:cNvPr id="0" name=""/>
        <dsp:cNvSpPr/>
      </dsp:nvSpPr>
      <dsp:spPr>
        <a:xfrm>
          <a:off x="1856" y="2527"/>
          <a:ext cx="5070784" cy="133113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95000" rotWithShape="0">
            <a:srgbClr val="000000">
              <a:alpha val="50000"/>
            </a:srgbClr>
          </a:outerShdw>
          <a:softEdge rad="12700"/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800" kern="1200" dirty="0" err="1" smtClean="0"/>
            <a:t>Campanha</a:t>
          </a:r>
          <a:r>
            <a:rPr lang="en-US" sz="3800" kern="1200" dirty="0" smtClean="0"/>
            <a:t> 1</a:t>
          </a:r>
          <a:endParaRPr lang="pt-BR" sz="3800" kern="1200" dirty="0"/>
        </a:p>
      </dsp:txBody>
      <dsp:txXfrm>
        <a:off x="40843" y="41514"/>
        <a:ext cx="4992810" cy="1253157"/>
      </dsp:txXfrm>
    </dsp:sp>
    <dsp:sp modelId="{8FCA438E-6C46-4CA6-8F37-33ECF85B172F}">
      <dsp:nvSpPr>
        <dsp:cNvPr id="0" name=""/>
        <dsp:cNvSpPr/>
      </dsp:nvSpPr>
      <dsp:spPr>
        <a:xfrm>
          <a:off x="1856" y="1446361"/>
          <a:ext cx="1644688" cy="1331131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95000" rotWithShape="0">
            <a:srgbClr val="000000">
              <a:alpha val="50000"/>
            </a:srgbClr>
          </a:outerShdw>
          <a:softEdge rad="12700"/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err="1" smtClean="0"/>
            <a:t>Grupo</a:t>
          </a:r>
          <a:r>
            <a:rPr lang="en-US" sz="2400" kern="1200" dirty="0" smtClean="0"/>
            <a:t> de </a:t>
          </a:r>
          <a:r>
            <a:rPr lang="en-US" sz="2400" kern="1200" dirty="0" err="1" smtClean="0"/>
            <a:t>anúncios</a:t>
          </a:r>
          <a:r>
            <a:rPr lang="en-US" sz="2400" kern="1200" dirty="0" smtClean="0"/>
            <a:t> 1</a:t>
          </a:r>
          <a:endParaRPr lang="pt-BR" sz="2400" kern="1200" dirty="0"/>
        </a:p>
      </dsp:txBody>
      <dsp:txXfrm>
        <a:off x="40843" y="1485348"/>
        <a:ext cx="1566714" cy="1253157"/>
      </dsp:txXfrm>
    </dsp:sp>
    <dsp:sp modelId="{E0630D08-755D-44C1-AD93-9CD569FC65B9}">
      <dsp:nvSpPr>
        <dsp:cNvPr id="0" name=""/>
        <dsp:cNvSpPr/>
      </dsp:nvSpPr>
      <dsp:spPr>
        <a:xfrm>
          <a:off x="1856" y="2890194"/>
          <a:ext cx="1644688" cy="13311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95000" rotWithShape="0">
            <a:srgbClr val="000000">
              <a:alpha val="50000"/>
            </a:srgbClr>
          </a:outerShdw>
          <a:softEdge rad="12700"/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Keywords</a:t>
          </a:r>
          <a:endParaRPr lang="pt-BR" sz="2400" kern="1200" dirty="0"/>
        </a:p>
      </dsp:txBody>
      <dsp:txXfrm>
        <a:off x="40843" y="2929181"/>
        <a:ext cx="1566714" cy="1253157"/>
      </dsp:txXfrm>
    </dsp:sp>
    <dsp:sp modelId="{87F24177-0808-416E-A996-4959ED802685}">
      <dsp:nvSpPr>
        <dsp:cNvPr id="0" name=""/>
        <dsp:cNvSpPr/>
      </dsp:nvSpPr>
      <dsp:spPr>
        <a:xfrm>
          <a:off x="1856" y="4334027"/>
          <a:ext cx="813799" cy="133113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95000" rotWithShape="0">
            <a:srgbClr val="000000">
              <a:alpha val="50000"/>
            </a:srgbClr>
          </a:outerShdw>
          <a:softEdge rad="12700"/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err="1" smtClean="0"/>
            <a:t>Anuncio</a:t>
          </a:r>
          <a:r>
            <a:rPr lang="en-US" sz="1400" kern="1200" dirty="0" smtClean="0"/>
            <a:t> 1</a:t>
          </a:r>
          <a:endParaRPr lang="pt-BR" sz="1400" kern="1200" dirty="0"/>
        </a:p>
      </dsp:txBody>
      <dsp:txXfrm>
        <a:off x="25691" y="4357862"/>
        <a:ext cx="766129" cy="1283461"/>
      </dsp:txXfrm>
    </dsp:sp>
    <dsp:sp modelId="{26B39AFF-7CA5-42C3-B5B0-5956D638BB93}">
      <dsp:nvSpPr>
        <dsp:cNvPr id="0" name=""/>
        <dsp:cNvSpPr/>
      </dsp:nvSpPr>
      <dsp:spPr>
        <a:xfrm>
          <a:off x="832745" y="4334027"/>
          <a:ext cx="813799" cy="133113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95000" rotWithShape="0">
            <a:srgbClr val="000000">
              <a:alpha val="50000"/>
            </a:srgbClr>
          </a:outerShdw>
          <a:softEdge rad="12700"/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err="1" smtClean="0"/>
            <a:t>Anuncio</a:t>
          </a:r>
          <a:r>
            <a:rPr lang="en-US" sz="1400" kern="1200" dirty="0" smtClean="0"/>
            <a:t> 2</a:t>
          </a:r>
          <a:endParaRPr lang="pt-BR" sz="1400" kern="1200" dirty="0"/>
        </a:p>
      </dsp:txBody>
      <dsp:txXfrm>
        <a:off x="856580" y="4357862"/>
        <a:ext cx="766129" cy="1283461"/>
      </dsp:txXfrm>
    </dsp:sp>
    <dsp:sp modelId="{63796048-99E9-4B9C-BC70-F5120D228E1B}">
      <dsp:nvSpPr>
        <dsp:cNvPr id="0" name=""/>
        <dsp:cNvSpPr/>
      </dsp:nvSpPr>
      <dsp:spPr>
        <a:xfrm>
          <a:off x="1714904" y="1446361"/>
          <a:ext cx="1644688" cy="1331131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95000" rotWithShape="0">
            <a:srgbClr val="000000">
              <a:alpha val="50000"/>
            </a:srgbClr>
          </a:outerShdw>
          <a:softEdge rad="12700"/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err="1" smtClean="0"/>
            <a:t>Grupo</a:t>
          </a:r>
          <a:r>
            <a:rPr lang="en-US" sz="2400" kern="1200" dirty="0" smtClean="0"/>
            <a:t> de </a:t>
          </a:r>
          <a:r>
            <a:rPr lang="en-US" sz="2400" kern="1200" dirty="0" err="1" smtClean="0"/>
            <a:t>anúncios</a:t>
          </a:r>
          <a:r>
            <a:rPr lang="en-US" sz="2400" kern="1200" dirty="0" smtClean="0"/>
            <a:t> 2</a:t>
          </a:r>
          <a:endParaRPr lang="pt-BR" sz="2400" kern="1200" dirty="0"/>
        </a:p>
      </dsp:txBody>
      <dsp:txXfrm>
        <a:off x="1753891" y="1485348"/>
        <a:ext cx="1566714" cy="1253157"/>
      </dsp:txXfrm>
    </dsp:sp>
    <dsp:sp modelId="{08482206-E644-4010-AFB1-38B517795DD1}">
      <dsp:nvSpPr>
        <dsp:cNvPr id="0" name=""/>
        <dsp:cNvSpPr/>
      </dsp:nvSpPr>
      <dsp:spPr>
        <a:xfrm>
          <a:off x="1714904" y="2890194"/>
          <a:ext cx="1644688" cy="13311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95000" rotWithShape="0">
            <a:srgbClr val="000000">
              <a:alpha val="50000"/>
            </a:srgbClr>
          </a:outerShdw>
          <a:softEdge rad="12700"/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Keywords</a:t>
          </a:r>
          <a:endParaRPr lang="pt-BR" sz="2400" kern="1200" dirty="0"/>
        </a:p>
      </dsp:txBody>
      <dsp:txXfrm>
        <a:off x="1753891" y="2929181"/>
        <a:ext cx="1566714" cy="1253157"/>
      </dsp:txXfrm>
    </dsp:sp>
    <dsp:sp modelId="{642B2900-6CAC-47C5-8B21-B380F57189A7}">
      <dsp:nvSpPr>
        <dsp:cNvPr id="0" name=""/>
        <dsp:cNvSpPr/>
      </dsp:nvSpPr>
      <dsp:spPr>
        <a:xfrm>
          <a:off x="1714904" y="4334027"/>
          <a:ext cx="813799" cy="133113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95000" rotWithShape="0">
            <a:srgbClr val="000000">
              <a:alpha val="50000"/>
            </a:srgbClr>
          </a:outerShdw>
          <a:softEdge rad="12700"/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err="1" smtClean="0"/>
            <a:t>Anuncio</a:t>
          </a:r>
          <a:r>
            <a:rPr lang="en-US" sz="1400" kern="1200" dirty="0" smtClean="0"/>
            <a:t> 1</a:t>
          </a:r>
          <a:endParaRPr lang="pt-BR" sz="1400" kern="1200" dirty="0"/>
        </a:p>
      </dsp:txBody>
      <dsp:txXfrm>
        <a:off x="1738739" y="4357862"/>
        <a:ext cx="766129" cy="1283461"/>
      </dsp:txXfrm>
    </dsp:sp>
    <dsp:sp modelId="{2F2A063E-4C16-4687-8785-64244579B062}">
      <dsp:nvSpPr>
        <dsp:cNvPr id="0" name=""/>
        <dsp:cNvSpPr/>
      </dsp:nvSpPr>
      <dsp:spPr>
        <a:xfrm>
          <a:off x="2545793" y="4334027"/>
          <a:ext cx="813799" cy="133113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95000" rotWithShape="0">
            <a:srgbClr val="000000">
              <a:alpha val="50000"/>
            </a:srgbClr>
          </a:outerShdw>
          <a:softEdge rad="12700"/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err="1" smtClean="0"/>
            <a:t>Anuncio</a:t>
          </a:r>
          <a:r>
            <a:rPr lang="en-US" sz="1400" kern="1200" dirty="0" smtClean="0"/>
            <a:t> 2</a:t>
          </a:r>
          <a:endParaRPr lang="pt-BR" sz="1400" kern="1200" dirty="0"/>
        </a:p>
      </dsp:txBody>
      <dsp:txXfrm>
        <a:off x="2569628" y="4357862"/>
        <a:ext cx="766129" cy="1283461"/>
      </dsp:txXfrm>
    </dsp:sp>
    <dsp:sp modelId="{26435686-EF85-4454-B319-FA53EE946D41}">
      <dsp:nvSpPr>
        <dsp:cNvPr id="0" name=""/>
        <dsp:cNvSpPr/>
      </dsp:nvSpPr>
      <dsp:spPr>
        <a:xfrm>
          <a:off x="3427952" y="1446361"/>
          <a:ext cx="1644688" cy="1331131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95000" rotWithShape="0">
            <a:srgbClr val="000000">
              <a:alpha val="50000"/>
            </a:srgbClr>
          </a:outerShdw>
          <a:softEdge rad="12700"/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err="1" smtClean="0"/>
            <a:t>Grupo</a:t>
          </a:r>
          <a:r>
            <a:rPr lang="en-US" sz="2400" kern="1200" dirty="0" smtClean="0"/>
            <a:t> de </a:t>
          </a:r>
          <a:r>
            <a:rPr lang="en-US" sz="2400" kern="1200" dirty="0" err="1" smtClean="0"/>
            <a:t>anúncios</a:t>
          </a:r>
          <a:r>
            <a:rPr lang="en-US" sz="2400" kern="1200" dirty="0" smtClean="0"/>
            <a:t> 3</a:t>
          </a:r>
          <a:endParaRPr lang="pt-BR" sz="2400" kern="1200" dirty="0"/>
        </a:p>
      </dsp:txBody>
      <dsp:txXfrm>
        <a:off x="3466939" y="1485348"/>
        <a:ext cx="1566714" cy="1253157"/>
      </dsp:txXfrm>
    </dsp:sp>
    <dsp:sp modelId="{9BA85468-5738-451F-B754-14D109A443A0}">
      <dsp:nvSpPr>
        <dsp:cNvPr id="0" name=""/>
        <dsp:cNvSpPr/>
      </dsp:nvSpPr>
      <dsp:spPr>
        <a:xfrm>
          <a:off x="3427952" y="2890194"/>
          <a:ext cx="1644688" cy="13311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95000" rotWithShape="0">
            <a:srgbClr val="000000">
              <a:alpha val="50000"/>
            </a:srgbClr>
          </a:outerShdw>
          <a:softEdge rad="12700"/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Keywords</a:t>
          </a:r>
          <a:endParaRPr lang="pt-BR" sz="2400" kern="1200" dirty="0"/>
        </a:p>
      </dsp:txBody>
      <dsp:txXfrm>
        <a:off x="3466939" y="2929181"/>
        <a:ext cx="1566714" cy="1253157"/>
      </dsp:txXfrm>
    </dsp:sp>
    <dsp:sp modelId="{1872AB70-C0FD-408B-9844-031F176B1627}">
      <dsp:nvSpPr>
        <dsp:cNvPr id="0" name=""/>
        <dsp:cNvSpPr/>
      </dsp:nvSpPr>
      <dsp:spPr>
        <a:xfrm>
          <a:off x="3427952" y="4334027"/>
          <a:ext cx="813799" cy="133113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95000" rotWithShape="0">
            <a:srgbClr val="000000">
              <a:alpha val="50000"/>
            </a:srgbClr>
          </a:outerShdw>
          <a:softEdge rad="12700"/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err="1" smtClean="0"/>
            <a:t>Anuncio</a:t>
          </a:r>
          <a:r>
            <a:rPr lang="en-US" sz="1400" kern="1200" dirty="0" smtClean="0"/>
            <a:t> 1</a:t>
          </a:r>
          <a:endParaRPr lang="pt-BR" sz="1400" kern="1200" dirty="0"/>
        </a:p>
      </dsp:txBody>
      <dsp:txXfrm>
        <a:off x="3451787" y="4357862"/>
        <a:ext cx="766129" cy="1283461"/>
      </dsp:txXfrm>
    </dsp:sp>
    <dsp:sp modelId="{55D09D7B-47F9-415B-8A8E-07628FDCF2BF}">
      <dsp:nvSpPr>
        <dsp:cNvPr id="0" name=""/>
        <dsp:cNvSpPr/>
      </dsp:nvSpPr>
      <dsp:spPr>
        <a:xfrm>
          <a:off x="4258841" y="4334027"/>
          <a:ext cx="813799" cy="133113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95000" rotWithShape="0">
            <a:srgbClr val="000000">
              <a:alpha val="50000"/>
            </a:srgbClr>
          </a:outerShdw>
          <a:softEdge rad="12700"/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err="1" smtClean="0"/>
            <a:t>Anuncio</a:t>
          </a:r>
          <a:r>
            <a:rPr lang="en-US" sz="1400" kern="1200" dirty="0" smtClean="0"/>
            <a:t> 2</a:t>
          </a:r>
          <a:endParaRPr lang="pt-BR" sz="1400" kern="1200" dirty="0"/>
        </a:p>
      </dsp:txBody>
      <dsp:txXfrm>
        <a:off x="4282676" y="4357862"/>
        <a:ext cx="766129" cy="1283461"/>
      </dsp:txXfrm>
    </dsp:sp>
    <dsp:sp modelId="{95E63438-CC13-423E-A92F-58C57505383A}">
      <dsp:nvSpPr>
        <dsp:cNvPr id="0" name=""/>
        <dsp:cNvSpPr/>
      </dsp:nvSpPr>
      <dsp:spPr>
        <a:xfrm>
          <a:off x="5209359" y="2527"/>
          <a:ext cx="3357736" cy="133113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95000" rotWithShape="0">
            <a:srgbClr val="000000">
              <a:alpha val="50000"/>
            </a:srgbClr>
          </a:outerShdw>
          <a:softEdge rad="12700"/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800" kern="1200" dirty="0" err="1" smtClean="0"/>
            <a:t>Campanha</a:t>
          </a:r>
          <a:r>
            <a:rPr lang="en-US" sz="3800" kern="1200" dirty="0" smtClean="0"/>
            <a:t> 2</a:t>
          </a:r>
          <a:endParaRPr lang="pt-BR" sz="3800" kern="1200" dirty="0"/>
        </a:p>
      </dsp:txBody>
      <dsp:txXfrm>
        <a:off x="5248346" y="41514"/>
        <a:ext cx="3279762" cy="1253157"/>
      </dsp:txXfrm>
    </dsp:sp>
    <dsp:sp modelId="{83F752E0-1362-4857-A5E4-BA34DF1AF572}">
      <dsp:nvSpPr>
        <dsp:cNvPr id="0" name=""/>
        <dsp:cNvSpPr/>
      </dsp:nvSpPr>
      <dsp:spPr>
        <a:xfrm>
          <a:off x="5209359" y="1446361"/>
          <a:ext cx="1644688" cy="1331131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95000" rotWithShape="0">
            <a:srgbClr val="000000">
              <a:alpha val="50000"/>
            </a:srgbClr>
          </a:outerShdw>
          <a:softEdge rad="12700"/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err="1" smtClean="0"/>
            <a:t>Grupo</a:t>
          </a:r>
          <a:r>
            <a:rPr lang="en-US" sz="2400" kern="1200" dirty="0" smtClean="0"/>
            <a:t> de </a:t>
          </a:r>
          <a:r>
            <a:rPr lang="en-US" sz="2400" kern="1200" dirty="0" err="1" smtClean="0"/>
            <a:t>anúncios</a:t>
          </a:r>
          <a:r>
            <a:rPr lang="en-US" sz="2400" kern="1200" dirty="0" smtClean="0"/>
            <a:t> 1</a:t>
          </a:r>
          <a:endParaRPr lang="pt-BR" sz="2400" kern="1200" dirty="0"/>
        </a:p>
      </dsp:txBody>
      <dsp:txXfrm>
        <a:off x="5248346" y="1485348"/>
        <a:ext cx="1566714" cy="1253157"/>
      </dsp:txXfrm>
    </dsp:sp>
    <dsp:sp modelId="{868A5193-059E-443B-B9E8-569071F4F2DB}">
      <dsp:nvSpPr>
        <dsp:cNvPr id="0" name=""/>
        <dsp:cNvSpPr/>
      </dsp:nvSpPr>
      <dsp:spPr>
        <a:xfrm>
          <a:off x="5209359" y="2890194"/>
          <a:ext cx="1644688" cy="13311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95000" rotWithShape="0">
            <a:srgbClr val="000000">
              <a:alpha val="50000"/>
            </a:srgbClr>
          </a:outerShdw>
          <a:softEdge rad="12700"/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smtClean="0"/>
            <a:t>Keywords</a:t>
          </a:r>
          <a:endParaRPr lang="pt-BR" sz="2400" kern="1200" dirty="0"/>
        </a:p>
      </dsp:txBody>
      <dsp:txXfrm>
        <a:off x="5248346" y="2929181"/>
        <a:ext cx="1566714" cy="1253157"/>
      </dsp:txXfrm>
    </dsp:sp>
    <dsp:sp modelId="{E47DBAD6-43C9-4FFE-86D2-6903034DE990}">
      <dsp:nvSpPr>
        <dsp:cNvPr id="0" name=""/>
        <dsp:cNvSpPr/>
      </dsp:nvSpPr>
      <dsp:spPr>
        <a:xfrm>
          <a:off x="5209359" y="4334027"/>
          <a:ext cx="813799" cy="133113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95000" rotWithShape="0">
            <a:srgbClr val="000000">
              <a:alpha val="50000"/>
            </a:srgbClr>
          </a:outerShdw>
          <a:softEdge rad="12700"/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err="1" smtClean="0"/>
            <a:t>Anuncio</a:t>
          </a:r>
          <a:r>
            <a:rPr lang="en-US" sz="1400" kern="1200" dirty="0" smtClean="0"/>
            <a:t> 1</a:t>
          </a:r>
          <a:endParaRPr lang="pt-BR" sz="1400" kern="1200" dirty="0"/>
        </a:p>
      </dsp:txBody>
      <dsp:txXfrm>
        <a:off x="5233194" y="4357862"/>
        <a:ext cx="766129" cy="1283461"/>
      </dsp:txXfrm>
    </dsp:sp>
    <dsp:sp modelId="{6181EB2C-2B18-467B-AD50-C96BF26FDF50}">
      <dsp:nvSpPr>
        <dsp:cNvPr id="0" name=""/>
        <dsp:cNvSpPr/>
      </dsp:nvSpPr>
      <dsp:spPr>
        <a:xfrm>
          <a:off x="6040248" y="4334027"/>
          <a:ext cx="813799" cy="133113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95000" rotWithShape="0">
            <a:srgbClr val="000000">
              <a:alpha val="50000"/>
            </a:srgbClr>
          </a:outerShdw>
          <a:softEdge rad="12700"/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err="1" smtClean="0"/>
            <a:t>Anuncio</a:t>
          </a:r>
          <a:r>
            <a:rPr lang="en-US" sz="1400" kern="1200" dirty="0" smtClean="0"/>
            <a:t> 2</a:t>
          </a:r>
          <a:endParaRPr lang="pt-BR" sz="1400" kern="1200" dirty="0"/>
        </a:p>
      </dsp:txBody>
      <dsp:txXfrm>
        <a:off x="6064083" y="4357862"/>
        <a:ext cx="766129" cy="1283461"/>
      </dsp:txXfrm>
    </dsp:sp>
    <dsp:sp modelId="{C2F9F0D4-3D0B-4F0C-AD4F-D5EEF79243B6}">
      <dsp:nvSpPr>
        <dsp:cNvPr id="0" name=""/>
        <dsp:cNvSpPr/>
      </dsp:nvSpPr>
      <dsp:spPr>
        <a:xfrm>
          <a:off x="6922406" y="1446361"/>
          <a:ext cx="1644688" cy="1331131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95000" rotWithShape="0">
            <a:srgbClr val="000000">
              <a:alpha val="50000"/>
            </a:srgbClr>
          </a:outerShdw>
          <a:softEdge rad="12700"/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err="1" smtClean="0"/>
            <a:t>Grupo</a:t>
          </a:r>
          <a:r>
            <a:rPr lang="en-US" sz="2400" kern="1200" dirty="0" smtClean="0"/>
            <a:t> de </a:t>
          </a:r>
          <a:r>
            <a:rPr lang="en-US" sz="2400" kern="1200" dirty="0" err="1" smtClean="0"/>
            <a:t>anúncios</a:t>
          </a:r>
          <a:r>
            <a:rPr lang="en-US" sz="2400" kern="1200" dirty="0" smtClean="0"/>
            <a:t> 2</a:t>
          </a:r>
          <a:endParaRPr lang="pt-BR" sz="2400" kern="1200" dirty="0"/>
        </a:p>
      </dsp:txBody>
      <dsp:txXfrm>
        <a:off x="6961393" y="1485348"/>
        <a:ext cx="1566714" cy="1253157"/>
      </dsp:txXfrm>
    </dsp:sp>
    <dsp:sp modelId="{1EDF4D16-1E2F-49B4-BF6D-3C2347F506B4}">
      <dsp:nvSpPr>
        <dsp:cNvPr id="0" name=""/>
        <dsp:cNvSpPr/>
      </dsp:nvSpPr>
      <dsp:spPr>
        <a:xfrm>
          <a:off x="6922406" y="2890194"/>
          <a:ext cx="1644688" cy="13311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95000" rotWithShape="0">
            <a:srgbClr val="000000">
              <a:alpha val="50000"/>
            </a:srgbClr>
          </a:outerShdw>
          <a:softEdge rad="12700"/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smtClean="0"/>
            <a:t>Keywords</a:t>
          </a:r>
          <a:endParaRPr lang="pt-BR" sz="2400" kern="1200" dirty="0"/>
        </a:p>
      </dsp:txBody>
      <dsp:txXfrm>
        <a:off x="6961393" y="2929181"/>
        <a:ext cx="1566714" cy="1253157"/>
      </dsp:txXfrm>
    </dsp:sp>
    <dsp:sp modelId="{8F12A02F-6D9F-4475-9696-0EE7A21DE527}">
      <dsp:nvSpPr>
        <dsp:cNvPr id="0" name=""/>
        <dsp:cNvSpPr/>
      </dsp:nvSpPr>
      <dsp:spPr>
        <a:xfrm>
          <a:off x="6922406" y="4334027"/>
          <a:ext cx="813799" cy="133113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95000" rotWithShape="0">
            <a:srgbClr val="000000">
              <a:alpha val="50000"/>
            </a:srgbClr>
          </a:outerShdw>
          <a:softEdge rad="12700"/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err="1" smtClean="0"/>
            <a:t>Anuncio</a:t>
          </a:r>
          <a:r>
            <a:rPr lang="en-US" sz="1400" kern="1200" dirty="0" smtClean="0"/>
            <a:t> 1</a:t>
          </a:r>
          <a:endParaRPr lang="pt-BR" sz="1400" kern="1200" dirty="0"/>
        </a:p>
      </dsp:txBody>
      <dsp:txXfrm>
        <a:off x="6946241" y="4357862"/>
        <a:ext cx="766129" cy="1283461"/>
      </dsp:txXfrm>
    </dsp:sp>
    <dsp:sp modelId="{5BB657FA-80B8-4E14-BE18-278472D0B5E7}">
      <dsp:nvSpPr>
        <dsp:cNvPr id="0" name=""/>
        <dsp:cNvSpPr/>
      </dsp:nvSpPr>
      <dsp:spPr>
        <a:xfrm>
          <a:off x="7753295" y="4334027"/>
          <a:ext cx="813799" cy="133113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95000" rotWithShape="0">
            <a:srgbClr val="000000">
              <a:alpha val="50000"/>
            </a:srgbClr>
          </a:outerShdw>
          <a:softEdge rad="12700"/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err="1" smtClean="0"/>
            <a:t>Anuncio</a:t>
          </a:r>
          <a:r>
            <a:rPr lang="en-US" sz="1400" kern="1200" dirty="0" smtClean="0"/>
            <a:t> 2</a:t>
          </a:r>
          <a:endParaRPr lang="pt-BR" sz="1400" kern="1200" dirty="0"/>
        </a:p>
      </dsp:txBody>
      <dsp:txXfrm>
        <a:off x="7777130" y="4357862"/>
        <a:ext cx="766129" cy="128346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153A07-AEE2-402F-8600-BC55F07694EE}">
      <dsp:nvSpPr>
        <dsp:cNvPr id="0" name=""/>
        <dsp:cNvSpPr/>
      </dsp:nvSpPr>
      <dsp:spPr>
        <a:xfrm>
          <a:off x="531883" y="277761"/>
          <a:ext cx="1937411" cy="19373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/>
            <a:t>Site do </a:t>
          </a:r>
          <a:r>
            <a:rPr lang="en-US" sz="1800" b="1" kern="1200" dirty="0" err="1" smtClean="0"/>
            <a:t>anunciante</a:t>
          </a:r>
          <a:endParaRPr lang="pt-BR" sz="1800" b="1" kern="1200" dirty="0"/>
        </a:p>
      </dsp:txBody>
      <dsp:txXfrm>
        <a:off x="815610" y="561482"/>
        <a:ext cx="1369957" cy="1369927"/>
      </dsp:txXfrm>
    </dsp:sp>
    <dsp:sp modelId="{D1F3F777-DCA6-4794-AA75-660FE023DD88}">
      <dsp:nvSpPr>
        <dsp:cNvPr id="0" name=""/>
        <dsp:cNvSpPr/>
      </dsp:nvSpPr>
      <dsp:spPr>
        <a:xfrm>
          <a:off x="1784998" y="189493"/>
          <a:ext cx="215468" cy="21546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B672E2-99D7-4A40-BD8A-3EC13AE2A65A}">
      <dsp:nvSpPr>
        <dsp:cNvPr id="0" name=""/>
        <dsp:cNvSpPr/>
      </dsp:nvSpPr>
      <dsp:spPr>
        <a:xfrm>
          <a:off x="1274792" y="2071186"/>
          <a:ext cx="156016" cy="15616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C9751C-00EE-44DE-B55B-8105C7DF1A9E}">
      <dsp:nvSpPr>
        <dsp:cNvPr id="0" name=""/>
        <dsp:cNvSpPr/>
      </dsp:nvSpPr>
      <dsp:spPr>
        <a:xfrm>
          <a:off x="2188078" y="1572028"/>
          <a:ext cx="156016" cy="15616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09883D-29FA-42DC-8836-BF3DF57189A4}">
      <dsp:nvSpPr>
        <dsp:cNvPr id="0" name=""/>
        <dsp:cNvSpPr/>
      </dsp:nvSpPr>
      <dsp:spPr>
        <a:xfrm>
          <a:off x="1995061" y="2237311"/>
          <a:ext cx="215468" cy="21546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C7B732-7CB6-44C0-8217-3FE0CFE90E48}">
      <dsp:nvSpPr>
        <dsp:cNvPr id="0" name=""/>
        <dsp:cNvSpPr/>
      </dsp:nvSpPr>
      <dsp:spPr>
        <a:xfrm>
          <a:off x="1319111" y="495715"/>
          <a:ext cx="156016" cy="15616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27AFE5-E870-4A48-A4A6-1D7E4E4788E1}">
      <dsp:nvSpPr>
        <dsp:cNvPr id="0" name=""/>
        <dsp:cNvSpPr/>
      </dsp:nvSpPr>
      <dsp:spPr>
        <a:xfrm>
          <a:off x="459885" y="1389032"/>
          <a:ext cx="156016" cy="15616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DDFB5A-D902-4688-A378-E6EC3942A07E}">
      <dsp:nvSpPr>
        <dsp:cNvPr id="0" name=""/>
        <dsp:cNvSpPr/>
      </dsp:nvSpPr>
      <dsp:spPr>
        <a:xfrm>
          <a:off x="74224" y="432046"/>
          <a:ext cx="787647" cy="78739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err="1" smtClean="0"/>
            <a:t>Contatos</a:t>
          </a:r>
          <a:endParaRPr lang="pt-BR" sz="900" kern="1200" dirty="0"/>
        </a:p>
      </dsp:txBody>
      <dsp:txXfrm>
        <a:off x="189572" y="547357"/>
        <a:ext cx="556951" cy="556773"/>
      </dsp:txXfrm>
    </dsp:sp>
    <dsp:sp modelId="{A117DF27-87F9-4884-AE33-80D19A905F59}">
      <dsp:nvSpPr>
        <dsp:cNvPr id="0" name=""/>
        <dsp:cNvSpPr/>
      </dsp:nvSpPr>
      <dsp:spPr>
        <a:xfrm>
          <a:off x="1567007" y="502505"/>
          <a:ext cx="215468" cy="21546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2FF478-2CC5-4F6D-9F86-891FAD8607F7}">
      <dsp:nvSpPr>
        <dsp:cNvPr id="0" name=""/>
        <dsp:cNvSpPr/>
      </dsp:nvSpPr>
      <dsp:spPr>
        <a:xfrm>
          <a:off x="148089" y="1645689"/>
          <a:ext cx="389499" cy="38951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B3FAE0-EF56-483A-9884-D3B9A9B95F96}">
      <dsp:nvSpPr>
        <dsp:cNvPr id="0" name=""/>
        <dsp:cNvSpPr/>
      </dsp:nvSpPr>
      <dsp:spPr>
        <a:xfrm>
          <a:off x="2232252" y="1271317"/>
          <a:ext cx="787647" cy="78739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err="1" smtClean="0"/>
            <a:t>Vendas</a:t>
          </a:r>
          <a:endParaRPr lang="pt-BR" sz="900" kern="1200" dirty="0"/>
        </a:p>
      </dsp:txBody>
      <dsp:txXfrm>
        <a:off x="2347600" y="1386628"/>
        <a:ext cx="556951" cy="556773"/>
      </dsp:txXfrm>
    </dsp:sp>
    <dsp:sp modelId="{32C9CB96-6F4A-4761-B25C-0622E5785E60}">
      <dsp:nvSpPr>
        <dsp:cNvPr id="0" name=""/>
        <dsp:cNvSpPr/>
      </dsp:nvSpPr>
      <dsp:spPr>
        <a:xfrm>
          <a:off x="2116069" y="720082"/>
          <a:ext cx="215468" cy="21546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1E5FF3-7617-4A86-9400-D61651CCCF31}">
      <dsp:nvSpPr>
        <dsp:cNvPr id="0" name=""/>
        <dsp:cNvSpPr/>
      </dsp:nvSpPr>
      <dsp:spPr>
        <a:xfrm>
          <a:off x="0" y="2109209"/>
          <a:ext cx="156016" cy="15616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FF3051-66A0-402F-B5BE-E2792295D96E}">
      <dsp:nvSpPr>
        <dsp:cNvPr id="0" name=""/>
        <dsp:cNvSpPr/>
      </dsp:nvSpPr>
      <dsp:spPr>
        <a:xfrm>
          <a:off x="1555838" y="1886955"/>
          <a:ext cx="156016" cy="15616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33F6D2-B63A-4DA9-A622-B5011C5A448D}">
      <dsp:nvSpPr>
        <dsp:cNvPr id="0" name=""/>
        <dsp:cNvSpPr/>
      </dsp:nvSpPr>
      <dsp:spPr>
        <a:xfrm>
          <a:off x="2299665" y="859"/>
          <a:ext cx="1008766" cy="100876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err="1" smtClean="0"/>
            <a:t>Gogle</a:t>
          </a:r>
          <a:r>
            <a:rPr lang="en-US" sz="900" kern="1200" dirty="0" smtClean="0"/>
            <a:t> Analytics</a:t>
          </a:r>
          <a:endParaRPr lang="pt-BR" sz="900" kern="1200" dirty="0"/>
        </a:p>
      </dsp:txBody>
      <dsp:txXfrm>
        <a:off x="2447395" y="148589"/>
        <a:ext cx="713306" cy="713306"/>
      </dsp:txXfrm>
    </dsp:sp>
    <dsp:sp modelId="{0A85B633-897F-418D-9A01-A6964171B054}">
      <dsp:nvSpPr>
        <dsp:cNvPr id="0" name=""/>
        <dsp:cNvSpPr/>
      </dsp:nvSpPr>
      <dsp:spPr>
        <a:xfrm>
          <a:off x="2511506" y="1091537"/>
          <a:ext cx="585084" cy="585084"/>
        </a:xfrm>
        <a:prstGeom prst="mathPlus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700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700" kern="1200"/>
        </a:p>
      </dsp:txBody>
      <dsp:txXfrm>
        <a:off x="2589059" y="1315273"/>
        <a:ext cx="429978" cy="137612"/>
      </dsp:txXfrm>
    </dsp:sp>
    <dsp:sp modelId="{17F5B6FD-3799-43DE-ABA4-06F7DF24F89E}">
      <dsp:nvSpPr>
        <dsp:cNvPr id="0" name=""/>
        <dsp:cNvSpPr/>
      </dsp:nvSpPr>
      <dsp:spPr>
        <a:xfrm>
          <a:off x="2299665" y="1758533"/>
          <a:ext cx="1008766" cy="1008766"/>
        </a:xfrm>
        <a:prstGeom prst="ellipse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smtClean="0"/>
            <a:t>Google Adwords</a:t>
          </a:r>
          <a:endParaRPr lang="pt-BR" sz="900" kern="1200" dirty="0"/>
        </a:p>
      </dsp:txBody>
      <dsp:txXfrm>
        <a:off x="2447395" y="1906263"/>
        <a:ext cx="713306" cy="713306"/>
      </dsp:txXfrm>
    </dsp:sp>
    <dsp:sp modelId="{EAD88A3A-71CE-49A2-83CC-ABB12082EC02}">
      <dsp:nvSpPr>
        <dsp:cNvPr id="0" name=""/>
        <dsp:cNvSpPr/>
      </dsp:nvSpPr>
      <dsp:spPr>
        <a:xfrm>
          <a:off x="2511506" y="2849212"/>
          <a:ext cx="585084" cy="585084"/>
        </a:xfrm>
        <a:prstGeom prst="mathPlus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700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700" kern="1200"/>
        </a:p>
      </dsp:txBody>
      <dsp:txXfrm>
        <a:off x="2589059" y="3072948"/>
        <a:ext cx="429978" cy="137612"/>
      </dsp:txXfrm>
    </dsp:sp>
    <dsp:sp modelId="{C41B1942-B139-43B7-90D1-BF26CF565997}">
      <dsp:nvSpPr>
        <dsp:cNvPr id="0" name=""/>
        <dsp:cNvSpPr/>
      </dsp:nvSpPr>
      <dsp:spPr>
        <a:xfrm>
          <a:off x="2299665" y="3516208"/>
          <a:ext cx="1008766" cy="1008766"/>
        </a:xfrm>
        <a:prstGeom prst="ellipse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smtClean="0"/>
            <a:t>Webmasters Tools</a:t>
          </a:r>
          <a:endParaRPr lang="pt-BR" sz="900" kern="1200" dirty="0"/>
        </a:p>
      </dsp:txBody>
      <dsp:txXfrm>
        <a:off x="2447395" y="3663938"/>
        <a:ext cx="713306" cy="713306"/>
      </dsp:txXfrm>
    </dsp:sp>
    <dsp:sp modelId="{B38C6220-E02D-4713-94C0-DE12605F3C5B}">
      <dsp:nvSpPr>
        <dsp:cNvPr id="0" name=""/>
        <dsp:cNvSpPr/>
      </dsp:nvSpPr>
      <dsp:spPr>
        <a:xfrm>
          <a:off x="3459747" y="2075286"/>
          <a:ext cx="320787" cy="3752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700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700" kern="1200"/>
        </a:p>
      </dsp:txBody>
      <dsp:txXfrm>
        <a:off x="3459747" y="2150338"/>
        <a:ext cx="224551" cy="225157"/>
      </dsp:txXfrm>
    </dsp:sp>
    <dsp:sp modelId="{DF1D4C06-2E7F-4E9A-BE5A-2B84AD3831B4}">
      <dsp:nvSpPr>
        <dsp:cNvPr id="0" name=""/>
        <dsp:cNvSpPr/>
      </dsp:nvSpPr>
      <dsp:spPr>
        <a:xfrm>
          <a:off x="3913692" y="1254150"/>
          <a:ext cx="2017532" cy="2017532"/>
        </a:xfrm>
        <a:prstGeom prst="ellipse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err="1" smtClean="0"/>
            <a:t>Unificação</a:t>
          </a:r>
          <a:r>
            <a:rPr lang="en-US" sz="2000" kern="1200" dirty="0" smtClean="0"/>
            <a:t> de dados para </a:t>
          </a:r>
          <a:r>
            <a:rPr lang="en-US" sz="2000" kern="1200" dirty="0" err="1" smtClean="0"/>
            <a:t>relatório</a:t>
          </a:r>
          <a:r>
            <a:rPr lang="en-US" sz="2000" kern="1200" dirty="0" smtClean="0"/>
            <a:t> e </a:t>
          </a:r>
          <a:r>
            <a:rPr lang="en-US" sz="2000" kern="1200" dirty="0" err="1" smtClean="0"/>
            <a:t>analises</a:t>
          </a:r>
          <a:endParaRPr lang="pt-BR" sz="2000" kern="1200" dirty="0"/>
        </a:p>
      </dsp:txBody>
      <dsp:txXfrm>
        <a:off x="4209153" y="1549611"/>
        <a:ext cx="1426610" cy="14266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CircleRelationship">
  <dgm:title val=""/>
  <dgm:desc val=""/>
  <dgm:catLst>
    <dgm:cat type="relationship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clrData>
  <dgm:layoutNode name="Name0">
    <dgm:varLst>
      <dgm:chMax val="1"/>
      <dgm:chPref val="1"/>
    </dgm:varLst>
    <dgm:shape xmlns:r="http://schemas.openxmlformats.org/officeDocument/2006/relationships" r:blip="">
      <dgm:adjLst/>
    </dgm:shape>
    <dgm:choose name="Name1">
      <dgm:if name="Name2" axis="ch ch" ptType="node node" func="cnt" op="equ" val="0">
        <dgm:alg type="composite">
          <dgm:param type="ar" val="0.98"/>
        </dgm:alg>
        <dgm:constrLst>
          <dgm:constr type="primFontSz" for="des" ptType="node" op="equ" val="65"/>
          <dgm:constr type="l" for="ch" forName="Parent" refType="w" fact="0"/>
          <dgm:constr type="t" for="ch" forName="Parent" refType="h" fact="0.039"/>
          <dgm:constr type="w" for="ch" forName="Parent" refType="w" fact="0.8734"/>
          <dgm:constr type="h" for="ch" forName="Parent" refType="h" fact="0.856"/>
          <dgm:constr type="l" for="ch" forName="Accent1" refType="w" fact="0.4984"/>
          <dgm:constr type="t" for="ch" forName="Accent1" refType="h" fact="0"/>
          <dgm:constr type="w" for="ch" forName="Accent1" refType="w" fact="0.0972"/>
          <dgm:constr type="h" for="ch" forName="Accent1" refType="h" fact="0.0952"/>
          <dgm:constr type="l" for="ch" forName="Accent2" refType="w" fact="0.2684"/>
          <dgm:constr type="t" for="ch" forName="Accent2" refType="h" fact="0.8314"/>
          <dgm:constr type="w" for="ch" forName="Accent2" refType="w" fact="0.0704"/>
          <dgm:constr type="h" for="ch" forName="Accent2" refType="h" fact="0.069"/>
          <dgm:constr type="l" for="ch" forName="Accent3" refType="w" fact="0.9296"/>
          <dgm:constr type="t" for="ch" forName="Accent3" refType="h" fact="0.3864"/>
          <dgm:constr type="w" for="ch" forName="Accent3" refType="w" fact="0.0704"/>
          <dgm:constr type="h" for="ch" forName="Accent3" refType="h" fact="0.069"/>
          <dgm:constr type="l" for="ch" forName="Accent4" refType="w" fact="0.5931"/>
          <dgm:constr type="t" for="ch" forName="Accent4" refType="h" fact="0.9048"/>
          <dgm:constr type="w" for="ch" forName="Accent4" refType="w" fact="0.0972"/>
          <dgm:constr type="h" for="ch" forName="Accent4" refType="h" fact="0.0952"/>
          <dgm:constr type="l" for="ch" forName="Accent5" refType="w" fact="0.2883"/>
          <dgm:constr type="t" for="ch" forName="Accent5" refType="h" fact="0.1353"/>
          <dgm:constr type="w" for="ch" forName="Accent5" refType="w" fact="0.0704"/>
          <dgm:constr type="h" for="ch" forName="Accent5" refType="h" fact="0.069"/>
          <dgm:constr type="l" for="ch" forName="Accent6" refType="w" fact="0.0666"/>
          <dgm:constr type="t" for="ch" forName="Accent6" refType="h" fact="0.53"/>
          <dgm:constr type="w" for="ch" forName="Accent6" refType="w" fact="0.0704"/>
          <dgm:constr type="h" for="ch" forName="Accent6" refType="h" fact="0.069"/>
        </dgm:constrLst>
      </dgm:if>
      <dgm:if name="Name3" axis="ch ch" ptType="node node" func="cnt" op="equ" val="1">
        <dgm:alg type="composite">
          <dgm:param type="ar" val="1.2476"/>
        </dgm:alg>
        <dgm:constrLst>
          <dgm:constr type="primFontSz" for="des" ptType="node" op="equ" val="65"/>
          <dgm:constr type="l" for="ch" forName="Parent" refType="w" fact="0.2145"/>
          <dgm:constr type="t" for="ch" forName="Parent" refType="h" fact="0.039"/>
          <dgm:constr type="w" for="ch" forName="Parent" refType="w" fact="0.6861"/>
          <dgm:constr type="h" for="ch" forName="Parent" refType="h" fact="0.856"/>
          <dgm:constr type="l" for="ch" forName="Accent8" refType="w" fact="0.0262"/>
          <dgm:constr type="t" for="ch" forName="Accent8" refType="h" fact="0.6434"/>
          <dgm:constr type="w" for="ch" forName="Accent8" refType="w" fact="0.138"/>
          <dgm:constr type="h" for="ch" forName="Accent8" refType="h" fact="0.1721"/>
          <dgm:constr type="l" for="ch" forName="Accent1" refType="w" fact="0.6059"/>
          <dgm:constr type="t" for="ch" forName="Accent1" refType="h" fact="0"/>
          <dgm:constr type="w" for="ch" forName="Accent1" refType="w" fact="0.0763"/>
          <dgm:constr type="h" for="ch" forName="Accent1" refType="h" fact="0.0952"/>
          <dgm:constr type="l" for="ch" forName="Accent2" refType="w" fact="0.4253"/>
          <dgm:constr type="t" for="ch" forName="Accent2" refType="h" fact="0.8314"/>
          <dgm:constr type="w" for="ch" forName="Accent2" refType="w" fact="0.0553"/>
          <dgm:constr type="h" for="ch" forName="Accent2" refType="h" fact="0.069"/>
          <dgm:constr type="l" for="ch" forName="Accent3" refType="w" fact="0.9447"/>
          <dgm:constr type="t" for="ch" forName="Accent3" refType="h" fact="0.3864"/>
          <dgm:constr type="w" for="ch" forName="Accent3" refType="w" fact="0.0553"/>
          <dgm:constr type="h" for="ch" forName="Accent3" refType="h" fact="0.069"/>
          <dgm:constr type="l" for="ch" forName="Child1" refType="w" fact="0"/>
          <dgm:constr type="t" for="ch" forName="Child1" refType="h" fact="0.1935"/>
          <dgm:constr type="w" for="ch" forName="Child1" refType="w" fact="0.2789"/>
          <dgm:constr type="h" for="ch" forName="Child1" refType="h" fact="0.3479"/>
          <dgm:constr type="l" for="ch" forName="Accent4" refType="w" fact="0.6803"/>
          <dgm:constr type="t" for="ch" forName="Accent4" refType="h" fact="0.9048"/>
          <dgm:constr type="w" for="ch" forName="Accent4" refType="w" fact="0.0763"/>
          <dgm:constr type="h" for="ch" forName="Accent4" refType="h" fact="0.0952"/>
          <dgm:constr type="l" for="ch" forName="Accent7" refType="w" fact="0.5287"/>
          <dgm:constr type="t" for="ch" forName="Accent7" refType="h" fact="0.1383"/>
          <dgm:constr type="w" for="ch" forName="Accent7" refType="w" fact="0.0763"/>
          <dgm:constr type="h" for="ch" forName="Accent7" refType="h" fact="0.0952"/>
          <dgm:constr type="l" for="ch" forName="Accent5" refType="w" fact="0.4409"/>
          <dgm:constr type="t" for="ch" forName="Accent5" refType="h" fact="0.1353"/>
          <dgm:constr type="w" for="ch" forName="Accent5" refType="w" fact="0.0553"/>
          <dgm:constr type="h" for="ch" forName="Accent5" refType="h" fact="0.069"/>
          <dgm:constr type="l" for="ch" forName="Accent6" refType="w" fact="0.2668"/>
          <dgm:constr type="t" for="ch" forName="Accent6" refType="h" fact="0.53"/>
          <dgm:constr type="w" for="ch" forName="Accent6" refType="w" fact="0.0553"/>
          <dgm:constr type="h" for="ch" forName="Accent6" refType="h" fact="0.069"/>
        </dgm:constrLst>
      </dgm:if>
      <dgm:if name="Name4" axis="ch ch" ptType="node node" func="cnt" op="equ" val="2">
        <dgm:alg type="composite">
          <dgm:param type="ar" val="1.592"/>
        </dgm:alg>
        <dgm:constrLst>
          <dgm:constr type="primFontSz" for="des" ptType="node" op="equ" val="65"/>
          <dgm:constr type="l" for="ch" forName="Parent" refType="w" fact="0.1886"/>
          <dgm:constr type="t" for="ch" forName="Parent" refType="h" fact="0.039"/>
          <dgm:constr type="w" for="ch" forName="Parent" refType="w" fact="0.5377"/>
          <dgm:constr type="h" for="ch" forName="Parent" refType="h" fact="0.856"/>
          <dgm:constr type="l" for="ch" forName="Accent8" refType="w" fact="0.0411"/>
          <dgm:constr type="t" for="ch" forName="Accent8" refType="h" fact="0.6434"/>
          <dgm:constr type="w" for="ch" forName="Accent8" refType="w" fact="0.1081"/>
          <dgm:constr type="h" for="ch" forName="Accent8" refType="h" fact="0.1721"/>
          <dgm:constr type="l" for="ch" forName="Accent1" refType="w" fact="0.4954"/>
          <dgm:constr type="t" for="ch" forName="Accent1" refType="h" fact="0"/>
          <dgm:constr type="w" for="ch" forName="Accent1" refType="w" fact="0.0598"/>
          <dgm:constr type="h" for="ch" forName="Accent1" refType="h" fact="0.0952"/>
          <dgm:constr type="l" for="ch" forName="Accent2" refType="w" fact="0.3538"/>
          <dgm:constr type="t" for="ch" forName="Accent2" refType="h" fact="0.8314"/>
          <dgm:constr type="w" for="ch" forName="Accent2" refType="w" fact="0.0433"/>
          <dgm:constr type="h" for="ch" forName="Accent2" refType="h" fact="0.069"/>
          <dgm:constr type="l" for="ch" forName="Accent3" refType="w" fact="0.7609"/>
          <dgm:constr type="t" for="ch" forName="Accent3" refType="h" fact="0.3864"/>
          <dgm:constr type="w" for="ch" forName="Accent3" refType="w" fact="0.0433"/>
          <dgm:constr type="h" for="ch" forName="Accent3" refType="h" fact="0.069"/>
          <dgm:constr type="l" for="ch" forName="Accent9" refType="w" fact="0.6839"/>
          <dgm:constr type="t" for="ch" forName="Accent9" refType="h" fact="0.27"/>
          <dgm:constr type="w" for="ch" forName="Accent9" refType="w" fact="0.0598"/>
          <dgm:constr type="h" for="ch" forName="Accent9" refType="h" fact="0.0952"/>
          <dgm:constr type="l" for="ch" forName="Child1" refType="w" fact="0.0206"/>
          <dgm:constr type="t" for="ch" forName="Child1" refType="h" fact="0.1935"/>
          <dgm:constr type="w" for="ch" forName="Child1" refType="w" fact="0.2186"/>
          <dgm:constr type="h" for="ch" forName="Child1" refType="h" fact="0.3479"/>
          <dgm:constr type="l" for="ch" forName="Child2" refType="w" fact="0.7814"/>
          <dgm:constr type="t" for="ch" forName="Child2" refType="h" fact="0.0298"/>
          <dgm:constr type="w" for="ch" forName="Child2" refType="w" fact="0.2186"/>
          <dgm:constr type="h" for="ch" forName="Child2" refType="h" fact="0.3479"/>
          <dgm:constr type="l" for="ch" forName="Accent10" refType="w" fact="0"/>
          <dgm:constr type="t" for="ch" forName="Accent10" refType="h" fact="0.8482"/>
          <dgm:constr type="w" for="ch" forName="Accent10" refType="w" fact="0.0433"/>
          <dgm:constr type="h" for="ch" forName="Accent10" refType="h" fact="0.069"/>
          <dgm:constr type="l" for="ch" forName="Accent11" refType="w" fact="0.4318"/>
          <dgm:constr type="t" for="ch" forName="Accent11" refType="h" fact="0.75"/>
          <dgm:constr type="w" for="ch" forName="Accent11" refType="w" fact="0.0433"/>
          <dgm:constr type="h" for="ch" forName="Accent11" refType="h" fact="0.069"/>
          <dgm:constr type="l" for="ch" forName="Accent7" refType="w" fact="0.4349"/>
          <dgm:constr type="t" for="ch" forName="Accent7" refType="h" fact="0.1383"/>
          <dgm:constr type="w" for="ch" forName="Accent7" refType="w" fact="0.0598"/>
          <dgm:constr type="h" for="ch" forName="Accent7" refType="h" fact="0.0952"/>
          <dgm:constr type="l" for="ch" forName="Accent5" refType="w" fact="0.3661"/>
          <dgm:constr type="t" for="ch" forName="Accent5" refType="h" fact="0.1353"/>
          <dgm:constr type="w" for="ch" forName="Accent5" refType="w" fact="0.0433"/>
          <dgm:constr type="h" for="ch" forName="Accent5" refType="h" fact="0.069"/>
          <dgm:constr type="l" for="ch" forName="Accent6" refType="w" fact="0.2296"/>
          <dgm:constr type="t" for="ch" forName="Accent6" refType="h" fact="0.53"/>
          <dgm:constr type="w" for="ch" forName="Accent6" refType="w" fact="0.0433"/>
          <dgm:constr type="h" for="ch" forName="Accent6" refType="h" fact="0.069"/>
          <dgm:constr type="l" for="ch" forName="Accent4" refType="w" fact="0.5537"/>
          <dgm:constr type="t" for="ch" forName="Accent4" refType="h" fact="0.9048"/>
          <dgm:constr type="w" for="ch" forName="Accent4" refType="w" fact="0.0598"/>
          <dgm:constr type="h" for="ch" forName="Accent4" refType="h" fact="0.0952"/>
        </dgm:constrLst>
      </dgm:if>
      <dgm:if name="Name5" axis="ch ch" ptType="node node" func="cnt" op="equ" val="3">
        <dgm:alg type="composite">
          <dgm:param type="ar" val="1.7557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039"/>
          <dgm:constr type="w" for="ch" forName="Parent" refType="w" fact="0.4875"/>
          <dgm:constr type="h" for="ch" forName="Parent" refType="h" fact="0.856"/>
          <dgm:constr type="l" for="ch" forName="Accent8" refType="w" fact="0.0373"/>
          <dgm:constr type="t" for="ch" forName="Accent8" refType="h" fact="0.6434"/>
          <dgm:constr type="w" for="ch" forName="Accent8" refType="w" fact="0.098"/>
          <dgm:constr type="h" for="ch" forName="Accent8" refType="h" fact="0.1721"/>
          <dgm:constr type="l" for="ch" forName="Accent1" refType="w" fact="0.4492"/>
          <dgm:constr type="t" for="ch" forName="Accent1" refType="h" fact="0"/>
          <dgm:constr type="w" for="ch" forName="Accent1" refType="w" fact="0.0542"/>
          <dgm:constr type="h" for="ch" forName="Accent1" refType="h" fact="0.0952"/>
          <dgm:constr type="l" for="ch" forName="Accent2" refType="w" fact="0.3209"/>
          <dgm:constr type="t" for="ch" forName="Accent2" refType="h" fact="0.8314"/>
          <dgm:constr type="w" for="ch" forName="Accent2" refType="w" fact="0.0393"/>
          <dgm:constr type="h" for="ch" forName="Accent2" refType="h" fact="0.069"/>
          <dgm:constr type="l" for="ch" forName="Accent3" refType="w" fact="0.6899"/>
          <dgm:constr type="t" for="ch" forName="Accent3" refType="h" fact="0.3864"/>
          <dgm:constr type="w" for="ch" forName="Accent3" refType="w" fact="0.0393"/>
          <dgm:constr type="h" for="ch" forName="Accent3" refType="h" fact="0.069"/>
          <dgm:constr type="l" for="ch" forName="Accent9" refType="w" fact="0.6201"/>
          <dgm:constr type="t" for="ch" forName="Accent9" refType="h" fact="0.27"/>
          <dgm:constr type="w" for="ch" forName="Accent9" refType="w" fact="0.0542"/>
          <dgm:constr type="h" for="ch" forName="Accent9" refType="h" fact="0.0952"/>
          <dgm:constr type="l" for="ch" forName="Child1" refType="w" fact="0.0186"/>
          <dgm:constr type="t" for="ch" forName="Child1" refType="h" fact="0.1935"/>
          <dgm:constr type="w" for="ch" forName="Child1" refType="w" fact="0.1982"/>
          <dgm:constr type="h" for="ch" forName="Child1" refType="h" fact="0.3479"/>
          <dgm:constr type="l" for="ch" forName="Child2" refType="w" fact="0.7086"/>
          <dgm:constr type="t" for="ch" forName="Child2" refType="h" fact="0.0298"/>
          <dgm:constr type="w" for="ch" forName="Child2" refType="w" fact="0.1982"/>
          <dgm:constr type="h" for="ch" forName="Child2" refType="h" fact="0.3479"/>
          <dgm:constr type="l" for="ch" forName="Child3" refType="w" fact="0.8018"/>
          <dgm:constr type="t" for="ch" forName="Child3" refType="h" fact="0.6312"/>
          <dgm:constr type="w" for="ch" forName="Child3" refType="w" fact="0.1982"/>
          <dgm:constr type="h" for="ch" forName="Child3" refType="h" fact="0.3479"/>
          <dgm:constr type="l" for="ch" forName="Accent12" refType="w" fact="0.7459"/>
          <dgm:constr type="t" for="ch" forName="Accent12" refType="h" fact="0.619"/>
          <dgm:constr type="w" for="ch" forName="Accent12" refType="w" fact="0.0393"/>
          <dgm:constr type="h" for="ch" forName="Accent12" refType="h" fact="0.069"/>
          <dgm:constr type="l" for="ch" forName="Accent4" refType="w" fact="0.5021"/>
          <dgm:constr type="t" for="ch" forName="Accent4" refType="h" fact="0.9048"/>
          <dgm:constr type="w" for="ch" forName="Accent4" refType="w" fact="0.0542"/>
          <dgm:constr type="h" for="ch" forName="Accent4" refType="h" fact="0.0952"/>
          <dgm:constr type="l" for="ch" forName="Accent10" refType="w" fact="0"/>
          <dgm:constr type="t" for="ch" forName="Accent10" refType="h" fact="0.8482"/>
          <dgm:constr type="w" for="ch" forName="Accent10" refType="w" fact="0.0393"/>
          <dgm:constr type="h" for="ch" forName="Accent10" refType="h" fact="0.069"/>
          <dgm:constr type="l" for="ch" forName="Accent11" refType="w" fact="0.3916"/>
          <dgm:constr type="t" for="ch" forName="Accent11" refType="h" fact="0.75"/>
          <dgm:constr type="w" for="ch" forName="Accent11" refType="w" fact="0.0393"/>
          <dgm:constr type="h" for="ch" forName="Accent11" refType="h" fact="0.069"/>
          <dgm:constr type="l" for="ch" forName="Accent7" refType="w" fact="0.3944"/>
          <dgm:constr type="t" for="ch" forName="Accent7" refType="h" fact="0.1383"/>
          <dgm:constr type="w" for="ch" forName="Accent7" refType="w" fact="0.0542"/>
          <dgm:constr type="h" for="ch" forName="Accent7" refType="h" fact="0.0952"/>
          <dgm:constr type="l" for="ch" forName="Accent5" refType="w" fact="0.3319"/>
          <dgm:constr type="t" for="ch" forName="Accent5" refType="h" fact="0.1353"/>
          <dgm:constr type="w" for="ch" forName="Accent5" refType="w" fact="0.0393"/>
          <dgm:constr type="h" for="ch" forName="Accent5" refType="h" fact="0.069"/>
          <dgm:constr type="l" for="ch" forName="Accent6" refType="w" fact="0.2082"/>
          <dgm:constr type="t" for="ch" forName="Accent6" refType="h" fact="0.53"/>
          <dgm:constr type="w" for="ch" forName="Accent6" refType="w" fact="0.0393"/>
          <dgm:constr type="h" for="ch" forName="Accent6" refType="h" fact="0.069"/>
        </dgm:constrLst>
      </dgm:if>
      <dgm:if name="Name6" axis="ch ch" ptType="node node" func="cnt" op="equ" val="4">
        <dgm:alg type="composite">
          <dgm:param type="ar" val="1.3749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0306"/>
          <dgm:constr type="w" for="ch" forName="Parent" refType="w" fact="0.4875"/>
          <dgm:constr type="h" for="ch" forName="Parent" refType="h" fact="0.6703"/>
          <dgm:constr type="l" for="ch" forName="Accent8" refType="w" fact="0.0373"/>
          <dgm:constr type="t" for="ch" forName="Accent8" refType="h" fact="0.5038"/>
          <dgm:constr type="w" for="ch" forName="Accent8" refType="w" fact="0.098"/>
          <dgm:constr type="h" for="ch" forName="Accent8" refType="h" fact="0.1348"/>
          <dgm:constr type="l" for="ch" forName="Accent1" refType="w" fact="0.4492"/>
          <dgm:constr type="t" for="ch" forName="Accent1" refType="h" fact="0"/>
          <dgm:constr type="w" for="ch" forName="Accent1" refType="w" fact="0.0542"/>
          <dgm:constr type="h" for="ch" forName="Accent1" refType="h" fact="0.0746"/>
          <dgm:constr type="l" for="ch" forName="Accent2" refType="w" fact="0.3209"/>
          <dgm:constr type="t" for="ch" forName="Accent2" refType="h" fact="0.6511"/>
          <dgm:constr type="w" for="ch" forName="Accent2" refType="w" fact="0.0393"/>
          <dgm:constr type="h" for="ch" forName="Accent2" refType="h" fact="0.054"/>
          <dgm:constr type="l" for="ch" forName="Accent3" refType="w" fact="0.6899"/>
          <dgm:constr type="t" for="ch" forName="Accent3" refType="h" fact="0.3026"/>
          <dgm:constr type="w" for="ch" forName="Accent3" refType="w" fact="0.0393"/>
          <dgm:constr type="h" for="ch" forName="Accent3" refType="h" fact="0.054"/>
          <dgm:constr type="l" for="ch" forName="Accent9" refType="w" fact="0.6201"/>
          <dgm:constr type="t" for="ch" forName="Accent9" refType="h" fact="0.2115"/>
          <dgm:constr type="w" for="ch" forName="Accent9" refType="w" fact="0.0542"/>
          <dgm:constr type="h" for="ch" forName="Accent9" refType="h" fact="0.0746"/>
          <dgm:constr type="l" for="ch" forName="Child1" refType="w" fact="0.0186"/>
          <dgm:constr type="t" for="ch" forName="Child1" refType="h" fact="0.1515"/>
          <dgm:constr type="w" for="ch" forName="Child1" refType="w" fact="0.1982"/>
          <dgm:constr type="h" for="ch" forName="Child1" refType="h" fact="0.2725"/>
          <dgm:constr type="l" for="ch" forName="Child2" refType="w" fact="0.7086"/>
          <dgm:constr type="t" for="ch" forName="Child2" refType="h" fact="0.0233"/>
          <dgm:constr type="w" for="ch" forName="Child2" refType="w" fact="0.1982"/>
          <dgm:constr type="h" for="ch" forName="Child2" refType="h" fact="0.2725"/>
          <dgm:constr type="l" for="ch" forName="Child3" refType="w" fact="0.8018"/>
          <dgm:constr type="t" for="ch" forName="Child3" refType="h" fact="0.4943"/>
          <dgm:constr type="w" for="ch" forName="Child3" refType="w" fact="0.1982"/>
          <dgm:constr type="h" for="ch" forName="Child3" refType="h" fact="0.2725"/>
          <dgm:constr type="l" for="ch" forName="Accent12" refType="w" fact="0.7459"/>
          <dgm:constr type="t" for="ch" forName="Accent12" refType="h" fact="0.4848"/>
          <dgm:constr type="w" for="ch" forName="Accent12" refType="w" fact="0.0393"/>
          <dgm:constr type="h" for="ch" forName="Accent12" refType="h" fact="0.054"/>
          <dgm:constr type="l" for="ch" forName="Accent4" refType="w" fact="0.5021"/>
          <dgm:constr type="t" for="ch" forName="Accent4" refType="h" fact="0.7085"/>
          <dgm:constr type="w" for="ch" forName="Accent4" refType="w" fact="0.0542"/>
          <dgm:constr type="h" for="ch" forName="Accent4" refType="h" fact="0.0746"/>
          <dgm:constr type="l" for="ch" forName="Accent10" refType="w" fact="0"/>
          <dgm:constr type="t" for="ch" forName="Accent10" refType="h" fact="0.6642"/>
          <dgm:constr type="w" for="ch" forName="Accent10" refType="w" fact="0.0393"/>
          <dgm:constr type="h" for="ch" forName="Accent10" refType="h" fact="0.054"/>
          <dgm:constr type="l" for="ch" forName="Accent11" refType="w" fact="0.3916"/>
          <dgm:constr type="t" for="ch" forName="Accent11" refType="h" fact="0.5873"/>
          <dgm:constr type="w" for="ch" forName="Accent11" refType="w" fact="0.0393"/>
          <dgm:constr type="h" for="ch" forName="Accent11" refType="h" fact="0.054"/>
          <dgm:constr type="l" for="ch" forName="Accent7" refType="w" fact="0.3944"/>
          <dgm:constr type="t" for="ch" forName="Accent7" refType="h" fact="0.1083"/>
          <dgm:constr type="w" for="ch" forName="Accent7" refType="w" fact="0.0542"/>
          <dgm:constr type="h" for="ch" forName="Accent7" refType="h" fact="0.0746"/>
          <dgm:constr type="l" for="ch" forName="Accent5" refType="w" fact="0.3319"/>
          <dgm:constr type="t" for="ch" forName="Accent5" refType="h" fact="0.1059"/>
          <dgm:constr type="w" for="ch" forName="Accent5" refType="w" fact="0.0393"/>
          <dgm:constr type="h" for="ch" forName="Accent5" refType="h" fact="0.054"/>
          <dgm:constr type="l" for="ch" forName="Accent6" refType="w" fact="0.2082"/>
          <dgm:constr type="t" for="ch" forName="Accent6" refType="h" fact="0.4151"/>
          <dgm:constr type="w" for="ch" forName="Accent6" refType="w" fact="0.0393"/>
          <dgm:constr type="h" for="ch" forName="Accent6" refType="h" fact="0.054"/>
          <dgm:constr type="l" for="ch" forName="Child4" refType="w" fact="0.2329"/>
          <dgm:constr type="t" for="ch" forName="Child4" refType="h" fact="0.7275"/>
          <dgm:constr type="w" for="ch" forName="Child4" refType="w" fact="0.1982"/>
          <dgm:constr type="h" for="ch" forName="Child4" refType="h" fact="0.2725"/>
          <dgm:constr type="l" for="ch" forName="Accent13" refType="w" fact="0.4099"/>
          <dgm:constr type="t" for="ch" forName="Accent13" refType="h" fact="0.7183"/>
          <dgm:constr type="w" for="ch" forName="Accent13" refType="w" fact="0.0393"/>
          <dgm:constr type="h" for="ch" forName="Accent13" refType="h" fact="0.054"/>
        </dgm:constrLst>
      </dgm:if>
      <dgm:else name="Name7">
        <dgm:alg type="composite">
          <dgm:param type="ar" val="1.1477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1907"/>
          <dgm:constr type="w" for="ch" forName="Parent" refType="w" fact="0.4875"/>
          <dgm:constr type="h" for="ch" forName="Parent" refType="h" fact="0.5596"/>
          <dgm:constr type="l" for="ch" forName="Accent8" refType="w" fact="0.0373"/>
          <dgm:constr type="t" for="ch" forName="Accent8" refType="h" fact="0.5858"/>
          <dgm:constr type="w" for="ch" forName="Accent8" refType="w" fact="0.098"/>
          <dgm:constr type="h" for="ch" forName="Accent8" refType="h" fact="0.1125"/>
          <dgm:constr type="l" for="ch" forName="Accent1" refType="w" fact="0.4492"/>
          <dgm:constr type="t" for="ch" forName="Accent1" refType="h" fact="0.1652"/>
          <dgm:constr type="w" for="ch" forName="Accent1" refType="w" fact="0.0542"/>
          <dgm:constr type="h" for="ch" forName="Accent1" refType="h" fact="0.0623"/>
          <dgm:constr type="l" for="ch" forName="Accent2" refType="w" fact="0.3209"/>
          <dgm:constr type="t" for="ch" forName="Accent2" refType="h" fact="0.7087"/>
          <dgm:constr type="w" for="ch" forName="Accent2" refType="w" fact="0.0393"/>
          <dgm:constr type="h" for="ch" forName="Accent2" refType="h" fact="0.0451"/>
          <dgm:constr type="l" for="ch" forName="Accent3" refType="w" fact="0.6899"/>
          <dgm:constr type="t" for="ch" forName="Accent3" refType="h" fact="0.4178"/>
          <dgm:constr type="w" for="ch" forName="Accent3" refType="w" fact="0.0393"/>
          <dgm:constr type="h" for="ch" forName="Accent3" refType="h" fact="0.0451"/>
          <dgm:constr type="l" for="ch" forName="Accent9" refType="w" fact="0.6201"/>
          <dgm:constr type="t" for="ch" forName="Accent9" refType="h" fact="0.3417"/>
          <dgm:constr type="w" for="ch" forName="Accent9" refType="w" fact="0.0542"/>
          <dgm:constr type="h" for="ch" forName="Accent9" refType="h" fact="0.0623"/>
          <dgm:constr type="l" for="ch" forName="Child1" refType="w" fact="0.0186"/>
          <dgm:constr type="t" for="ch" forName="Child1" refType="h" fact="0.2917"/>
          <dgm:constr type="w" for="ch" forName="Child1" refType="w" fact="0.1982"/>
          <dgm:constr type="h" for="ch" forName="Child1" refType="h" fact="0.2275"/>
          <dgm:constr type="l" for="ch" forName="Child2" refType="w" fact="0.7086"/>
          <dgm:constr type="t" for="ch" forName="Child2" refType="h" fact="0.1847"/>
          <dgm:constr type="w" for="ch" forName="Child2" refType="w" fact="0.1982"/>
          <dgm:constr type="h" for="ch" forName="Child2" refType="h" fact="0.2275"/>
          <dgm:constr type="l" for="ch" forName="Child3" refType="w" fact="0.8018"/>
          <dgm:constr type="t" for="ch" forName="Child3" refType="h" fact="0.5778"/>
          <dgm:constr type="w" for="ch" forName="Child3" refType="w" fact="0.1982"/>
          <dgm:constr type="h" for="ch" forName="Child3" refType="h" fact="0.2275"/>
          <dgm:constr type="l" for="ch" forName="Accent12" refType="w" fact="0.7459"/>
          <dgm:constr type="t" for="ch" forName="Accent12" refType="h" fact="0.5699"/>
          <dgm:constr type="w" for="ch" forName="Accent12" refType="w" fact="0.0393"/>
          <dgm:constr type="h" for="ch" forName="Accent12" refType="h" fact="0.0451"/>
          <dgm:constr type="l" for="ch" forName="Accent4" refType="w" fact="0.5021"/>
          <dgm:constr type="t" for="ch" forName="Accent4" refType="h" fact="0.7567"/>
          <dgm:constr type="w" for="ch" forName="Accent4" refType="w" fact="0.0542"/>
          <dgm:constr type="h" for="ch" forName="Accent4" refType="h" fact="0.0623"/>
          <dgm:constr type="l" for="ch" forName="Accent10" refType="w" fact="0"/>
          <dgm:constr type="t" for="ch" forName="Accent10" refType="h" fact="0.7197"/>
          <dgm:constr type="w" for="ch" forName="Accent10" refType="w" fact="0.0393"/>
          <dgm:constr type="h" for="ch" forName="Accent10" refType="h" fact="0.0451"/>
          <dgm:constr type="l" for="ch" forName="Accent11" refType="w" fact="0.3916"/>
          <dgm:constr type="t" for="ch" forName="Accent11" refType="h" fact="0.6555"/>
          <dgm:constr type="w" for="ch" forName="Accent11" refType="w" fact="0.0393"/>
          <dgm:constr type="h" for="ch" forName="Accent11" refType="h" fact="0.0451"/>
          <dgm:constr type="l" for="ch" forName="Accent7" refType="w" fact="0.3944"/>
          <dgm:constr type="t" for="ch" forName="Accent7" refType="h" fact="0.2556"/>
          <dgm:constr type="w" for="ch" forName="Accent7" refType="w" fact="0.0542"/>
          <dgm:constr type="h" for="ch" forName="Accent7" refType="h" fact="0.0623"/>
          <dgm:constr type="l" for="ch" forName="Accent5" refType="w" fact="0.3319"/>
          <dgm:constr type="t" for="ch" forName="Accent5" refType="h" fact="0.2536"/>
          <dgm:constr type="w" for="ch" forName="Accent5" refType="w" fact="0.0393"/>
          <dgm:constr type="h" for="ch" forName="Accent5" refType="h" fact="0.0451"/>
          <dgm:constr type="l" for="ch" forName="Accent6" refType="w" fact="0.2082"/>
          <dgm:constr type="t" for="ch" forName="Accent6" refType="h" fact="0.5117"/>
          <dgm:constr type="w" for="ch" forName="Accent6" refType="w" fact="0.0393"/>
          <dgm:constr type="h" for="ch" forName="Accent6" refType="h" fact="0.0451"/>
          <dgm:constr type="l" for="ch" forName="Child5" refType="w" fact="0.4219"/>
          <dgm:constr type="t" for="ch" forName="Child5" refType="h" fact="0"/>
          <dgm:constr type="w" for="ch" forName="Child5" refType="w" fact="0.1982"/>
          <dgm:constr type="h" for="ch" forName="Child5" refType="h" fact="0.2275"/>
          <dgm:constr type="l" for="ch" forName="Child4" refType="w" fact="0.2329"/>
          <dgm:constr type="t" for="ch" forName="Child4" refType="h" fact="0.7725"/>
          <dgm:constr type="w" for="ch" forName="Child4" refType="w" fact="0.1982"/>
          <dgm:constr type="h" for="ch" forName="Child4" refType="h" fact="0.2275"/>
          <dgm:constr type="l" for="ch" forName="Accent15" refType="w" fact="0.1775"/>
          <dgm:constr type="t" for="ch" forName="Accent15" refType="h" fact="0.2466"/>
          <dgm:constr type="w" for="ch" forName="Accent15" refType="w" fact="0.0393"/>
          <dgm:constr type="h" for="ch" forName="Accent15" refType="h" fact="0.0451"/>
          <dgm:constr type="l" for="ch" forName="Accent16" refType="w" fact="0.6351"/>
          <dgm:constr type="t" for="ch" forName="Accent16" refType="h" fact="0.056"/>
          <dgm:constr type="w" for="ch" forName="Accent16" refType="w" fact="0.0393"/>
          <dgm:constr type="h" for="ch" forName="Accent16" refType="h" fact="0.0451"/>
          <dgm:constr type="l" for="ch" forName="Accent13" refType="w" fact="0.4099"/>
          <dgm:constr type="t" for="ch" forName="Accent13" refType="h" fact="0.7648"/>
          <dgm:constr type="w" for="ch" forName="Accent13" refType="w" fact="0.0393"/>
          <dgm:constr type="h" for="ch" forName="Accent13" refType="h" fact="0.0451"/>
        </dgm:constrLst>
      </dgm:else>
    </dgm:choose>
    <dgm:forEach name="wrapper" axis="self" ptType="parTrans">
      <dgm:forEach name="accentRepeat1" axis="self">
        <dgm:layoutNode name="AccentHold1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accentRepeat2" axis="self">
        <dgm:layoutNode name="AccentHold2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accentRepeat3" axis="self">
        <dgm:layoutNode name="AccentHold3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</dgm:forEach>
    <dgm:forEach name="Name8" axis="ch" ptType="node" cnt="1">
      <dgm:layoutNode name="Parent" styleLbl="node0">
        <dgm:varLst>
          <dgm:chMax val="5"/>
          <dgm:chPref val="5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choose name="Name9">
        <dgm:if name="Name10" axis="ch" ptType="node" func="cnt" op="lte" val="4">
          <dgm:layoutNode name="Accent1" styleLbl="node1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</dgm:layoutNode>
        </dgm:if>
        <dgm:else name="Name11"/>
      </dgm:choose>
      <dgm:layoutNode name="Accent2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3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4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5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6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</dgm:forEach>
    <dgm:forEach name="Name12" axis="ch ch" ptType="node node" st="1 1" cnt="1 1">
      <dgm:layoutNode name="Child1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3" ref="accentRepeat1"/>
      </dgm:layoutNode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14" ref="accentRepeat2"/>
      </dgm:layoutNode>
    </dgm:forEach>
    <dgm:forEach name="Name15" axis="ch ch" ptType="node node" st="1 2" cnt="1 1">
      <dgm:layoutNode name="Child2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16" ref="accentRepeat1"/>
      </dgm:layoutNode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17" ref="accentRepeat2"/>
      </dgm:layoutNode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18" ref="accentRepeat3"/>
      </dgm:layoutNode>
    </dgm:forEach>
    <dgm:forEach name="Name19" axis="ch ch" ptType="node node" st="1 3" cnt="1 1">
      <dgm:layoutNode name="Child3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2">
        <dgm:alg type="sp"/>
        <dgm:shape xmlns:r="http://schemas.openxmlformats.org/officeDocument/2006/relationships" r:blip="">
          <dgm:adjLst/>
        </dgm:shape>
        <dgm:presOf/>
        <dgm:constrLst/>
        <dgm:forEach name="Name20" ref="accentRepeat1"/>
      </dgm:layoutNode>
    </dgm:forEach>
    <dgm:forEach name="Name21" axis="ch ch" ptType="node node" st="1 4" cnt="1 1">
      <dgm:layoutNode name="Child4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3">
        <dgm:alg type="sp"/>
        <dgm:shape xmlns:r="http://schemas.openxmlformats.org/officeDocument/2006/relationships" r:blip="">
          <dgm:adjLst/>
        </dgm:shape>
        <dgm:presOf/>
        <dgm:constrLst/>
        <dgm:forEach name="Name22" ref="accentRepeat1"/>
      </dgm:layoutNode>
    </dgm:forEach>
    <dgm:forEach name="Name23" axis="ch ch" ptType="node node" st="1 5" cnt="1 1">
      <dgm:layoutNode name="Child5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5">
        <dgm:alg type="sp"/>
        <dgm:shape xmlns:r="http://schemas.openxmlformats.org/officeDocument/2006/relationships" r:blip="">
          <dgm:adjLst/>
        </dgm:shape>
        <dgm:presOf/>
        <dgm:constrLst/>
        <dgm:forEach name="Name24" ref="accentRepeat2"/>
      </dgm:layoutNode>
      <dgm:layoutNode name="Accent16">
        <dgm:alg type="sp"/>
        <dgm:shape xmlns:r="http://schemas.openxmlformats.org/officeDocument/2006/relationships" r:blip="">
          <dgm:adjLst/>
        </dgm:shape>
        <dgm:presOf/>
        <dgm:constrLst/>
        <dgm:forEach name="Name25" ref="accentRepeat3"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9/3/layout/CircleRelationship">
  <dgm:title val=""/>
  <dgm:desc val=""/>
  <dgm:catLst>
    <dgm:cat type="relationship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clrData>
  <dgm:layoutNode name="Name0">
    <dgm:varLst>
      <dgm:chMax val="1"/>
      <dgm:chPref val="1"/>
    </dgm:varLst>
    <dgm:shape xmlns:r="http://schemas.openxmlformats.org/officeDocument/2006/relationships" r:blip="">
      <dgm:adjLst/>
    </dgm:shape>
    <dgm:choose name="Name1">
      <dgm:if name="Name2" axis="ch ch" ptType="node node" func="cnt" op="equ" val="0">
        <dgm:alg type="composite">
          <dgm:param type="ar" val="0.98"/>
        </dgm:alg>
        <dgm:constrLst>
          <dgm:constr type="primFontSz" for="des" ptType="node" op="equ" val="65"/>
          <dgm:constr type="l" for="ch" forName="Parent" refType="w" fact="0"/>
          <dgm:constr type="t" for="ch" forName="Parent" refType="h" fact="0.039"/>
          <dgm:constr type="w" for="ch" forName="Parent" refType="w" fact="0.8734"/>
          <dgm:constr type="h" for="ch" forName="Parent" refType="h" fact="0.856"/>
          <dgm:constr type="l" for="ch" forName="Accent1" refType="w" fact="0.4984"/>
          <dgm:constr type="t" for="ch" forName="Accent1" refType="h" fact="0"/>
          <dgm:constr type="w" for="ch" forName="Accent1" refType="w" fact="0.0972"/>
          <dgm:constr type="h" for="ch" forName="Accent1" refType="h" fact="0.0952"/>
          <dgm:constr type="l" for="ch" forName="Accent2" refType="w" fact="0.2684"/>
          <dgm:constr type="t" for="ch" forName="Accent2" refType="h" fact="0.8314"/>
          <dgm:constr type="w" for="ch" forName="Accent2" refType="w" fact="0.0704"/>
          <dgm:constr type="h" for="ch" forName="Accent2" refType="h" fact="0.069"/>
          <dgm:constr type="l" for="ch" forName="Accent3" refType="w" fact="0.9296"/>
          <dgm:constr type="t" for="ch" forName="Accent3" refType="h" fact="0.3864"/>
          <dgm:constr type="w" for="ch" forName="Accent3" refType="w" fact="0.0704"/>
          <dgm:constr type="h" for="ch" forName="Accent3" refType="h" fact="0.069"/>
          <dgm:constr type="l" for="ch" forName="Accent4" refType="w" fact="0.5931"/>
          <dgm:constr type="t" for="ch" forName="Accent4" refType="h" fact="0.9048"/>
          <dgm:constr type="w" for="ch" forName="Accent4" refType="w" fact="0.0972"/>
          <dgm:constr type="h" for="ch" forName="Accent4" refType="h" fact="0.0952"/>
          <dgm:constr type="l" for="ch" forName="Accent5" refType="w" fact="0.2883"/>
          <dgm:constr type="t" for="ch" forName="Accent5" refType="h" fact="0.1353"/>
          <dgm:constr type="w" for="ch" forName="Accent5" refType="w" fact="0.0704"/>
          <dgm:constr type="h" for="ch" forName="Accent5" refType="h" fact="0.069"/>
          <dgm:constr type="l" for="ch" forName="Accent6" refType="w" fact="0.0666"/>
          <dgm:constr type="t" for="ch" forName="Accent6" refType="h" fact="0.53"/>
          <dgm:constr type="w" for="ch" forName="Accent6" refType="w" fact="0.0704"/>
          <dgm:constr type="h" for="ch" forName="Accent6" refType="h" fact="0.069"/>
        </dgm:constrLst>
      </dgm:if>
      <dgm:if name="Name3" axis="ch ch" ptType="node node" func="cnt" op="equ" val="1">
        <dgm:alg type="composite">
          <dgm:param type="ar" val="1.2476"/>
        </dgm:alg>
        <dgm:constrLst>
          <dgm:constr type="primFontSz" for="des" ptType="node" op="equ" val="65"/>
          <dgm:constr type="l" for="ch" forName="Parent" refType="w" fact="0.2145"/>
          <dgm:constr type="t" for="ch" forName="Parent" refType="h" fact="0.039"/>
          <dgm:constr type="w" for="ch" forName="Parent" refType="w" fact="0.6861"/>
          <dgm:constr type="h" for="ch" forName="Parent" refType="h" fact="0.856"/>
          <dgm:constr type="l" for="ch" forName="Accent8" refType="w" fact="0.0262"/>
          <dgm:constr type="t" for="ch" forName="Accent8" refType="h" fact="0.6434"/>
          <dgm:constr type="w" for="ch" forName="Accent8" refType="w" fact="0.138"/>
          <dgm:constr type="h" for="ch" forName="Accent8" refType="h" fact="0.1721"/>
          <dgm:constr type="l" for="ch" forName="Accent1" refType="w" fact="0.6059"/>
          <dgm:constr type="t" for="ch" forName="Accent1" refType="h" fact="0"/>
          <dgm:constr type="w" for="ch" forName="Accent1" refType="w" fact="0.0763"/>
          <dgm:constr type="h" for="ch" forName="Accent1" refType="h" fact="0.0952"/>
          <dgm:constr type="l" for="ch" forName="Accent2" refType="w" fact="0.4253"/>
          <dgm:constr type="t" for="ch" forName="Accent2" refType="h" fact="0.8314"/>
          <dgm:constr type="w" for="ch" forName="Accent2" refType="w" fact="0.0553"/>
          <dgm:constr type="h" for="ch" forName="Accent2" refType="h" fact="0.069"/>
          <dgm:constr type="l" for="ch" forName="Accent3" refType="w" fact="0.9447"/>
          <dgm:constr type="t" for="ch" forName="Accent3" refType="h" fact="0.3864"/>
          <dgm:constr type="w" for="ch" forName="Accent3" refType="w" fact="0.0553"/>
          <dgm:constr type="h" for="ch" forName="Accent3" refType="h" fact="0.069"/>
          <dgm:constr type="l" for="ch" forName="Child1" refType="w" fact="0"/>
          <dgm:constr type="t" for="ch" forName="Child1" refType="h" fact="0.1935"/>
          <dgm:constr type="w" for="ch" forName="Child1" refType="w" fact="0.2789"/>
          <dgm:constr type="h" for="ch" forName="Child1" refType="h" fact="0.3479"/>
          <dgm:constr type="l" for="ch" forName="Accent4" refType="w" fact="0.6803"/>
          <dgm:constr type="t" for="ch" forName="Accent4" refType="h" fact="0.9048"/>
          <dgm:constr type="w" for="ch" forName="Accent4" refType="w" fact="0.0763"/>
          <dgm:constr type="h" for="ch" forName="Accent4" refType="h" fact="0.0952"/>
          <dgm:constr type="l" for="ch" forName="Accent7" refType="w" fact="0.5287"/>
          <dgm:constr type="t" for="ch" forName="Accent7" refType="h" fact="0.1383"/>
          <dgm:constr type="w" for="ch" forName="Accent7" refType="w" fact="0.0763"/>
          <dgm:constr type="h" for="ch" forName="Accent7" refType="h" fact="0.0952"/>
          <dgm:constr type="l" for="ch" forName="Accent5" refType="w" fact="0.4409"/>
          <dgm:constr type="t" for="ch" forName="Accent5" refType="h" fact="0.1353"/>
          <dgm:constr type="w" for="ch" forName="Accent5" refType="w" fact="0.0553"/>
          <dgm:constr type="h" for="ch" forName="Accent5" refType="h" fact="0.069"/>
          <dgm:constr type="l" for="ch" forName="Accent6" refType="w" fact="0.2668"/>
          <dgm:constr type="t" for="ch" forName="Accent6" refType="h" fact="0.53"/>
          <dgm:constr type="w" for="ch" forName="Accent6" refType="w" fact="0.0553"/>
          <dgm:constr type="h" for="ch" forName="Accent6" refType="h" fact="0.069"/>
        </dgm:constrLst>
      </dgm:if>
      <dgm:if name="Name4" axis="ch ch" ptType="node node" func="cnt" op="equ" val="2">
        <dgm:alg type="composite">
          <dgm:param type="ar" val="1.592"/>
        </dgm:alg>
        <dgm:constrLst>
          <dgm:constr type="primFontSz" for="des" ptType="node" op="equ" val="65"/>
          <dgm:constr type="l" for="ch" forName="Parent" refType="w" fact="0.1886"/>
          <dgm:constr type="t" for="ch" forName="Parent" refType="h" fact="0.039"/>
          <dgm:constr type="w" for="ch" forName="Parent" refType="w" fact="0.5377"/>
          <dgm:constr type="h" for="ch" forName="Parent" refType="h" fact="0.856"/>
          <dgm:constr type="l" for="ch" forName="Accent8" refType="w" fact="0.0411"/>
          <dgm:constr type="t" for="ch" forName="Accent8" refType="h" fact="0.6434"/>
          <dgm:constr type="w" for="ch" forName="Accent8" refType="w" fact="0.1081"/>
          <dgm:constr type="h" for="ch" forName="Accent8" refType="h" fact="0.1721"/>
          <dgm:constr type="l" for="ch" forName="Accent1" refType="w" fact="0.4954"/>
          <dgm:constr type="t" for="ch" forName="Accent1" refType="h" fact="0"/>
          <dgm:constr type="w" for="ch" forName="Accent1" refType="w" fact="0.0598"/>
          <dgm:constr type="h" for="ch" forName="Accent1" refType="h" fact="0.0952"/>
          <dgm:constr type="l" for="ch" forName="Accent2" refType="w" fact="0.3538"/>
          <dgm:constr type="t" for="ch" forName="Accent2" refType="h" fact="0.8314"/>
          <dgm:constr type="w" for="ch" forName="Accent2" refType="w" fact="0.0433"/>
          <dgm:constr type="h" for="ch" forName="Accent2" refType="h" fact="0.069"/>
          <dgm:constr type="l" for="ch" forName="Accent3" refType="w" fact="0.7609"/>
          <dgm:constr type="t" for="ch" forName="Accent3" refType="h" fact="0.3864"/>
          <dgm:constr type="w" for="ch" forName="Accent3" refType="w" fact="0.0433"/>
          <dgm:constr type="h" for="ch" forName="Accent3" refType="h" fact="0.069"/>
          <dgm:constr type="l" for="ch" forName="Accent9" refType="w" fact="0.6839"/>
          <dgm:constr type="t" for="ch" forName="Accent9" refType="h" fact="0.27"/>
          <dgm:constr type="w" for="ch" forName="Accent9" refType="w" fact="0.0598"/>
          <dgm:constr type="h" for="ch" forName="Accent9" refType="h" fact="0.0952"/>
          <dgm:constr type="l" for="ch" forName="Child1" refType="w" fact="0.0206"/>
          <dgm:constr type="t" for="ch" forName="Child1" refType="h" fact="0.1935"/>
          <dgm:constr type="w" for="ch" forName="Child1" refType="w" fact="0.2186"/>
          <dgm:constr type="h" for="ch" forName="Child1" refType="h" fact="0.3479"/>
          <dgm:constr type="l" for="ch" forName="Child2" refType="w" fact="0.7814"/>
          <dgm:constr type="t" for="ch" forName="Child2" refType="h" fact="0.0298"/>
          <dgm:constr type="w" for="ch" forName="Child2" refType="w" fact="0.2186"/>
          <dgm:constr type="h" for="ch" forName="Child2" refType="h" fact="0.3479"/>
          <dgm:constr type="l" for="ch" forName="Accent10" refType="w" fact="0"/>
          <dgm:constr type="t" for="ch" forName="Accent10" refType="h" fact="0.8482"/>
          <dgm:constr type="w" for="ch" forName="Accent10" refType="w" fact="0.0433"/>
          <dgm:constr type="h" for="ch" forName="Accent10" refType="h" fact="0.069"/>
          <dgm:constr type="l" for="ch" forName="Accent11" refType="w" fact="0.4318"/>
          <dgm:constr type="t" for="ch" forName="Accent11" refType="h" fact="0.75"/>
          <dgm:constr type="w" for="ch" forName="Accent11" refType="w" fact="0.0433"/>
          <dgm:constr type="h" for="ch" forName="Accent11" refType="h" fact="0.069"/>
          <dgm:constr type="l" for="ch" forName="Accent7" refType="w" fact="0.4349"/>
          <dgm:constr type="t" for="ch" forName="Accent7" refType="h" fact="0.1383"/>
          <dgm:constr type="w" for="ch" forName="Accent7" refType="w" fact="0.0598"/>
          <dgm:constr type="h" for="ch" forName="Accent7" refType="h" fact="0.0952"/>
          <dgm:constr type="l" for="ch" forName="Accent5" refType="w" fact="0.3661"/>
          <dgm:constr type="t" for="ch" forName="Accent5" refType="h" fact="0.1353"/>
          <dgm:constr type="w" for="ch" forName="Accent5" refType="w" fact="0.0433"/>
          <dgm:constr type="h" for="ch" forName="Accent5" refType="h" fact="0.069"/>
          <dgm:constr type="l" for="ch" forName="Accent6" refType="w" fact="0.2296"/>
          <dgm:constr type="t" for="ch" forName="Accent6" refType="h" fact="0.53"/>
          <dgm:constr type="w" for="ch" forName="Accent6" refType="w" fact="0.0433"/>
          <dgm:constr type="h" for="ch" forName="Accent6" refType="h" fact="0.069"/>
          <dgm:constr type="l" for="ch" forName="Accent4" refType="w" fact="0.5537"/>
          <dgm:constr type="t" for="ch" forName="Accent4" refType="h" fact="0.9048"/>
          <dgm:constr type="w" for="ch" forName="Accent4" refType="w" fact="0.0598"/>
          <dgm:constr type="h" for="ch" forName="Accent4" refType="h" fact="0.0952"/>
        </dgm:constrLst>
      </dgm:if>
      <dgm:if name="Name5" axis="ch ch" ptType="node node" func="cnt" op="equ" val="3">
        <dgm:alg type="composite">
          <dgm:param type="ar" val="1.7557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039"/>
          <dgm:constr type="w" for="ch" forName="Parent" refType="w" fact="0.4875"/>
          <dgm:constr type="h" for="ch" forName="Parent" refType="h" fact="0.856"/>
          <dgm:constr type="l" for="ch" forName="Accent8" refType="w" fact="0.0373"/>
          <dgm:constr type="t" for="ch" forName="Accent8" refType="h" fact="0.6434"/>
          <dgm:constr type="w" for="ch" forName="Accent8" refType="w" fact="0.098"/>
          <dgm:constr type="h" for="ch" forName="Accent8" refType="h" fact="0.1721"/>
          <dgm:constr type="l" for="ch" forName="Accent1" refType="w" fact="0.4492"/>
          <dgm:constr type="t" for="ch" forName="Accent1" refType="h" fact="0"/>
          <dgm:constr type="w" for="ch" forName="Accent1" refType="w" fact="0.0542"/>
          <dgm:constr type="h" for="ch" forName="Accent1" refType="h" fact="0.0952"/>
          <dgm:constr type="l" for="ch" forName="Accent2" refType="w" fact="0.3209"/>
          <dgm:constr type="t" for="ch" forName="Accent2" refType="h" fact="0.8314"/>
          <dgm:constr type="w" for="ch" forName="Accent2" refType="w" fact="0.0393"/>
          <dgm:constr type="h" for="ch" forName="Accent2" refType="h" fact="0.069"/>
          <dgm:constr type="l" for="ch" forName="Accent3" refType="w" fact="0.6899"/>
          <dgm:constr type="t" for="ch" forName="Accent3" refType="h" fact="0.3864"/>
          <dgm:constr type="w" for="ch" forName="Accent3" refType="w" fact="0.0393"/>
          <dgm:constr type="h" for="ch" forName="Accent3" refType="h" fact="0.069"/>
          <dgm:constr type="l" for="ch" forName="Accent9" refType="w" fact="0.6201"/>
          <dgm:constr type="t" for="ch" forName="Accent9" refType="h" fact="0.27"/>
          <dgm:constr type="w" for="ch" forName="Accent9" refType="w" fact="0.0542"/>
          <dgm:constr type="h" for="ch" forName="Accent9" refType="h" fact="0.0952"/>
          <dgm:constr type="l" for="ch" forName="Child1" refType="w" fact="0.0186"/>
          <dgm:constr type="t" for="ch" forName="Child1" refType="h" fact="0.1935"/>
          <dgm:constr type="w" for="ch" forName="Child1" refType="w" fact="0.1982"/>
          <dgm:constr type="h" for="ch" forName="Child1" refType="h" fact="0.3479"/>
          <dgm:constr type="l" for="ch" forName="Child2" refType="w" fact="0.7086"/>
          <dgm:constr type="t" for="ch" forName="Child2" refType="h" fact="0.0298"/>
          <dgm:constr type="w" for="ch" forName="Child2" refType="w" fact="0.1982"/>
          <dgm:constr type="h" for="ch" forName="Child2" refType="h" fact="0.3479"/>
          <dgm:constr type="l" for="ch" forName="Child3" refType="w" fact="0.8018"/>
          <dgm:constr type="t" for="ch" forName="Child3" refType="h" fact="0.6312"/>
          <dgm:constr type="w" for="ch" forName="Child3" refType="w" fact="0.1982"/>
          <dgm:constr type="h" for="ch" forName="Child3" refType="h" fact="0.3479"/>
          <dgm:constr type="l" for="ch" forName="Accent12" refType="w" fact="0.7459"/>
          <dgm:constr type="t" for="ch" forName="Accent12" refType="h" fact="0.619"/>
          <dgm:constr type="w" for="ch" forName="Accent12" refType="w" fact="0.0393"/>
          <dgm:constr type="h" for="ch" forName="Accent12" refType="h" fact="0.069"/>
          <dgm:constr type="l" for="ch" forName="Accent4" refType="w" fact="0.5021"/>
          <dgm:constr type="t" for="ch" forName="Accent4" refType="h" fact="0.9048"/>
          <dgm:constr type="w" for="ch" forName="Accent4" refType="w" fact="0.0542"/>
          <dgm:constr type="h" for="ch" forName="Accent4" refType="h" fact="0.0952"/>
          <dgm:constr type="l" for="ch" forName="Accent10" refType="w" fact="0"/>
          <dgm:constr type="t" for="ch" forName="Accent10" refType="h" fact="0.8482"/>
          <dgm:constr type="w" for="ch" forName="Accent10" refType="w" fact="0.0393"/>
          <dgm:constr type="h" for="ch" forName="Accent10" refType="h" fact="0.069"/>
          <dgm:constr type="l" for="ch" forName="Accent11" refType="w" fact="0.3916"/>
          <dgm:constr type="t" for="ch" forName="Accent11" refType="h" fact="0.75"/>
          <dgm:constr type="w" for="ch" forName="Accent11" refType="w" fact="0.0393"/>
          <dgm:constr type="h" for="ch" forName="Accent11" refType="h" fact="0.069"/>
          <dgm:constr type="l" for="ch" forName="Accent7" refType="w" fact="0.3944"/>
          <dgm:constr type="t" for="ch" forName="Accent7" refType="h" fact="0.1383"/>
          <dgm:constr type="w" for="ch" forName="Accent7" refType="w" fact="0.0542"/>
          <dgm:constr type="h" for="ch" forName="Accent7" refType="h" fact="0.0952"/>
          <dgm:constr type="l" for="ch" forName="Accent5" refType="w" fact="0.3319"/>
          <dgm:constr type="t" for="ch" forName="Accent5" refType="h" fact="0.1353"/>
          <dgm:constr type="w" for="ch" forName="Accent5" refType="w" fact="0.0393"/>
          <dgm:constr type="h" for="ch" forName="Accent5" refType="h" fact="0.069"/>
          <dgm:constr type="l" for="ch" forName="Accent6" refType="w" fact="0.2082"/>
          <dgm:constr type="t" for="ch" forName="Accent6" refType="h" fact="0.53"/>
          <dgm:constr type="w" for="ch" forName="Accent6" refType="w" fact="0.0393"/>
          <dgm:constr type="h" for="ch" forName="Accent6" refType="h" fact="0.069"/>
        </dgm:constrLst>
      </dgm:if>
      <dgm:if name="Name6" axis="ch ch" ptType="node node" func="cnt" op="equ" val="4">
        <dgm:alg type="composite">
          <dgm:param type="ar" val="1.3749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0306"/>
          <dgm:constr type="w" for="ch" forName="Parent" refType="w" fact="0.4875"/>
          <dgm:constr type="h" for="ch" forName="Parent" refType="h" fact="0.6703"/>
          <dgm:constr type="l" for="ch" forName="Accent8" refType="w" fact="0.0373"/>
          <dgm:constr type="t" for="ch" forName="Accent8" refType="h" fact="0.5038"/>
          <dgm:constr type="w" for="ch" forName="Accent8" refType="w" fact="0.098"/>
          <dgm:constr type="h" for="ch" forName="Accent8" refType="h" fact="0.1348"/>
          <dgm:constr type="l" for="ch" forName="Accent1" refType="w" fact="0.4492"/>
          <dgm:constr type="t" for="ch" forName="Accent1" refType="h" fact="0"/>
          <dgm:constr type="w" for="ch" forName="Accent1" refType="w" fact="0.0542"/>
          <dgm:constr type="h" for="ch" forName="Accent1" refType="h" fact="0.0746"/>
          <dgm:constr type="l" for="ch" forName="Accent2" refType="w" fact="0.3209"/>
          <dgm:constr type="t" for="ch" forName="Accent2" refType="h" fact="0.6511"/>
          <dgm:constr type="w" for="ch" forName="Accent2" refType="w" fact="0.0393"/>
          <dgm:constr type="h" for="ch" forName="Accent2" refType="h" fact="0.054"/>
          <dgm:constr type="l" for="ch" forName="Accent3" refType="w" fact="0.6899"/>
          <dgm:constr type="t" for="ch" forName="Accent3" refType="h" fact="0.3026"/>
          <dgm:constr type="w" for="ch" forName="Accent3" refType="w" fact="0.0393"/>
          <dgm:constr type="h" for="ch" forName="Accent3" refType="h" fact="0.054"/>
          <dgm:constr type="l" for="ch" forName="Accent9" refType="w" fact="0.6201"/>
          <dgm:constr type="t" for="ch" forName="Accent9" refType="h" fact="0.2115"/>
          <dgm:constr type="w" for="ch" forName="Accent9" refType="w" fact="0.0542"/>
          <dgm:constr type="h" for="ch" forName="Accent9" refType="h" fact="0.0746"/>
          <dgm:constr type="l" for="ch" forName="Child1" refType="w" fact="0.0186"/>
          <dgm:constr type="t" for="ch" forName="Child1" refType="h" fact="0.1515"/>
          <dgm:constr type="w" for="ch" forName="Child1" refType="w" fact="0.1982"/>
          <dgm:constr type="h" for="ch" forName="Child1" refType="h" fact="0.2725"/>
          <dgm:constr type="l" for="ch" forName="Child2" refType="w" fact="0.7086"/>
          <dgm:constr type="t" for="ch" forName="Child2" refType="h" fact="0.0233"/>
          <dgm:constr type="w" for="ch" forName="Child2" refType="w" fact="0.1982"/>
          <dgm:constr type="h" for="ch" forName="Child2" refType="h" fact="0.2725"/>
          <dgm:constr type="l" for="ch" forName="Child3" refType="w" fact="0.8018"/>
          <dgm:constr type="t" for="ch" forName="Child3" refType="h" fact="0.4943"/>
          <dgm:constr type="w" for="ch" forName="Child3" refType="w" fact="0.1982"/>
          <dgm:constr type="h" for="ch" forName="Child3" refType="h" fact="0.2725"/>
          <dgm:constr type="l" for="ch" forName="Accent12" refType="w" fact="0.7459"/>
          <dgm:constr type="t" for="ch" forName="Accent12" refType="h" fact="0.4848"/>
          <dgm:constr type="w" for="ch" forName="Accent12" refType="w" fact="0.0393"/>
          <dgm:constr type="h" for="ch" forName="Accent12" refType="h" fact="0.054"/>
          <dgm:constr type="l" for="ch" forName="Accent4" refType="w" fact="0.5021"/>
          <dgm:constr type="t" for="ch" forName="Accent4" refType="h" fact="0.7085"/>
          <dgm:constr type="w" for="ch" forName="Accent4" refType="w" fact="0.0542"/>
          <dgm:constr type="h" for="ch" forName="Accent4" refType="h" fact="0.0746"/>
          <dgm:constr type="l" for="ch" forName="Accent10" refType="w" fact="0"/>
          <dgm:constr type="t" for="ch" forName="Accent10" refType="h" fact="0.6642"/>
          <dgm:constr type="w" for="ch" forName="Accent10" refType="w" fact="0.0393"/>
          <dgm:constr type="h" for="ch" forName="Accent10" refType="h" fact="0.054"/>
          <dgm:constr type="l" for="ch" forName="Accent11" refType="w" fact="0.3916"/>
          <dgm:constr type="t" for="ch" forName="Accent11" refType="h" fact="0.5873"/>
          <dgm:constr type="w" for="ch" forName="Accent11" refType="w" fact="0.0393"/>
          <dgm:constr type="h" for="ch" forName="Accent11" refType="h" fact="0.054"/>
          <dgm:constr type="l" for="ch" forName="Accent7" refType="w" fact="0.3944"/>
          <dgm:constr type="t" for="ch" forName="Accent7" refType="h" fact="0.1083"/>
          <dgm:constr type="w" for="ch" forName="Accent7" refType="w" fact="0.0542"/>
          <dgm:constr type="h" for="ch" forName="Accent7" refType="h" fact="0.0746"/>
          <dgm:constr type="l" for="ch" forName="Accent5" refType="w" fact="0.3319"/>
          <dgm:constr type="t" for="ch" forName="Accent5" refType="h" fact="0.1059"/>
          <dgm:constr type="w" for="ch" forName="Accent5" refType="w" fact="0.0393"/>
          <dgm:constr type="h" for="ch" forName="Accent5" refType="h" fact="0.054"/>
          <dgm:constr type="l" for="ch" forName="Accent6" refType="w" fact="0.2082"/>
          <dgm:constr type="t" for="ch" forName="Accent6" refType="h" fact="0.4151"/>
          <dgm:constr type="w" for="ch" forName="Accent6" refType="w" fact="0.0393"/>
          <dgm:constr type="h" for="ch" forName="Accent6" refType="h" fact="0.054"/>
          <dgm:constr type="l" for="ch" forName="Child4" refType="w" fact="0.2329"/>
          <dgm:constr type="t" for="ch" forName="Child4" refType="h" fact="0.7275"/>
          <dgm:constr type="w" for="ch" forName="Child4" refType="w" fact="0.1982"/>
          <dgm:constr type="h" for="ch" forName="Child4" refType="h" fact="0.2725"/>
          <dgm:constr type="l" for="ch" forName="Accent13" refType="w" fact="0.4099"/>
          <dgm:constr type="t" for="ch" forName="Accent13" refType="h" fact="0.7183"/>
          <dgm:constr type="w" for="ch" forName="Accent13" refType="w" fact="0.0393"/>
          <dgm:constr type="h" for="ch" forName="Accent13" refType="h" fact="0.054"/>
        </dgm:constrLst>
      </dgm:if>
      <dgm:else name="Name7">
        <dgm:alg type="composite">
          <dgm:param type="ar" val="1.1477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1907"/>
          <dgm:constr type="w" for="ch" forName="Parent" refType="w" fact="0.4875"/>
          <dgm:constr type="h" for="ch" forName="Parent" refType="h" fact="0.5596"/>
          <dgm:constr type="l" for="ch" forName="Accent8" refType="w" fact="0.0373"/>
          <dgm:constr type="t" for="ch" forName="Accent8" refType="h" fact="0.5858"/>
          <dgm:constr type="w" for="ch" forName="Accent8" refType="w" fact="0.098"/>
          <dgm:constr type="h" for="ch" forName="Accent8" refType="h" fact="0.1125"/>
          <dgm:constr type="l" for="ch" forName="Accent1" refType="w" fact="0.4492"/>
          <dgm:constr type="t" for="ch" forName="Accent1" refType="h" fact="0.1652"/>
          <dgm:constr type="w" for="ch" forName="Accent1" refType="w" fact="0.0542"/>
          <dgm:constr type="h" for="ch" forName="Accent1" refType="h" fact="0.0623"/>
          <dgm:constr type="l" for="ch" forName="Accent2" refType="w" fact="0.3209"/>
          <dgm:constr type="t" for="ch" forName="Accent2" refType="h" fact="0.7087"/>
          <dgm:constr type="w" for="ch" forName="Accent2" refType="w" fact="0.0393"/>
          <dgm:constr type="h" for="ch" forName="Accent2" refType="h" fact="0.0451"/>
          <dgm:constr type="l" for="ch" forName="Accent3" refType="w" fact="0.6899"/>
          <dgm:constr type="t" for="ch" forName="Accent3" refType="h" fact="0.4178"/>
          <dgm:constr type="w" for="ch" forName="Accent3" refType="w" fact="0.0393"/>
          <dgm:constr type="h" for="ch" forName="Accent3" refType="h" fact="0.0451"/>
          <dgm:constr type="l" for="ch" forName="Accent9" refType="w" fact="0.6201"/>
          <dgm:constr type="t" for="ch" forName="Accent9" refType="h" fact="0.3417"/>
          <dgm:constr type="w" for="ch" forName="Accent9" refType="w" fact="0.0542"/>
          <dgm:constr type="h" for="ch" forName="Accent9" refType="h" fact="0.0623"/>
          <dgm:constr type="l" for="ch" forName="Child1" refType="w" fact="0.0186"/>
          <dgm:constr type="t" for="ch" forName="Child1" refType="h" fact="0.2917"/>
          <dgm:constr type="w" for="ch" forName="Child1" refType="w" fact="0.1982"/>
          <dgm:constr type="h" for="ch" forName="Child1" refType="h" fact="0.2275"/>
          <dgm:constr type="l" for="ch" forName="Child2" refType="w" fact="0.7086"/>
          <dgm:constr type="t" for="ch" forName="Child2" refType="h" fact="0.1847"/>
          <dgm:constr type="w" for="ch" forName="Child2" refType="w" fact="0.1982"/>
          <dgm:constr type="h" for="ch" forName="Child2" refType="h" fact="0.2275"/>
          <dgm:constr type="l" for="ch" forName="Child3" refType="w" fact="0.8018"/>
          <dgm:constr type="t" for="ch" forName="Child3" refType="h" fact="0.5778"/>
          <dgm:constr type="w" for="ch" forName="Child3" refType="w" fact="0.1982"/>
          <dgm:constr type="h" for="ch" forName="Child3" refType="h" fact="0.2275"/>
          <dgm:constr type="l" for="ch" forName="Accent12" refType="w" fact="0.7459"/>
          <dgm:constr type="t" for="ch" forName="Accent12" refType="h" fact="0.5699"/>
          <dgm:constr type="w" for="ch" forName="Accent12" refType="w" fact="0.0393"/>
          <dgm:constr type="h" for="ch" forName="Accent12" refType="h" fact="0.0451"/>
          <dgm:constr type="l" for="ch" forName="Accent4" refType="w" fact="0.5021"/>
          <dgm:constr type="t" for="ch" forName="Accent4" refType="h" fact="0.7567"/>
          <dgm:constr type="w" for="ch" forName="Accent4" refType="w" fact="0.0542"/>
          <dgm:constr type="h" for="ch" forName="Accent4" refType="h" fact="0.0623"/>
          <dgm:constr type="l" for="ch" forName="Accent10" refType="w" fact="0"/>
          <dgm:constr type="t" for="ch" forName="Accent10" refType="h" fact="0.7197"/>
          <dgm:constr type="w" for="ch" forName="Accent10" refType="w" fact="0.0393"/>
          <dgm:constr type="h" for="ch" forName="Accent10" refType="h" fact="0.0451"/>
          <dgm:constr type="l" for="ch" forName="Accent11" refType="w" fact="0.3916"/>
          <dgm:constr type="t" for="ch" forName="Accent11" refType="h" fact="0.6555"/>
          <dgm:constr type="w" for="ch" forName="Accent11" refType="w" fact="0.0393"/>
          <dgm:constr type="h" for="ch" forName="Accent11" refType="h" fact="0.0451"/>
          <dgm:constr type="l" for="ch" forName="Accent7" refType="w" fact="0.3944"/>
          <dgm:constr type="t" for="ch" forName="Accent7" refType="h" fact="0.2556"/>
          <dgm:constr type="w" for="ch" forName="Accent7" refType="w" fact="0.0542"/>
          <dgm:constr type="h" for="ch" forName="Accent7" refType="h" fact="0.0623"/>
          <dgm:constr type="l" for="ch" forName="Accent5" refType="w" fact="0.3319"/>
          <dgm:constr type="t" for="ch" forName="Accent5" refType="h" fact="0.2536"/>
          <dgm:constr type="w" for="ch" forName="Accent5" refType="w" fact="0.0393"/>
          <dgm:constr type="h" for="ch" forName="Accent5" refType="h" fact="0.0451"/>
          <dgm:constr type="l" for="ch" forName="Accent6" refType="w" fact="0.2082"/>
          <dgm:constr type="t" for="ch" forName="Accent6" refType="h" fact="0.5117"/>
          <dgm:constr type="w" for="ch" forName="Accent6" refType="w" fact="0.0393"/>
          <dgm:constr type="h" for="ch" forName="Accent6" refType="h" fact="0.0451"/>
          <dgm:constr type="l" for="ch" forName="Child5" refType="w" fact="0.4219"/>
          <dgm:constr type="t" for="ch" forName="Child5" refType="h" fact="0"/>
          <dgm:constr type="w" for="ch" forName="Child5" refType="w" fact="0.1982"/>
          <dgm:constr type="h" for="ch" forName="Child5" refType="h" fact="0.2275"/>
          <dgm:constr type="l" for="ch" forName="Child4" refType="w" fact="0.2329"/>
          <dgm:constr type="t" for="ch" forName="Child4" refType="h" fact="0.7725"/>
          <dgm:constr type="w" for="ch" forName="Child4" refType="w" fact="0.1982"/>
          <dgm:constr type="h" for="ch" forName="Child4" refType="h" fact="0.2275"/>
          <dgm:constr type="l" for="ch" forName="Accent15" refType="w" fact="0.1775"/>
          <dgm:constr type="t" for="ch" forName="Accent15" refType="h" fact="0.2466"/>
          <dgm:constr type="w" for="ch" forName="Accent15" refType="w" fact="0.0393"/>
          <dgm:constr type="h" for="ch" forName="Accent15" refType="h" fact="0.0451"/>
          <dgm:constr type="l" for="ch" forName="Accent16" refType="w" fact="0.6351"/>
          <dgm:constr type="t" for="ch" forName="Accent16" refType="h" fact="0.056"/>
          <dgm:constr type="w" for="ch" forName="Accent16" refType="w" fact="0.0393"/>
          <dgm:constr type="h" for="ch" forName="Accent16" refType="h" fact="0.0451"/>
          <dgm:constr type="l" for="ch" forName="Accent13" refType="w" fact="0.4099"/>
          <dgm:constr type="t" for="ch" forName="Accent13" refType="h" fact="0.7648"/>
          <dgm:constr type="w" for="ch" forName="Accent13" refType="w" fact="0.0393"/>
          <dgm:constr type="h" for="ch" forName="Accent13" refType="h" fact="0.0451"/>
        </dgm:constrLst>
      </dgm:else>
    </dgm:choose>
    <dgm:forEach name="wrapper" axis="self" ptType="parTrans">
      <dgm:forEach name="accentRepeat1" axis="self">
        <dgm:layoutNode name="AccentHold1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accentRepeat2" axis="self">
        <dgm:layoutNode name="AccentHold2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accentRepeat3" axis="self">
        <dgm:layoutNode name="AccentHold3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</dgm:forEach>
    <dgm:forEach name="Name8" axis="ch" ptType="node" cnt="1">
      <dgm:layoutNode name="Parent" styleLbl="node0">
        <dgm:varLst>
          <dgm:chMax val="5"/>
          <dgm:chPref val="5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choose name="Name9">
        <dgm:if name="Name10" axis="ch" ptType="node" func="cnt" op="lte" val="4">
          <dgm:layoutNode name="Accent1" styleLbl="node1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</dgm:layoutNode>
        </dgm:if>
        <dgm:else name="Name11"/>
      </dgm:choose>
      <dgm:layoutNode name="Accent2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3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4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5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6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</dgm:forEach>
    <dgm:forEach name="Name12" axis="ch ch" ptType="node node" st="1 1" cnt="1 1">
      <dgm:layoutNode name="Child1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3" ref="accentRepeat1"/>
      </dgm:layoutNode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14" ref="accentRepeat2"/>
      </dgm:layoutNode>
    </dgm:forEach>
    <dgm:forEach name="Name15" axis="ch ch" ptType="node node" st="1 2" cnt="1 1">
      <dgm:layoutNode name="Child2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16" ref="accentRepeat1"/>
      </dgm:layoutNode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17" ref="accentRepeat2"/>
      </dgm:layoutNode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18" ref="accentRepeat3"/>
      </dgm:layoutNode>
    </dgm:forEach>
    <dgm:forEach name="Name19" axis="ch ch" ptType="node node" st="1 3" cnt="1 1">
      <dgm:layoutNode name="Child3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2">
        <dgm:alg type="sp"/>
        <dgm:shape xmlns:r="http://schemas.openxmlformats.org/officeDocument/2006/relationships" r:blip="">
          <dgm:adjLst/>
        </dgm:shape>
        <dgm:presOf/>
        <dgm:constrLst/>
        <dgm:forEach name="Name20" ref="accentRepeat1"/>
      </dgm:layoutNode>
    </dgm:forEach>
    <dgm:forEach name="Name21" axis="ch ch" ptType="node node" st="1 4" cnt="1 1">
      <dgm:layoutNode name="Child4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3">
        <dgm:alg type="sp"/>
        <dgm:shape xmlns:r="http://schemas.openxmlformats.org/officeDocument/2006/relationships" r:blip="">
          <dgm:adjLst/>
        </dgm:shape>
        <dgm:presOf/>
        <dgm:constrLst/>
        <dgm:forEach name="Name22" ref="accentRepeat1"/>
      </dgm:layoutNode>
    </dgm:forEach>
    <dgm:forEach name="Name23" axis="ch ch" ptType="node node" st="1 5" cnt="1 1">
      <dgm:layoutNode name="Child5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5">
        <dgm:alg type="sp"/>
        <dgm:shape xmlns:r="http://schemas.openxmlformats.org/officeDocument/2006/relationships" r:blip="">
          <dgm:adjLst/>
        </dgm:shape>
        <dgm:presOf/>
        <dgm:constrLst/>
        <dgm:forEach name="Name24" ref="accentRepeat2"/>
      </dgm:layoutNode>
      <dgm:layoutNode name="Accent16">
        <dgm:alg type="sp"/>
        <dgm:shape xmlns:r="http://schemas.openxmlformats.org/officeDocument/2006/relationships" r:blip="">
          <dgm:adjLst/>
        </dgm:shape>
        <dgm:presOf/>
        <dgm:constrLst/>
        <dgm:forEach name="Name25" ref="accentRepeat3"/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equation2">
  <dgm:title val=""/>
  <dgm:desc val=""/>
  <dgm:catLst>
    <dgm:cat type="relationship" pri="18000"/>
    <dgm:cat type="process" pri="2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linDir" val="fromL"/>
          <dgm:param type="fallback" val="2D"/>
        </dgm:alg>
      </dgm:if>
      <dgm:else name="Name3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ch" ptType="node" func="cnt" op="gte" val="3">
        <dgm:constrLst>
          <dgm:constr type="h" for="des" forName="node" refType="w" fact="0.5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ch" forName="lastNode" op="equ" val="65"/>
          <dgm:constr type="primFontSz" for="des" forName="node" op="equ" val="65"/>
          <dgm:constr type="primFontSz" for="des" forName="sibTrans" val="55"/>
          <dgm:constr type="primFontSz" for="des" forName="sibTrans" refType="primFontSz" refFor="des" refForName="node" op="lte" fact="0.8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if>
      <dgm:else name="Name6">
        <dgm:constrLst>
          <dgm:constr type="h" for="des" forName="node" refType="w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des" forName="node" val="65"/>
          <dgm:constr type="primFontSz" for="ch" forName="lastNode" refType="primFontSz" refFor="des" refForName="node" op="equ"/>
          <dgm:constr type="primFontSz" for="des" forName="sibTrans" val="55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else>
    </dgm:choose>
    <dgm:ruleLst/>
    <dgm:choose name="Name7">
      <dgm:if name="Name8" axis="ch" ptType="node" func="cnt" op="gte" val="1">
        <dgm:layoutNode name="vNodes">
          <dgm:alg type="lin">
            <dgm:param type="linDir" val="fromT"/>
            <dgm:param type="fallback" val="2D"/>
          </dgm:alg>
          <dgm:shape xmlns:r="http://schemas.openxmlformats.org/officeDocument/2006/relationships" r:blip="">
            <dgm:adjLst/>
          </dgm:shape>
          <dgm:presOf/>
          <dgm:constrLst/>
          <dgm:ruleLst/>
          <dgm:forEach name="Name9" axis="ch" ptType="node">
            <dgm:choose name="Name10">
              <dgm:if name="Name11" axis="self" func="revPos" op="neq" val="1">
                <dgm:layoutNode name="node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  <dgm:choose name="Name12">
                  <dgm:if name="Name13" axis="self" ptType="node" func="revPos" op="gt" val="2">
                    <dgm:forEach name="sibTransForEach" axis="followSib" ptType="sibTrans" cnt="1">
                      <dgm:layoutNode name="spacerT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  <dgm:layoutNode name="sibTrans">
                        <dgm:alg type="tx"/>
                        <dgm:shape xmlns:r="http://schemas.openxmlformats.org/officeDocument/2006/relationships" type="mathPlus" r:blip="">
                          <dgm:adjLst/>
                        </dgm:shape>
                        <dgm:presOf axis="self"/>
                        <dgm:constrLst>
                          <dgm:constr type="h" refType="w"/>
                          <dgm:constr type="lMarg"/>
                          <dgm:constr type="rMarg"/>
                          <dgm:constr type="tMarg"/>
                          <dgm:constr type="bMarg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spacerB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</dgm:forEach>
                  </dgm:if>
                  <dgm:else name="Name14"/>
                </dgm:choose>
              </dgm:if>
              <dgm:else name="Name15"/>
            </dgm:choose>
          </dgm:forEach>
        </dgm:layoutNode>
        <dgm:choose name="Name16">
          <dgm:if name="Name17" axis="ch" ptType="node" func="cnt" op="gt" val="1">
            <dgm:layoutNode name="sibTransLast">
              <dgm:alg type="conn">
                <dgm:param type="begPts" val="auto"/>
                <dgm:param type="endPts" val="auto"/>
                <dgm:param type="srcNode" val="vNodes"/>
                <dgm:param type="dstNode" val="lastNode"/>
              </dgm:alg>
              <dgm:shape xmlns:r="http://schemas.openxmlformats.org/officeDocument/2006/relationships" type="conn" r:blip="">
                <dgm:adjLst/>
              </dgm:shape>
              <dgm:presOf axis="ch" ptType="sibTrans" st="-1" cnt="1"/>
              <dgm:constrLst>
                <dgm:constr type="h" refType="w" fact="0.62"/>
                <dgm:constr type="connDist"/>
                <dgm:constr type="begPad" refType="connDist" fact="0.25"/>
                <dgm:constr type="endPad" refType="connDist" fact="0.22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ch desOrSelf" ptType="sibTrans sibTrans" st="-1 1" cnt="1 0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if>
          <dgm:else name="Name18"/>
        </dgm:choose>
        <dgm:layoutNode name="lastNode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ellipse" r:blip="">
            <dgm:adjLst/>
          </dgm:shape>
          <dgm:presOf axis="ch desOrSelf" ptType="node node" st="-1 1" cnt="1 0"/>
          <dgm:constrLst>
            <dgm:constr type="h" refType="w"/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</dgm:if>
      <dgm:else name="Name19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6">
  <dgm:title val=""/>
  <dgm:desc val=""/>
  <dgm:catLst>
    <dgm:cat type="3D" pri="11600"/>
  </dgm:catLst>
  <dgm:scene3d>
    <a:camera prst="perspectiveRelaxedModerately" zoom="92000"/>
    <a:lightRig rig="balanced" dir="t">
      <a:rot lat="0" lon="0" rev="12700000"/>
    </a:lightRig>
  </dgm:scene3d>
  <dgm:styleLbl name="node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5400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54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5400" prstMaterial="plastic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75000" prstMaterial="plastic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2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3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4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fgAcc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0400" extrusionH="12700" prstMaterial="plastic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6">
  <dgm:title val=""/>
  <dgm:desc val=""/>
  <dgm:catLst>
    <dgm:cat type="3D" pri="11600"/>
  </dgm:catLst>
  <dgm:scene3d>
    <a:camera prst="perspectiveRelaxedModerately" zoom="92000"/>
    <a:lightRig rig="balanced" dir="t">
      <a:rot lat="0" lon="0" rev="12700000"/>
    </a:lightRig>
  </dgm:scene3d>
  <dgm:styleLbl name="node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5400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54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5400" prstMaterial="plastic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75000" prstMaterial="plastic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2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3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4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fgAcc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0400" extrusionH="12700" prstMaterial="plastic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7E93AD-B0E0-433E-9F5C-4A529FA4AE86}" type="datetimeFigureOut">
              <a:rPr lang="pt-BR" smtClean="0"/>
              <a:t>30/11/2012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CA22D1-650D-4BDB-8829-FA13AAE21DE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13924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Um anúncio de sua empresa em um site de classificados custa R$ 2.000,00 por ano e resulta em 100 leads. Dez desses leads tornam-se clientes, e cada um deles gera uma receita média de R$ 240,00. Assim, o valor de cada lead é de R$ 24,00 (R$ 2.400,00 de receita/100 leads), e o ROI do anúncio no site de classificados é de 20%: (R$ 2.400,00 de receita - R$ 2.000,00 de gastos/R$ 2.000,00 de custo de publicidade) x 100.</a:t>
            </a:r>
          </a:p>
          <a:p>
            <a:r>
              <a:rPr lang="pt-BR" dirty="0" smtClean="0"/>
              <a:t> Esta é a fórmula usada neste exemplo: (receita - custos/custos) x 100 = ROI % </a:t>
            </a:r>
          </a:p>
          <a:p>
            <a:r>
              <a:rPr lang="pt-BR" b="1" dirty="0" smtClean="0"/>
              <a:t>Dica</a:t>
            </a:r>
          </a:p>
          <a:p>
            <a:r>
              <a:rPr lang="pt-BR" dirty="0" smtClean="0"/>
              <a:t>Uma alternativa simples para estimar valores de leads e </a:t>
            </a:r>
            <a:r>
              <a:rPr lang="pt-BR" dirty="0" err="1" smtClean="0"/>
              <a:t>page</a:t>
            </a:r>
            <a:r>
              <a:rPr lang="pt-BR" dirty="0" smtClean="0"/>
              <a:t> </a:t>
            </a:r>
            <a:r>
              <a:rPr lang="pt-BR" dirty="0" err="1" smtClean="0"/>
              <a:t>views</a:t>
            </a:r>
            <a:r>
              <a:rPr lang="pt-BR" dirty="0" smtClean="0"/>
              <a:t> é usar o cálculo de custo de CPA (custo por aquisição). Aquisições são o mesmo que conversões, ou seja, ações executadas pelos clientes que você considera vantajosas, como a uma compra ou uma inscrição para receber mais informações. </a:t>
            </a:r>
          </a:p>
          <a:p>
            <a:r>
              <a:rPr lang="pt-BR" dirty="0" smtClean="0"/>
              <a:t>Esse método permite um enfoque maior nos custos de publicidade em relação ao número de aquisições que eles geram. Com o exemplo do site de classificados acima, seu anúncio pode custar R$ 2.000,00, resultando em 10 vendas. Assim, seu CPA para esse anúncio é de R$ 200,00. Esta é a fórmula para o CPA:</a:t>
            </a:r>
          </a:p>
          <a:p>
            <a:r>
              <a:rPr lang="pt-BR" dirty="0" smtClean="0"/>
              <a:t>(Custos/vendas) = CPA</a:t>
            </a:r>
          </a:p>
          <a:p>
            <a:r>
              <a:rPr lang="pt-BR" dirty="0" smtClean="0"/>
              <a:t>Seu CPA não deve exceder o lucro obtido com cada aquisição. Para seu anúncio no site de classificados, o CPA é 20% inferior à receita gerada pelas aquisições.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CA22D1-650D-4BDB-8829-FA13AAE21DE3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47844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Um anúncio de sua empresa em um site de classificados custa R$ 2.000,00 por ano e resulta em 100 leads. Dez desses leads tornam-se clientes, e cada um deles gera uma receita média de R$ 240,00. Assim, o valor de cada lead é de R$ 24,00 (R$ 2.400,00 de receita/100 leads), e o ROI do anúncio no site de classificados é de 20%: (R$ 2.400,00 de receita - R$ 2.000,00 de gastos/R$ 2.000,00 de custo de publicidade) x 100.</a:t>
            </a:r>
          </a:p>
          <a:p>
            <a:r>
              <a:rPr lang="pt-BR" dirty="0" smtClean="0"/>
              <a:t> Esta é a fórmula usada neste exemplo: (receita - custos/custos) x 100 = ROI % </a:t>
            </a:r>
          </a:p>
          <a:p>
            <a:r>
              <a:rPr lang="pt-BR" b="1" dirty="0" smtClean="0"/>
              <a:t>Dica</a:t>
            </a:r>
          </a:p>
          <a:p>
            <a:r>
              <a:rPr lang="pt-BR" dirty="0" smtClean="0"/>
              <a:t>Uma alternativa simples para estimar valores de leads e </a:t>
            </a:r>
            <a:r>
              <a:rPr lang="pt-BR" dirty="0" err="1" smtClean="0"/>
              <a:t>page</a:t>
            </a:r>
            <a:r>
              <a:rPr lang="pt-BR" dirty="0" smtClean="0"/>
              <a:t> </a:t>
            </a:r>
            <a:r>
              <a:rPr lang="pt-BR" dirty="0" err="1" smtClean="0"/>
              <a:t>views</a:t>
            </a:r>
            <a:r>
              <a:rPr lang="pt-BR" dirty="0" smtClean="0"/>
              <a:t> é usar o cálculo de custo de CPA (custo por aquisição). Aquisições são o mesmo que conversões, ou seja, ações executadas pelos clientes que você considera vantajosas, como a uma compra ou uma inscrição para receber mais informações. </a:t>
            </a:r>
          </a:p>
          <a:p>
            <a:r>
              <a:rPr lang="pt-BR" dirty="0" smtClean="0"/>
              <a:t>Esse método permite um enfoque maior nos custos de publicidade em relação ao número de aquisições que eles geram. Com o exemplo do site de classificados acima, seu anúncio pode custar R$ 2.000,00, resultando em 10 vendas. Assim, seu CPA para esse anúncio é de R$ 200,00. Esta é a fórmula para o CPA:</a:t>
            </a:r>
          </a:p>
          <a:p>
            <a:r>
              <a:rPr lang="pt-BR" dirty="0" smtClean="0"/>
              <a:t>(Custos/vendas) = CPA</a:t>
            </a:r>
          </a:p>
          <a:p>
            <a:r>
              <a:rPr lang="pt-BR" dirty="0" smtClean="0"/>
              <a:t>Seu CPA não deve exceder o lucro obtido com cada aquisição. Para seu anúncio no site de classificados, o CPA é 20% inferior à receita gerada pelas aquisições.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CA22D1-650D-4BDB-8829-FA13AAE21DE3}" type="slidenum">
              <a:rPr lang="pt-BR" smtClean="0"/>
              <a:t>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47844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Um anúncio de sua empresa em um site de classificados custa R$ 2.000,00 por ano e resulta em 100 leads. Dez desses leads tornam-se clientes, e cada um deles gera uma receita média de R$ 240,00. Assim, o valor de cada lead é de R$ 24,00 (R$ 2.400,00 de receita/100 leads), e o ROI do anúncio no site de classificados é de 20%: (R$ 2.400,00 de receita - R$ 2.000,00 de gastos/R$ 2.000,00 de custo de publicidade) x 100.</a:t>
            </a:r>
          </a:p>
          <a:p>
            <a:r>
              <a:rPr lang="pt-BR" dirty="0" smtClean="0"/>
              <a:t> Esta é a fórmula usada neste exemplo: (receita - custos/custos) x 100 = ROI % </a:t>
            </a:r>
          </a:p>
          <a:p>
            <a:r>
              <a:rPr lang="pt-BR" b="1" dirty="0" smtClean="0"/>
              <a:t>Dica</a:t>
            </a:r>
          </a:p>
          <a:p>
            <a:r>
              <a:rPr lang="pt-BR" dirty="0" smtClean="0"/>
              <a:t>Uma alternativa simples para estimar valores de leads e </a:t>
            </a:r>
            <a:r>
              <a:rPr lang="pt-BR" dirty="0" err="1" smtClean="0"/>
              <a:t>page</a:t>
            </a:r>
            <a:r>
              <a:rPr lang="pt-BR" dirty="0" smtClean="0"/>
              <a:t> </a:t>
            </a:r>
            <a:r>
              <a:rPr lang="pt-BR" dirty="0" err="1" smtClean="0"/>
              <a:t>views</a:t>
            </a:r>
            <a:r>
              <a:rPr lang="pt-BR" dirty="0" smtClean="0"/>
              <a:t> é usar o cálculo de custo de CPA (custo por aquisição). Aquisições são o mesmo que conversões, ou seja, ações executadas pelos clientes que você considera vantajosas, como a uma compra ou uma inscrição para receber mais informações. </a:t>
            </a:r>
          </a:p>
          <a:p>
            <a:r>
              <a:rPr lang="pt-BR" dirty="0" smtClean="0"/>
              <a:t>Esse método permite um enfoque maior nos custos de publicidade em relação ao número de aquisições que eles geram. Com o exemplo do site de classificados acima, seu anúncio pode custar R$ 2.000,00, resultando em 10 vendas. Assim, seu CPA para esse anúncio é de R$ 200,00. Esta é a fórmula para o CPA:</a:t>
            </a:r>
          </a:p>
          <a:p>
            <a:r>
              <a:rPr lang="pt-BR" dirty="0" smtClean="0"/>
              <a:t>(Custos/vendas) = CPA</a:t>
            </a:r>
          </a:p>
          <a:p>
            <a:r>
              <a:rPr lang="pt-BR" dirty="0" smtClean="0"/>
              <a:t>Seu CPA não deve exceder o lucro obtido com cada aquisição. Para seu anúncio no site de classificados, o CPA é 20% inferior à receita gerada pelas aquisições.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CA22D1-650D-4BDB-8829-FA13AAE21DE3}" type="slidenum">
              <a:rPr lang="pt-BR" smtClean="0"/>
              <a:t>32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47844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1" cy="1470025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696AEAB-579D-4E70-A46A-3BDB31FAAE92}" type="datetimeFigureOut">
              <a:rPr lang="pt-BR" smtClean="0"/>
              <a:t>30/11/2012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ED2BA1-12F7-4D40-B7C1-3C1BD5DE67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1842899"/>
      </p:ext>
    </p:extLst>
  </p:cSld>
  <p:clrMapOvr>
    <a:masterClrMapping/>
  </p:clrMapOvr>
  <p:transition spd="slow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696AEAB-579D-4E70-A46A-3BDB31FAAE92}" type="datetimeFigureOut">
              <a:rPr lang="pt-BR" smtClean="0"/>
              <a:t>30/11/2012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ED2BA1-12F7-4D40-B7C1-3C1BD5DE67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2258141"/>
      </p:ext>
    </p:extLst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1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0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4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6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75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90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0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20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696AEAB-579D-4E70-A46A-3BDB31FAAE92}" type="datetimeFigureOut">
              <a:rPr lang="pt-BR" smtClean="0"/>
              <a:t>30/11/2012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ED2BA1-12F7-4D40-B7C1-3C1BD5DE67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167729"/>
      </p:ext>
    </p:extLst>
  </p:cSld>
  <p:clrMapOvr>
    <a:masterClrMapping/>
  </p:clrMapOvr>
  <p:transition spd="slow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9263" y="1595438"/>
            <a:ext cx="3973512" cy="4513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5176" y="1595438"/>
            <a:ext cx="3973513" cy="4513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696AEAB-579D-4E70-A46A-3BDB31FAAE92}" type="datetimeFigureOut">
              <a:rPr lang="pt-BR" smtClean="0"/>
              <a:t>30/11/2012</a:t>
            </a:fld>
            <a:endParaRPr lang="pt-BR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ED2BA1-12F7-4D40-B7C1-3C1BD5DE67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9257525"/>
      </p:ext>
    </p:extLst>
  </p:cSld>
  <p:clrMapOvr>
    <a:masterClrMapping/>
  </p:clrMapOvr>
  <p:transition spd="slow"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4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50" indent="0">
              <a:buNone/>
              <a:defRPr sz="2000" b="1"/>
            </a:lvl2pPr>
            <a:lvl3pPr marL="914301" indent="0">
              <a:buNone/>
              <a:defRPr sz="1800" b="1"/>
            </a:lvl3pPr>
            <a:lvl4pPr marL="1371451" indent="0">
              <a:buNone/>
              <a:defRPr sz="1600" b="1"/>
            </a:lvl4pPr>
            <a:lvl5pPr marL="1828602" indent="0">
              <a:buNone/>
              <a:defRPr sz="1600" b="1"/>
            </a:lvl5pPr>
            <a:lvl6pPr marL="2285753" indent="0">
              <a:buNone/>
              <a:defRPr sz="1600" b="1"/>
            </a:lvl6pPr>
            <a:lvl7pPr marL="2742904" indent="0">
              <a:buNone/>
              <a:defRPr sz="1600" b="1"/>
            </a:lvl7pPr>
            <a:lvl8pPr marL="3200054" indent="0">
              <a:buNone/>
              <a:defRPr sz="1600" b="1"/>
            </a:lvl8pPr>
            <a:lvl9pPr marL="3657204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4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50" indent="0">
              <a:buNone/>
              <a:defRPr sz="2000" b="1"/>
            </a:lvl2pPr>
            <a:lvl3pPr marL="914301" indent="0">
              <a:buNone/>
              <a:defRPr sz="1800" b="1"/>
            </a:lvl3pPr>
            <a:lvl4pPr marL="1371451" indent="0">
              <a:buNone/>
              <a:defRPr sz="1600" b="1"/>
            </a:lvl4pPr>
            <a:lvl5pPr marL="1828602" indent="0">
              <a:buNone/>
              <a:defRPr sz="1600" b="1"/>
            </a:lvl5pPr>
            <a:lvl6pPr marL="2285753" indent="0">
              <a:buNone/>
              <a:defRPr sz="1600" b="1"/>
            </a:lvl6pPr>
            <a:lvl7pPr marL="2742904" indent="0">
              <a:buNone/>
              <a:defRPr sz="1600" b="1"/>
            </a:lvl7pPr>
            <a:lvl8pPr marL="3200054" indent="0">
              <a:buNone/>
              <a:defRPr sz="1600" b="1"/>
            </a:lvl8pPr>
            <a:lvl9pPr marL="3657204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696AEAB-579D-4E70-A46A-3BDB31FAAE92}" type="datetimeFigureOut">
              <a:rPr lang="pt-BR" smtClean="0"/>
              <a:t>30/11/2012</a:t>
            </a:fld>
            <a:endParaRPr lang="pt-BR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ED2BA1-12F7-4D40-B7C1-3C1BD5DE67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9280968"/>
      </p:ext>
    </p:extLst>
  </p:cSld>
  <p:clrMapOvr>
    <a:masterClrMapping/>
  </p:clrMapOvr>
  <p:transition spd="slow"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696AEAB-579D-4E70-A46A-3BDB31FAAE92}" type="datetimeFigureOut">
              <a:rPr lang="pt-BR" smtClean="0"/>
              <a:t>30/11/2012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ED2BA1-12F7-4D40-B7C1-3C1BD5DE67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0558380"/>
      </p:ext>
    </p:extLst>
  </p:cSld>
  <p:clrMapOvr>
    <a:masterClrMapping/>
  </p:clrMapOvr>
  <p:transition spd="slow"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696AEAB-579D-4E70-A46A-3BDB31FAAE92}" type="datetimeFigureOut">
              <a:rPr lang="pt-BR" smtClean="0"/>
              <a:t>30/11/2012</a:t>
            </a:fld>
            <a:endParaRPr lang="pt-BR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ED2BA1-12F7-4D40-B7C1-3C1BD5DE67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0188022"/>
      </p:ext>
    </p:extLst>
  </p:cSld>
  <p:clrMapOvr>
    <a:masterClrMapping/>
  </p:clrMapOvr>
  <p:transition spd="slow"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50" indent="0">
              <a:buNone/>
              <a:defRPr sz="1200"/>
            </a:lvl2pPr>
            <a:lvl3pPr marL="914301" indent="0">
              <a:buNone/>
              <a:defRPr sz="1000"/>
            </a:lvl3pPr>
            <a:lvl4pPr marL="1371451" indent="0">
              <a:buNone/>
              <a:defRPr sz="900"/>
            </a:lvl4pPr>
            <a:lvl5pPr marL="1828602" indent="0">
              <a:buNone/>
              <a:defRPr sz="900"/>
            </a:lvl5pPr>
            <a:lvl6pPr marL="2285753" indent="0">
              <a:buNone/>
              <a:defRPr sz="900"/>
            </a:lvl6pPr>
            <a:lvl7pPr marL="2742904" indent="0">
              <a:buNone/>
              <a:defRPr sz="900"/>
            </a:lvl7pPr>
            <a:lvl8pPr marL="3200054" indent="0">
              <a:buNone/>
              <a:defRPr sz="900"/>
            </a:lvl8pPr>
            <a:lvl9pPr marL="3657204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696AEAB-579D-4E70-A46A-3BDB31FAAE92}" type="datetimeFigureOut">
              <a:rPr lang="pt-BR" smtClean="0"/>
              <a:t>30/11/2012</a:t>
            </a:fld>
            <a:endParaRPr lang="pt-BR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ED2BA1-12F7-4D40-B7C1-3C1BD5DE67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6503812"/>
      </p:ext>
    </p:extLst>
  </p:cSld>
  <p:clrMapOvr>
    <a:masterClrMapping/>
  </p:clrMapOvr>
  <p:transition spd="slow"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50" indent="0">
              <a:buNone/>
              <a:defRPr sz="2800"/>
            </a:lvl2pPr>
            <a:lvl3pPr marL="914301" indent="0">
              <a:buNone/>
              <a:defRPr sz="2400"/>
            </a:lvl3pPr>
            <a:lvl4pPr marL="1371451" indent="0">
              <a:buNone/>
              <a:defRPr sz="2000"/>
            </a:lvl4pPr>
            <a:lvl5pPr marL="1828602" indent="0">
              <a:buNone/>
              <a:defRPr sz="2000"/>
            </a:lvl5pPr>
            <a:lvl6pPr marL="2285753" indent="0">
              <a:buNone/>
              <a:defRPr sz="2000"/>
            </a:lvl6pPr>
            <a:lvl7pPr marL="2742904" indent="0">
              <a:buNone/>
              <a:defRPr sz="2000"/>
            </a:lvl7pPr>
            <a:lvl8pPr marL="3200054" indent="0">
              <a:buNone/>
              <a:defRPr sz="2000"/>
            </a:lvl8pPr>
            <a:lvl9pPr marL="3657204" indent="0">
              <a:buNone/>
              <a:defRPr sz="2000"/>
            </a:lvl9pPr>
          </a:lstStyle>
          <a:p>
            <a:pPr lvl="0"/>
            <a:r>
              <a:rPr lang="pt-BR" noProof="0" smtClean="0"/>
              <a:t>Clique no ícone para adicionar uma imagem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50" indent="0">
              <a:buNone/>
              <a:defRPr sz="1200"/>
            </a:lvl2pPr>
            <a:lvl3pPr marL="914301" indent="0">
              <a:buNone/>
              <a:defRPr sz="1000"/>
            </a:lvl3pPr>
            <a:lvl4pPr marL="1371451" indent="0">
              <a:buNone/>
              <a:defRPr sz="900"/>
            </a:lvl4pPr>
            <a:lvl5pPr marL="1828602" indent="0">
              <a:buNone/>
              <a:defRPr sz="900"/>
            </a:lvl5pPr>
            <a:lvl6pPr marL="2285753" indent="0">
              <a:buNone/>
              <a:defRPr sz="900"/>
            </a:lvl6pPr>
            <a:lvl7pPr marL="2742904" indent="0">
              <a:buNone/>
              <a:defRPr sz="900"/>
            </a:lvl7pPr>
            <a:lvl8pPr marL="3200054" indent="0">
              <a:buNone/>
              <a:defRPr sz="900"/>
            </a:lvl8pPr>
            <a:lvl9pPr marL="3657204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696AEAB-579D-4E70-A46A-3BDB31FAAE92}" type="datetimeFigureOut">
              <a:rPr lang="pt-BR" smtClean="0"/>
              <a:t>30/11/2012</a:t>
            </a:fld>
            <a:endParaRPr lang="pt-BR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ED2BA1-12F7-4D40-B7C1-3C1BD5DE67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0439755"/>
      </p:ext>
    </p:extLst>
  </p:cSld>
  <p:clrMapOvr>
    <a:masterClrMapping/>
  </p:clrMapOvr>
  <p:transition spd="slow"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696AEAB-579D-4E70-A46A-3BDB31FAAE92}" type="datetimeFigureOut">
              <a:rPr lang="pt-BR" smtClean="0"/>
              <a:t>30/11/2012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ED2BA1-12F7-4D40-B7C1-3C1BD5DE67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6525597"/>
      </p:ext>
    </p:extLst>
  </p:cSld>
  <p:clrMapOvr>
    <a:masterClrMapping/>
  </p:clrMapOvr>
  <p:transition spd="slow">
    <p:cov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24626" y="274638"/>
            <a:ext cx="2024063" cy="5834062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9263" y="274638"/>
            <a:ext cx="5922962" cy="5834062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696AEAB-579D-4E70-A46A-3BDB31FAAE92}" type="datetimeFigureOut">
              <a:rPr lang="pt-BR" smtClean="0"/>
              <a:t>30/11/2012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ED2BA1-12F7-4D40-B7C1-3C1BD5DE67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3699530"/>
      </p:ext>
    </p:extLst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18500" r="-185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6556" y="275404"/>
            <a:ext cx="8230891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0" tIns="45716" rIns="91430" bIns="45716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smtClean="0"/>
              <a:t>Clique para editar o título mestre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6556" y="1599882"/>
            <a:ext cx="8230891" cy="4525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0" tIns="45716" rIns="91430" bIns="457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6555" y="6356545"/>
            <a:ext cx="2134352" cy="364550"/>
          </a:xfrm>
          <a:prstGeom prst="rect">
            <a:avLst/>
          </a:prstGeom>
        </p:spPr>
        <p:txBody>
          <a:bodyPr vert="horz" wrap="square" lIns="91430" tIns="45716" rIns="91430" bIns="45716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charset="0"/>
              </a:defRPr>
            </a:lvl1pPr>
          </a:lstStyle>
          <a:p>
            <a:fld id="{7696AEAB-579D-4E70-A46A-3BDB31FAAE92}" type="datetimeFigureOut">
              <a:rPr lang="pt-BR" smtClean="0"/>
              <a:t>30/11/2012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900" y="6356545"/>
            <a:ext cx="2894202" cy="364550"/>
          </a:xfrm>
          <a:prstGeom prst="rect">
            <a:avLst/>
          </a:prstGeom>
        </p:spPr>
        <p:txBody>
          <a:bodyPr vert="horz" lIns="91430" tIns="45716" rIns="91430" bIns="45716" rtlCol="0" anchor="ctr"/>
          <a:lstStyle>
            <a:lvl1pPr algn="ctr" defTabSz="457150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093" y="6356545"/>
            <a:ext cx="2134353" cy="364550"/>
          </a:xfrm>
          <a:prstGeom prst="rect">
            <a:avLst/>
          </a:prstGeom>
        </p:spPr>
        <p:txBody>
          <a:bodyPr vert="horz" wrap="square" lIns="91430" tIns="45716" rIns="91430" bIns="45716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charset="0"/>
              </a:defRPr>
            </a:lvl1pPr>
          </a:lstStyle>
          <a:p>
            <a:fld id="{6AED2BA1-12F7-4D40-B7C1-3C1BD5DE6759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</p:sldLayoutIdLst>
  <p:transition spd="slow">
    <p:cover/>
  </p:transition>
  <p:txStyles>
    <p:titleStyle>
      <a:lvl1pPr algn="ctr" defTabSz="457143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-128"/>
          <a:cs typeface="+mj-cs"/>
        </a:defRPr>
      </a:lvl1pPr>
      <a:lvl2pPr algn="ctr" defTabSz="457143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</a:defRPr>
      </a:lvl2pPr>
      <a:lvl3pPr algn="ctr" defTabSz="457143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</a:defRPr>
      </a:lvl3pPr>
      <a:lvl4pPr algn="ctr" defTabSz="457143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</a:defRPr>
      </a:lvl4pPr>
      <a:lvl5pPr algn="ctr" defTabSz="457143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</a:defRPr>
      </a:lvl5pPr>
      <a:lvl6pPr marL="461955" algn="ctr" defTabSz="457143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</a:defRPr>
      </a:lvl6pPr>
      <a:lvl7pPr marL="923910" algn="ctr" defTabSz="457143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</a:defRPr>
      </a:lvl7pPr>
      <a:lvl8pPr marL="1385865" algn="ctr" defTabSz="457143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</a:defRPr>
      </a:lvl8pPr>
      <a:lvl9pPr marL="1847820" algn="ctr" defTabSz="457143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</a:defRPr>
      </a:lvl9pPr>
    </p:titleStyle>
    <p:bodyStyle>
      <a:lvl1pPr marL="341655" indent="-341655" algn="l" defTabSz="457143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-128"/>
          <a:cs typeface="+mn-cs"/>
        </a:defRPr>
      </a:lvl1pPr>
      <a:lvl2pPr marL="742657" indent="-285514" algn="l" defTabSz="457143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1142055" indent="-227769" algn="l" defTabSz="457143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599198" indent="-227769" algn="l" defTabSz="457143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6341" indent="-227769" algn="l" defTabSz="457143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4328" indent="-228576" algn="l" defTabSz="45715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78" indent="-228576" algn="l" defTabSz="45715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29" indent="-228576" algn="l" defTabSz="45715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80" indent="-228576" algn="l" defTabSz="45715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45715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0" algn="l" defTabSz="45715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01" algn="l" defTabSz="45715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51" algn="l" defTabSz="45715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02" algn="l" defTabSz="45715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53" algn="l" defTabSz="45715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04" algn="l" defTabSz="45715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54" algn="l" defTabSz="45715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04" algn="l" defTabSz="45715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.xml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microsoft.com/office/2007/relationships/diagramDrawing" Target="../diagrams/drawing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diagramColors" Target="../diagrams/colors1.xml"/><Relationship Id="rId5" Type="http://schemas.openxmlformats.org/officeDocument/2006/relationships/image" Target="../media/image6.png"/><Relationship Id="rId10" Type="http://schemas.openxmlformats.org/officeDocument/2006/relationships/diagramQuickStyle" Target="../diagrams/quickStyle1.xml"/><Relationship Id="rId4" Type="http://schemas.openxmlformats.org/officeDocument/2006/relationships/image" Target="../media/image5.png"/><Relationship Id="rId9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adwords.google.com" TargetMode="Externa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adwords.google.com" TargetMode="Externa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image" Target="../media/image5.png"/><Relationship Id="rId7" Type="http://schemas.openxmlformats.org/officeDocument/2006/relationships/diagramData" Target="../diagrams/data4.xml"/><Relationship Id="rId12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microsoft.com/office/2007/relationships/diagramDrawing" Target="../diagrams/drawing4.xml"/><Relationship Id="rId5" Type="http://schemas.openxmlformats.org/officeDocument/2006/relationships/image" Target="../media/image7.png"/><Relationship Id="rId10" Type="http://schemas.openxmlformats.org/officeDocument/2006/relationships/diagramColors" Target="../diagrams/colors4.xml"/><Relationship Id="rId4" Type="http://schemas.openxmlformats.org/officeDocument/2006/relationships/image" Target="../media/image6.png"/><Relationship Id="rId9" Type="http://schemas.openxmlformats.org/officeDocument/2006/relationships/diagramQuickStyle" Target="../diagrams/quickStyle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179512" y="2132856"/>
            <a:ext cx="7992888" cy="1512168"/>
          </a:xfrm>
          <a:prstGeom prst="rect">
            <a:avLst/>
          </a:prstGeom>
          <a:solidFill>
            <a:srgbClr val="C03667">
              <a:alpha val="2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/>
          <p:cNvSpPr txBox="1"/>
          <p:nvPr/>
        </p:nvSpPr>
        <p:spPr>
          <a:xfrm>
            <a:off x="1907704" y="69269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dirty="0" smtClean="0">
                <a:solidFill>
                  <a:schemeClr val="bg1"/>
                </a:solidFill>
              </a:rPr>
              <a:t>Adwords e Analytics para Ecommerce</a:t>
            </a:r>
            <a:endParaRPr lang="pt-BR" sz="4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3479447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/>
          <p:cNvSpPr/>
          <p:nvPr/>
        </p:nvSpPr>
        <p:spPr>
          <a:xfrm>
            <a:off x="179512" y="4437112"/>
            <a:ext cx="8352928" cy="1224136"/>
          </a:xfrm>
          <a:prstGeom prst="rect">
            <a:avLst/>
          </a:prstGeom>
          <a:solidFill>
            <a:srgbClr val="C03667">
              <a:alpha val="2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 err="1" smtClean="0">
                <a:solidFill>
                  <a:schemeClr val="bg1">
                    <a:lumMod val="95000"/>
                  </a:schemeClr>
                </a:solidFill>
              </a:rPr>
              <a:t>Conhecendo</a:t>
            </a:r>
            <a:r>
              <a:rPr lang="en-US" b="0" dirty="0" smtClean="0">
                <a:solidFill>
                  <a:schemeClr val="bg1">
                    <a:lumMod val="95000"/>
                  </a:schemeClr>
                </a:solidFill>
              </a:rPr>
              <a:t> o Google Adwords</a:t>
            </a:r>
            <a:endParaRPr lang="pt-BR" b="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Adwords a Analytics para Ecommerce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517575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tângulo com Único Canto Aparado 48"/>
          <p:cNvSpPr/>
          <p:nvPr/>
        </p:nvSpPr>
        <p:spPr>
          <a:xfrm>
            <a:off x="3284422" y="4149082"/>
            <a:ext cx="1740298" cy="1152126"/>
          </a:xfrm>
          <a:prstGeom prst="snip1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Google Adwords</a:t>
            </a:r>
            <a:endParaRPr lang="pt-BR" dirty="0"/>
          </a:p>
        </p:txBody>
      </p:sp>
      <p:sp>
        <p:nvSpPr>
          <p:cNvPr id="113" name="Circular Arrow 36"/>
          <p:cNvSpPr>
            <a:spLocks noChangeArrowheads="1"/>
          </p:cNvSpPr>
          <p:nvPr/>
        </p:nvSpPr>
        <p:spPr bwMode="auto">
          <a:xfrm rot="9900000" flipH="1">
            <a:off x="3769841" y="4666319"/>
            <a:ext cx="885825" cy="1335088"/>
          </a:xfrm>
          <a:custGeom>
            <a:avLst/>
            <a:gdLst>
              <a:gd name="T0" fmla="*/ 175879 w 885825"/>
              <a:gd name="T1" fmla="*/ 767626 h 1335088"/>
              <a:gd name="T2" fmla="*/ 856726 w 885825"/>
              <a:gd name="T3" fmla="*/ 662858 h 1335088"/>
              <a:gd name="T4" fmla="*/ 701823 w 885825"/>
              <a:gd name="T5" fmla="*/ 823204 h 1335088"/>
              <a:gd name="T6" fmla="*/ 564821 w 885825"/>
              <a:gd name="T7" fmla="*/ 487362 h 1335088"/>
              <a:gd name="T8" fmla="*/ 1 60000 65536"/>
              <a:gd name="T9" fmla="*/ 0 60000 65536"/>
              <a:gd name="T10" fmla="*/ 1 60000 65536"/>
              <a:gd name="T11" fmla="*/ 2 60000 65536"/>
              <a:gd name="T12" fmla="*/ 210998 w 885825"/>
              <a:gd name="T13" fmla="*/ 276791 h 1335088"/>
              <a:gd name="T14" fmla="*/ 674827 w 885825"/>
              <a:gd name="T15" fmla="*/ 1058297 h 13350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85825" h="1335088">
                <a:moveTo>
                  <a:pt x="122761" y="787535"/>
                </a:moveTo>
                <a:lnTo>
                  <a:pt x="122761" y="787534"/>
                </a:lnTo>
                <a:cubicBezTo>
                  <a:pt x="117560" y="748139"/>
                  <a:pt x="114936" y="707902"/>
                  <a:pt x="114936" y="667544"/>
                </a:cubicBezTo>
                <a:cubicBezTo>
                  <a:pt x="114936" y="362347"/>
                  <a:pt x="261776" y="114936"/>
                  <a:pt x="442913" y="114936"/>
                </a:cubicBezTo>
                <a:cubicBezTo>
                  <a:pt x="610870" y="114935"/>
                  <a:pt x="751685" y="328724"/>
                  <a:pt x="769118" y="610187"/>
                </a:cubicBezTo>
                <a:lnTo>
                  <a:pt x="856726" y="662858"/>
                </a:lnTo>
                <a:lnTo>
                  <a:pt x="701823" y="823204"/>
                </a:lnTo>
                <a:lnTo>
                  <a:pt x="564821" y="487362"/>
                </a:lnTo>
                <a:lnTo>
                  <a:pt x="650771" y="539036"/>
                </a:lnTo>
                <a:lnTo>
                  <a:pt x="650770" y="539036"/>
                </a:lnTo>
                <a:cubicBezTo>
                  <a:pt x="622954" y="352899"/>
                  <a:pt x="538559" y="225664"/>
                  <a:pt x="442912" y="225664"/>
                </a:cubicBezTo>
                <a:cubicBezTo>
                  <a:pt x="322928" y="225664"/>
                  <a:pt x="225663" y="423500"/>
                  <a:pt x="225663" y="667544"/>
                </a:cubicBezTo>
                <a:cubicBezTo>
                  <a:pt x="225662" y="694402"/>
                  <a:pt x="226866" y="721205"/>
                  <a:pt x="229259" y="747620"/>
                </a:cubicBezTo>
                <a:close/>
              </a:path>
            </a:pathLst>
          </a:custGeom>
          <a:solidFill>
            <a:srgbClr val="00AC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Como </a:t>
            </a:r>
            <a:r>
              <a:rPr lang="en-US" sz="3600" dirty="0" err="1" smtClean="0"/>
              <a:t>funciona</a:t>
            </a:r>
            <a:endParaRPr lang="pt-BR" sz="3600" dirty="0"/>
          </a:p>
        </p:txBody>
      </p:sp>
      <p:sp>
        <p:nvSpPr>
          <p:cNvPr id="48" name="Retângulo com Único Canto Aparado 47"/>
          <p:cNvSpPr/>
          <p:nvPr/>
        </p:nvSpPr>
        <p:spPr>
          <a:xfrm>
            <a:off x="332688" y="1561431"/>
            <a:ext cx="1740298" cy="720080"/>
          </a:xfrm>
          <a:prstGeom prst="snip1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Consumidor</a:t>
            </a:r>
            <a:endParaRPr lang="pt-BR" dirty="0"/>
          </a:p>
        </p:txBody>
      </p:sp>
      <p:sp>
        <p:nvSpPr>
          <p:cNvPr id="50" name="Retângulo com Único Canto Aparado 49"/>
          <p:cNvSpPr/>
          <p:nvPr/>
        </p:nvSpPr>
        <p:spPr>
          <a:xfrm>
            <a:off x="3269803" y="1412776"/>
            <a:ext cx="1740298" cy="720080"/>
          </a:xfrm>
          <a:prstGeom prst="snip1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Site de </a:t>
            </a:r>
            <a:r>
              <a:rPr lang="en-US" dirty="0" err="1" smtClean="0"/>
              <a:t>Busca</a:t>
            </a:r>
            <a:r>
              <a:rPr lang="en-US" dirty="0" smtClean="0"/>
              <a:t> do Google</a:t>
            </a:r>
            <a:endParaRPr lang="pt-BR" dirty="0"/>
          </a:p>
        </p:txBody>
      </p:sp>
      <p:sp>
        <p:nvSpPr>
          <p:cNvPr id="51" name="Retângulo com Único Canto Aparado 50"/>
          <p:cNvSpPr/>
          <p:nvPr/>
        </p:nvSpPr>
        <p:spPr>
          <a:xfrm>
            <a:off x="4637955" y="2332810"/>
            <a:ext cx="1740298" cy="720080"/>
          </a:xfrm>
          <a:prstGeom prst="snip1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Youtube</a:t>
            </a:r>
            <a:endParaRPr lang="pt-BR" dirty="0"/>
          </a:p>
        </p:txBody>
      </p:sp>
      <p:sp>
        <p:nvSpPr>
          <p:cNvPr id="52" name="Retângulo com Único Canto Aparado 51"/>
          <p:cNvSpPr/>
          <p:nvPr/>
        </p:nvSpPr>
        <p:spPr>
          <a:xfrm>
            <a:off x="218303" y="4045987"/>
            <a:ext cx="2049441" cy="823174"/>
          </a:xfrm>
          <a:prstGeom prst="snip1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Sites </a:t>
            </a:r>
            <a:r>
              <a:rPr lang="en-US" dirty="0" err="1" smtClean="0"/>
              <a:t>Parceiros</a:t>
            </a:r>
            <a:endParaRPr lang="en-US" dirty="0" smtClean="0"/>
          </a:p>
          <a:p>
            <a:pPr algn="ctr"/>
            <a:r>
              <a:rPr lang="en-US" dirty="0" smtClean="0"/>
              <a:t>(</a:t>
            </a:r>
            <a:r>
              <a:rPr lang="en-US" dirty="0" err="1" smtClean="0"/>
              <a:t>Adsense</a:t>
            </a:r>
            <a:r>
              <a:rPr lang="en-US" dirty="0" smtClean="0"/>
              <a:t>)</a:t>
            </a:r>
            <a:endParaRPr lang="pt-BR" dirty="0"/>
          </a:p>
        </p:txBody>
      </p:sp>
      <p:cxnSp>
        <p:nvCxnSpPr>
          <p:cNvPr id="55" name="Conector de seta reta 54"/>
          <p:cNvCxnSpPr>
            <a:stCxn id="48" idx="0"/>
            <a:endCxn id="50" idx="2"/>
          </p:cNvCxnSpPr>
          <p:nvPr/>
        </p:nvCxnSpPr>
        <p:spPr>
          <a:xfrm flipV="1">
            <a:off x="2072986" y="1772816"/>
            <a:ext cx="1196817" cy="148655"/>
          </a:xfrm>
          <a:prstGeom prst="straightConnector1">
            <a:avLst/>
          </a:prstGeom>
          <a:ln>
            <a:tailEnd type="arrow"/>
          </a:ln>
          <a:effectLst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8" name="Conector de seta reta 57"/>
          <p:cNvCxnSpPr>
            <a:stCxn id="48" idx="0"/>
            <a:endCxn id="51" idx="2"/>
          </p:cNvCxnSpPr>
          <p:nvPr/>
        </p:nvCxnSpPr>
        <p:spPr>
          <a:xfrm>
            <a:off x="2072986" y="1921471"/>
            <a:ext cx="2564969" cy="771379"/>
          </a:xfrm>
          <a:prstGeom prst="straightConnector1">
            <a:avLst/>
          </a:prstGeom>
          <a:ln>
            <a:tailEnd type="arrow"/>
          </a:ln>
          <a:effectLst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5" name="Conector de seta reta 64"/>
          <p:cNvCxnSpPr>
            <a:stCxn id="48" idx="1"/>
            <a:endCxn id="52" idx="3"/>
          </p:cNvCxnSpPr>
          <p:nvPr/>
        </p:nvCxnSpPr>
        <p:spPr>
          <a:xfrm>
            <a:off x="1202837" y="2281511"/>
            <a:ext cx="40187" cy="1764476"/>
          </a:xfrm>
          <a:prstGeom prst="straightConnector1">
            <a:avLst/>
          </a:prstGeom>
          <a:ln>
            <a:tailEnd type="arrow"/>
          </a:ln>
          <a:effectLst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72" name="Conector em curva 71"/>
          <p:cNvCxnSpPr>
            <a:stCxn id="50" idx="0"/>
            <a:endCxn id="136" idx="0"/>
          </p:cNvCxnSpPr>
          <p:nvPr/>
        </p:nvCxnSpPr>
        <p:spPr>
          <a:xfrm>
            <a:off x="5010101" y="1772816"/>
            <a:ext cx="3423866" cy="1368151"/>
          </a:xfrm>
          <a:prstGeom prst="curvedConnector2">
            <a:avLst/>
          </a:prstGeom>
          <a:ln>
            <a:tailEnd type="arrow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4" name="Conector em curva 73"/>
          <p:cNvCxnSpPr>
            <a:stCxn id="51" idx="0"/>
            <a:endCxn id="136" idx="0"/>
          </p:cNvCxnSpPr>
          <p:nvPr/>
        </p:nvCxnSpPr>
        <p:spPr>
          <a:xfrm>
            <a:off x="6378253" y="2692850"/>
            <a:ext cx="2055714" cy="448117"/>
          </a:xfrm>
          <a:prstGeom prst="curvedConnector2">
            <a:avLst/>
          </a:prstGeom>
          <a:ln>
            <a:tailEnd type="arrow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6" name="Conector em curva 75"/>
          <p:cNvCxnSpPr>
            <a:stCxn id="52" idx="1"/>
            <a:endCxn id="136" idx="2"/>
          </p:cNvCxnSpPr>
          <p:nvPr/>
        </p:nvCxnSpPr>
        <p:spPr>
          <a:xfrm rot="16200000" flipH="1">
            <a:off x="4381458" y="1730726"/>
            <a:ext cx="914075" cy="7190943"/>
          </a:xfrm>
          <a:prstGeom prst="curvedConnector3">
            <a:avLst>
              <a:gd name="adj1" fmla="val 168128"/>
            </a:avLst>
          </a:prstGeom>
          <a:ln>
            <a:tailEnd type="arrow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9" name="Conector em curva 88"/>
          <p:cNvCxnSpPr>
            <a:stCxn id="49" idx="2"/>
            <a:endCxn id="52" idx="0"/>
          </p:cNvCxnSpPr>
          <p:nvPr/>
        </p:nvCxnSpPr>
        <p:spPr>
          <a:xfrm rot="10800000">
            <a:off x="2267744" y="4457575"/>
            <a:ext cx="1016678" cy="267571"/>
          </a:xfrm>
          <a:prstGeom prst="curvedConnector3">
            <a:avLst/>
          </a:prstGeom>
          <a:ln>
            <a:tailEnd type="arrow"/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1" name="Conector em curva 90"/>
          <p:cNvCxnSpPr>
            <a:stCxn id="49" idx="3"/>
            <a:endCxn id="50" idx="1"/>
          </p:cNvCxnSpPr>
          <p:nvPr/>
        </p:nvCxnSpPr>
        <p:spPr>
          <a:xfrm rot="16200000" flipV="1">
            <a:off x="3139149" y="3133659"/>
            <a:ext cx="2016226" cy="14619"/>
          </a:xfrm>
          <a:prstGeom prst="curvedConnector3">
            <a:avLst>
              <a:gd name="adj1" fmla="val 50000"/>
            </a:avLst>
          </a:prstGeom>
          <a:ln>
            <a:tailEnd type="arrow"/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8" name="Conector em curva 97"/>
          <p:cNvCxnSpPr>
            <a:stCxn id="49" idx="3"/>
            <a:endCxn id="51" idx="1"/>
          </p:cNvCxnSpPr>
          <p:nvPr/>
        </p:nvCxnSpPr>
        <p:spPr>
          <a:xfrm rot="5400000" flipH="1" flipV="1">
            <a:off x="4283241" y="2924220"/>
            <a:ext cx="1096192" cy="1353533"/>
          </a:xfrm>
          <a:prstGeom prst="curvedConnector3">
            <a:avLst/>
          </a:prstGeom>
          <a:ln>
            <a:tailEnd type="arrow"/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1" name="Circular Arrow 36"/>
          <p:cNvSpPr>
            <a:spLocks noChangeArrowheads="1"/>
          </p:cNvSpPr>
          <p:nvPr/>
        </p:nvSpPr>
        <p:spPr bwMode="auto">
          <a:xfrm rot="9900000" flipH="1">
            <a:off x="3594449" y="4666319"/>
            <a:ext cx="885825" cy="1335088"/>
          </a:xfrm>
          <a:custGeom>
            <a:avLst/>
            <a:gdLst>
              <a:gd name="T0" fmla="*/ 175879 w 885825"/>
              <a:gd name="T1" fmla="*/ 767626 h 1335088"/>
              <a:gd name="T2" fmla="*/ 856726 w 885825"/>
              <a:gd name="T3" fmla="*/ 662858 h 1335088"/>
              <a:gd name="T4" fmla="*/ 701823 w 885825"/>
              <a:gd name="T5" fmla="*/ 823204 h 1335088"/>
              <a:gd name="T6" fmla="*/ 564821 w 885825"/>
              <a:gd name="T7" fmla="*/ 487362 h 1335088"/>
              <a:gd name="T8" fmla="*/ 1 60000 65536"/>
              <a:gd name="T9" fmla="*/ 0 60000 65536"/>
              <a:gd name="T10" fmla="*/ 1 60000 65536"/>
              <a:gd name="T11" fmla="*/ 2 60000 65536"/>
              <a:gd name="T12" fmla="*/ 210998 w 885825"/>
              <a:gd name="T13" fmla="*/ 276791 h 1335088"/>
              <a:gd name="T14" fmla="*/ 674827 w 885825"/>
              <a:gd name="T15" fmla="*/ 1058297 h 13350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85825" h="1335088">
                <a:moveTo>
                  <a:pt x="122761" y="787535"/>
                </a:moveTo>
                <a:lnTo>
                  <a:pt x="122761" y="787534"/>
                </a:lnTo>
                <a:cubicBezTo>
                  <a:pt x="117560" y="748139"/>
                  <a:pt x="114936" y="707902"/>
                  <a:pt x="114936" y="667544"/>
                </a:cubicBezTo>
                <a:cubicBezTo>
                  <a:pt x="114936" y="362347"/>
                  <a:pt x="261776" y="114936"/>
                  <a:pt x="442913" y="114936"/>
                </a:cubicBezTo>
                <a:cubicBezTo>
                  <a:pt x="610870" y="114935"/>
                  <a:pt x="751685" y="328724"/>
                  <a:pt x="769118" y="610187"/>
                </a:cubicBezTo>
                <a:lnTo>
                  <a:pt x="856726" y="662858"/>
                </a:lnTo>
                <a:lnTo>
                  <a:pt x="701823" y="823204"/>
                </a:lnTo>
                <a:lnTo>
                  <a:pt x="564821" y="487362"/>
                </a:lnTo>
                <a:lnTo>
                  <a:pt x="650771" y="539036"/>
                </a:lnTo>
                <a:lnTo>
                  <a:pt x="650770" y="539036"/>
                </a:lnTo>
                <a:cubicBezTo>
                  <a:pt x="622954" y="352899"/>
                  <a:pt x="538559" y="225664"/>
                  <a:pt x="442912" y="225664"/>
                </a:cubicBezTo>
                <a:cubicBezTo>
                  <a:pt x="322928" y="225664"/>
                  <a:pt x="225663" y="423500"/>
                  <a:pt x="225663" y="667544"/>
                </a:cubicBezTo>
                <a:cubicBezTo>
                  <a:pt x="225662" y="694402"/>
                  <a:pt x="226866" y="721205"/>
                  <a:pt x="229259" y="747620"/>
                </a:cubicBezTo>
                <a:close/>
              </a:path>
            </a:pathLst>
          </a:custGeom>
          <a:solidFill>
            <a:srgbClr val="00AC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2" name="CaixaDeTexto 42"/>
          <p:cNvSpPr txBox="1">
            <a:spLocks noChangeArrowheads="1"/>
          </p:cNvSpPr>
          <p:nvPr/>
        </p:nvSpPr>
        <p:spPr bwMode="auto">
          <a:xfrm>
            <a:off x="4493939" y="5233097"/>
            <a:ext cx="533400" cy="548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pt-BR" sz="3000" b="1" dirty="0">
                <a:solidFill>
                  <a:srgbClr val="008000"/>
                </a:solidFill>
              </a:rPr>
              <a:t>$</a:t>
            </a:r>
          </a:p>
        </p:txBody>
      </p:sp>
      <p:sp>
        <p:nvSpPr>
          <p:cNvPr id="114" name="CaixaDeTexto 42"/>
          <p:cNvSpPr txBox="1">
            <a:spLocks noChangeArrowheads="1"/>
          </p:cNvSpPr>
          <p:nvPr/>
        </p:nvSpPr>
        <p:spPr bwMode="auto">
          <a:xfrm>
            <a:off x="4680619" y="5229200"/>
            <a:ext cx="53340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pt-BR" sz="3000" b="1" dirty="0">
                <a:solidFill>
                  <a:srgbClr val="008000"/>
                </a:solidFill>
              </a:rPr>
              <a:t>$</a:t>
            </a:r>
          </a:p>
        </p:txBody>
      </p:sp>
      <p:cxnSp>
        <p:nvCxnSpPr>
          <p:cNvPr id="117" name="Conector em curva 116"/>
          <p:cNvCxnSpPr>
            <a:endCxn id="49" idx="0"/>
          </p:cNvCxnSpPr>
          <p:nvPr/>
        </p:nvCxnSpPr>
        <p:spPr>
          <a:xfrm rot="10800000">
            <a:off x="5024720" y="4725146"/>
            <a:ext cx="2142594" cy="781073"/>
          </a:xfrm>
          <a:prstGeom prst="curvedConnector3">
            <a:avLst/>
          </a:prstGeom>
          <a:ln w="76200">
            <a:solidFill>
              <a:srgbClr val="00B05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CaixaDeTexto 42"/>
          <p:cNvSpPr txBox="1">
            <a:spLocks noChangeArrowheads="1"/>
          </p:cNvSpPr>
          <p:nvPr/>
        </p:nvSpPr>
        <p:spPr bwMode="auto">
          <a:xfrm>
            <a:off x="5563968" y="4954435"/>
            <a:ext cx="533400" cy="548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pt-BR" sz="3000" b="1" dirty="0">
                <a:solidFill>
                  <a:srgbClr val="008000"/>
                </a:solidFill>
              </a:rPr>
              <a:t>$</a:t>
            </a:r>
          </a:p>
        </p:txBody>
      </p:sp>
      <p:sp>
        <p:nvSpPr>
          <p:cNvPr id="121" name="CaixaDeTexto 42"/>
          <p:cNvSpPr txBox="1">
            <a:spLocks noChangeArrowheads="1"/>
          </p:cNvSpPr>
          <p:nvPr/>
        </p:nvSpPr>
        <p:spPr bwMode="auto">
          <a:xfrm>
            <a:off x="5750648" y="4950538"/>
            <a:ext cx="53340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pt-BR" sz="3000" b="1" dirty="0">
                <a:solidFill>
                  <a:srgbClr val="008000"/>
                </a:solidFill>
              </a:rPr>
              <a:t>$</a:t>
            </a:r>
          </a:p>
        </p:txBody>
      </p:sp>
      <p:pic>
        <p:nvPicPr>
          <p:cNvPr id="123" name="Imagem 12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562" y="2800862"/>
            <a:ext cx="504056" cy="504056"/>
          </a:xfrm>
          <a:prstGeom prst="rect">
            <a:avLst/>
          </a:prstGeom>
        </p:spPr>
      </p:pic>
      <p:pic>
        <p:nvPicPr>
          <p:cNvPr id="124" name="Imagem 1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8584" y="6081654"/>
            <a:ext cx="453380" cy="453380"/>
          </a:xfrm>
          <a:prstGeom prst="rect">
            <a:avLst/>
          </a:prstGeom>
        </p:spPr>
      </p:pic>
      <p:pic>
        <p:nvPicPr>
          <p:cNvPr id="125" name="Imagem 12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3982" y="1529172"/>
            <a:ext cx="487287" cy="487287"/>
          </a:xfrm>
          <a:prstGeom prst="rect">
            <a:avLst/>
          </a:prstGeom>
        </p:spPr>
      </p:pic>
      <p:pic>
        <p:nvPicPr>
          <p:cNvPr id="126" name="Imagem 12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8739" y="2234291"/>
            <a:ext cx="518276" cy="518276"/>
          </a:xfrm>
          <a:prstGeom prst="rect">
            <a:avLst/>
          </a:prstGeom>
        </p:spPr>
      </p:pic>
      <p:pic>
        <p:nvPicPr>
          <p:cNvPr id="127" name="Imagem 12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6697" y="1561134"/>
            <a:ext cx="467903" cy="467903"/>
          </a:xfrm>
          <a:prstGeom prst="rect">
            <a:avLst/>
          </a:prstGeom>
        </p:spPr>
      </p:pic>
      <p:pic>
        <p:nvPicPr>
          <p:cNvPr id="128" name="Imagem 12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2395" y="2605718"/>
            <a:ext cx="499120" cy="499120"/>
          </a:xfrm>
          <a:prstGeom prst="rect">
            <a:avLst/>
          </a:prstGeom>
        </p:spPr>
      </p:pic>
      <p:sp>
        <p:nvSpPr>
          <p:cNvPr id="129" name="CaixaDeTexto 128"/>
          <p:cNvSpPr txBox="1"/>
          <p:nvPr/>
        </p:nvSpPr>
        <p:spPr>
          <a:xfrm rot="16200000">
            <a:off x="3595197" y="3234291"/>
            <a:ext cx="8082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 smtClean="0"/>
              <a:t>Anúncios</a:t>
            </a:r>
            <a:endParaRPr lang="pt-BR" sz="1200" dirty="0"/>
          </a:p>
        </p:txBody>
      </p:sp>
      <p:sp>
        <p:nvSpPr>
          <p:cNvPr id="130" name="CaixaDeTexto 129"/>
          <p:cNvSpPr txBox="1"/>
          <p:nvPr/>
        </p:nvSpPr>
        <p:spPr>
          <a:xfrm rot="20625546">
            <a:off x="4228321" y="3392415"/>
            <a:ext cx="8082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 smtClean="0"/>
              <a:t>Anúncios</a:t>
            </a:r>
            <a:endParaRPr lang="pt-BR" sz="1200" dirty="0"/>
          </a:p>
        </p:txBody>
      </p:sp>
      <p:sp>
        <p:nvSpPr>
          <p:cNvPr id="131" name="CaixaDeTexto 130"/>
          <p:cNvSpPr txBox="1"/>
          <p:nvPr/>
        </p:nvSpPr>
        <p:spPr>
          <a:xfrm rot="1309968">
            <a:off x="2462766" y="4319076"/>
            <a:ext cx="8082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 smtClean="0"/>
              <a:t>Anúncios</a:t>
            </a:r>
            <a:endParaRPr lang="pt-BR" sz="1200" dirty="0"/>
          </a:p>
        </p:txBody>
      </p:sp>
      <p:graphicFrame>
        <p:nvGraphicFramePr>
          <p:cNvPr id="136" name="Diagrama 135"/>
          <p:cNvGraphicFramePr/>
          <p:nvPr>
            <p:extLst>
              <p:ext uri="{D42A27DB-BD31-4B8C-83A1-F6EECF244321}">
                <p14:modId xmlns:p14="http://schemas.microsoft.com/office/powerpoint/2010/main" val="3580475581"/>
              </p:ext>
            </p:extLst>
          </p:nvPr>
        </p:nvGraphicFramePr>
        <p:xfrm>
          <a:off x="6632395" y="3140967"/>
          <a:ext cx="3603145" cy="26422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224845100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 smtClean="0"/>
              <a:t>Divisão</a:t>
            </a:r>
            <a:r>
              <a:rPr lang="en-US" sz="3600" dirty="0" smtClean="0"/>
              <a:t> de </a:t>
            </a:r>
            <a:r>
              <a:rPr lang="en-US" sz="3600" dirty="0" err="1" smtClean="0"/>
              <a:t>tráfego</a:t>
            </a:r>
            <a:endParaRPr lang="pt-BR" sz="3600" dirty="0"/>
          </a:p>
        </p:txBody>
      </p:sp>
      <p:pic>
        <p:nvPicPr>
          <p:cNvPr id="2" name="Snagit_PPT4C0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1091082"/>
            <a:ext cx="6192688" cy="5570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24929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 smtClean="0"/>
              <a:t>Vocabulário</a:t>
            </a:r>
            <a:r>
              <a:rPr lang="en-US" sz="3600" dirty="0" smtClean="0"/>
              <a:t> principal</a:t>
            </a:r>
            <a:endParaRPr lang="pt-BR" sz="3600" dirty="0"/>
          </a:p>
        </p:txBody>
      </p:sp>
      <p:graphicFrame>
        <p:nvGraphicFramePr>
          <p:cNvPr id="6" name="Espaço Reservado para Conteúdo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7847819"/>
              </p:ext>
            </p:extLst>
          </p:nvPr>
        </p:nvGraphicFramePr>
        <p:xfrm>
          <a:off x="467544" y="332656"/>
          <a:ext cx="8230891" cy="62646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7583461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 smtClean="0"/>
              <a:t>Formatos</a:t>
            </a:r>
            <a:r>
              <a:rPr lang="en-US" sz="3600" dirty="0" smtClean="0"/>
              <a:t> de </a:t>
            </a:r>
            <a:r>
              <a:rPr lang="en-US" sz="3600" dirty="0" err="1" smtClean="0"/>
              <a:t>patrocinado</a:t>
            </a:r>
            <a:endParaRPr lang="pt-BR" sz="3600" dirty="0"/>
          </a:p>
        </p:txBody>
      </p:sp>
      <p:pic>
        <p:nvPicPr>
          <p:cNvPr id="5" name="Snagit_PPT22A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8764" y="1620992"/>
            <a:ext cx="6745820" cy="3104152"/>
          </a:xfrm>
          <a:prstGeom prst="rect">
            <a:avLst/>
          </a:prstGeom>
        </p:spPr>
      </p:pic>
      <p:pic>
        <p:nvPicPr>
          <p:cNvPr id="6" name="Snagit_PPTBDE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448" y="2564904"/>
            <a:ext cx="4891958" cy="3861048"/>
          </a:xfrm>
          <a:prstGeom prst="rect">
            <a:avLst/>
          </a:prstGeom>
        </p:spPr>
      </p:pic>
      <p:pic>
        <p:nvPicPr>
          <p:cNvPr id="7" name="Snagit_PPT4DAD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551" y="1052735"/>
            <a:ext cx="6299689" cy="5411037"/>
          </a:xfrm>
          <a:prstGeom prst="rect">
            <a:avLst/>
          </a:prstGeom>
        </p:spPr>
      </p:pic>
      <p:pic>
        <p:nvPicPr>
          <p:cNvPr id="8" name="Snagit_PPTB98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1412776"/>
            <a:ext cx="5945100" cy="4958693"/>
          </a:xfrm>
          <a:prstGeom prst="rect">
            <a:avLst/>
          </a:prstGeom>
        </p:spPr>
      </p:pic>
      <p:pic>
        <p:nvPicPr>
          <p:cNvPr id="9" name="Snagit_PPT89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872" y="2044042"/>
            <a:ext cx="5262847" cy="4093878"/>
          </a:xfrm>
          <a:prstGeom prst="rect">
            <a:avLst/>
          </a:prstGeom>
        </p:spPr>
      </p:pic>
      <p:pic>
        <p:nvPicPr>
          <p:cNvPr id="12" name="Snagit_PPTD24F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1268760"/>
            <a:ext cx="7178446" cy="475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54470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 smtClean="0"/>
              <a:t>Conhecendo</a:t>
            </a:r>
            <a:r>
              <a:rPr lang="en-US" sz="3600" dirty="0" smtClean="0"/>
              <a:t> </a:t>
            </a:r>
            <a:r>
              <a:rPr lang="en-US" sz="3600" dirty="0" err="1" smtClean="0"/>
              <a:t>os</a:t>
            </a:r>
            <a:r>
              <a:rPr lang="en-US" sz="3600" dirty="0" smtClean="0"/>
              <a:t> Menus</a:t>
            </a:r>
            <a:endParaRPr lang="pt-BR" sz="3600" dirty="0"/>
          </a:p>
        </p:txBody>
      </p:sp>
      <p:sp>
        <p:nvSpPr>
          <p:cNvPr id="8" name="Espaço Reservado para Conteúdo 7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2000" b="1" dirty="0" smtClean="0"/>
              <a:t>Menus</a:t>
            </a:r>
          </a:p>
          <a:p>
            <a:r>
              <a:rPr lang="en-US" sz="1600" dirty="0" err="1" smtClean="0"/>
              <a:t>Inicio</a:t>
            </a:r>
            <a:r>
              <a:rPr lang="en-US" sz="1600" dirty="0" smtClean="0"/>
              <a:t> – </a:t>
            </a:r>
            <a:r>
              <a:rPr lang="en-US" sz="1600" dirty="0" err="1" smtClean="0"/>
              <a:t>relatório</a:t>
            </a:r>
            <a:r>
              <a:rPr lang="en-US" sz="1600" dirty="0" smtClean="0"/>
              <a:t> </a:t>
            </a:r>
            <a:r>
              <a:rPr lang="en-US" sz="1600" dirty="0" err="1" smtClean="0"/>
              <a:t>resumo</a:t>
            </a:r>
            <a:endParaRPr lang="en-US" sz="1600" dirty="0" smtClean="0"/>
          </a:p>
          <a:p>
            <a:r>
              <a:rPr lang="en-US" sz="1600" dirty="0" err="1" smtClean="0"/>
              <a:t>Campanhas</a:t>
            </a:r>
            <a:endParaRPr lang="en-US" sz="1600" dirty="0"/>
          </a:p>
          <a:p>
            <a:pPr lvl="1"/>
            <a:r>
              <a:rPr lang="en-US" sz="1400" dirty="0" err="1"/>
              <a:t>Lista</a:t>
            </a:r>
            <a:r>
              <a:rPr lang="en-US" sz="1400" dirty="0"/>
              <a:t> de </a:t>
            </a:r>
            <a:r>
              <a:rPr lang="en-US" sz="1400" dirty="0" err="1"/>
              <a:t>campanhas</a:t>
            </a:r>
            <a:endParaRPr lang="en-US" sz="1400" dirty="0"/>
          </a:p>
          <a:p>
            <a:pPr lvl="1"/>
            <a:r>
              <a:rPr lang="en-US" sz="1400" dirty="0" err="1"/>
              <a:t>Bibilhoteca</a:t>
            </a:r>
            <a:r>
              <a:rPr lang="en-US" sz="1400" dirty="0"/>
              <a:t> </a:t>
            </a:r>
            <a:r>
              <a:rPr lang="en-US" sz="1400" dirty="0" err="1"/>
              <a:t>compartilhada</a:t>
            </a:r>
            <a:endParaRPr lang="en-US" sz="1400" dirty="0"/>
          </a:p>
          <a:p>
            <a:pPr lvl="1"/>
            <a:r>
              <a:rPr lang="en-US" sz="1400" dirty="0" err="1"/>
              <a:t>Automação</a:t>
            </a:r>
            <a:r>
              <a:rPr lang="en-US" sz="1400" dirty="0"/>
              <a:t> – </a:t>
            </a:r>
            <a:r>
              <a:rPr lang="en-US" sz="1400" dirty="0" err="1"/>
              <a:t>regras</a:t>
            </a:r>
            <a:r>
              <a:rPr lang="en-US" sz="1400" dirty="0"/>
              <a:t> </a:t>
            </a:r>
            <a:r>
              <a:rPr lang="en-US" sz="1400" dirty="0" err="1"/>
              <a:t>automatizadas</a:t>
            </a:r>
            <a:endParaRPr lang="en-US" sz="1400" dirty="0"/>
          </a:p>
          <a:p>
            <a:pPr lvl="1"/>
            <a:r>
              <a:rPr lang="en-US" sz="1400" dirty="0" err="1"/>
              <a:t>Relatórios</a:t>
            </a:r>
            <a:r>
              <a:rPr lang="en-US" sz="1400" dirty="0"/>
              <a:t> – </a:t>
            </a:r>
            <a:r>
              <a:rPr lang="en-US" sz="1400" dirty="0" err="1"/>
              <a:t>agendamento</a:t>
            </a:r>
            <a:r>
              <a:rPr lang="en-US" sz="1400" dirty="0"/>
              <a:t> e </a:t>
            </a:r>
            <a:r>
              <a:rPr lang="en-US" sz="1400" dirty="0" err="1"/>
              <a:t>personalização</a:t>
            </a:r>
            <a:endParaRPr lang="en-US" sz="1400" dirty="0"/>
          </a:p>
          <a:p>
            <a:pPr lvl="1"/>
            <a:r>
              <a:rPr lang="en-US" sz="1400" dirty="0" err="1"/>
              <a:t>Marcadores</a:t>
            </a:r>
            <a:r>
              <a:rPr lang="en-US" sz="1400" dirty="0"/>
              <a:t> – </a:t>
            </a:r>
            <a:r>
              <a:rPr lang="en-US" sz="1400" dirty="0" err="1"/>
              <a:t>organização</a:t>
            </a:r>
            <a:endParaRPr lang="en-US" sz="1400" dirty="0"/>
          </a:p>
          <a:p>
            <a:r>
              <a:rPr lang="en-US" sz="1600" dirty="0" err="1" smtClean="0"/>
              <a:t>Oportunidades</a:t>
            </a:r>
            <a:r>
              <a:rPr lang="en-US" sz="1600" dirty="0" smtClean="0"/>
              <a:t> – </a:t>
            </a:r>
            <a:r>
              <a:rPr lang="en-US" sz="1600" dirty="0" err="1" smtClean="0"/>
              <a:t>sugestões</a:t>
            </a:r>
            <a:r>
              <a:rPr lang="en-US" sz="1600" dirty="0" smtClean="0"/>
              <a:t> do </a:t>
            </a:r>
            <a:r>
              <a:rPr lang="en-US" sz="1600" dirty="0" err="1" smtClean="0"/>
              <a:t>adwords</a:t>
            </a:r>
            <a:endParaRPr lang="en-US" sz="1600" dirty="0" smtClean="0"/>
          </a:p>
          <a:p>
            <a:r>
              <a:rPr lang="en-US" sz="1600" dirty="0" err="1" smtClean="0"/>
              <a:t>Ferramentas</a:t>
            </a:r>
            <a:r>
              <a:rPr lang="en-US" sz="1600" dirty="0" smtClean="0"/>
              <a:t> e </a:t>
            </a:r>
            <a:r>
              <a:rPr lang="en-US" sz="1600" dirty="0" err="1" smtClean="0"/>
              <a:t>Análise</a:t>
            </a:r>
            <a:endParaRPr lang="en-US" sz="1600" dirty="0" smtClean="0"/>
          </a:p>
          <a:p>
            <a:pPr lvl="1"/>
            <a:r>
              <a:rPr lang="en-US" sz="1400" dirty="0" err="1" smtClean="0"/>
              <a:t>Histórico</a:t>
            </a:r>
            <a:r>
              <a:rPr lang="en-US" sz="1400" dirty="0" smtClean="0"/>
              <a:t> de </a:t>
            </a:r>
            <a:r>
              <a:rPr lang="en-US" sz="1400" dirty="0" err="1" smtClean="0"/>
              <a:t>alterações</a:t>
            </a:r>
            <a:endParaRPr lang="en-US" sz="1400" dirty="0" smtClean="0"/>
          </a:p>
          <a:p>
            <a:pPr lvl="1"/>
            <a:r>
              <a:rPr lang="en-US" sz="1400" dirty="0" err="1" smtClean="0"/>
              <a:t>Conversões</a:t>
            </a:r>
            <a:r>
              <a:rPr lang="en-US" sz="1400" dirty="0" smtClean="0"/>
              <a:t> – </a:t>
            </a:r>
            <a:r>
              <a:rPr lang="en-US" sz="1400" dirty="0" err="1" smtClean="0"/>
              <a:t>definição</a:t>
            </a:r>
            <a:r>
              <a:rPr lang="en-US" sz="1400" dirty="0" smtClean="0"/>
              <a:t> de </a:t>
            </a:r>
            <a:r>
              <a:rPr lang="en-US" sz="1400" dirty="0" err="1" smtClean="0"/>
              <a:t>metas</a:t>
            </a:r>
            <a:endParaRPr lang="en-US" sz="1400" dirty="0" smtClean="0"/>
          </a:p>
          <a:p>
            <a:pPr lvl="1"/>
            <a:r>
              <a:rPr lang="en-US" sz="1400" dirty="0" smtClean="0"/>
              <a:t>Google Analytics – </a:t>
            </a:r>
            <a:r>
              <a:rPr lang="en-US" sz="1400" dirty="0" err="1" smtClean="0"/>
              <a:t>vinculação</a:t>
            </a:r>
            <a:r>
              <a:rPr lang="en-US" sz="1400" dirty="0" smtClean="0"/>
              <a:t> e </a:t>
            </a:r>
            <a:r>
              <a:rPr lang="en-US" sz="1400" dirty="0" err="1" smtClean="0"/>
              <a:t>consulta</a:t>
            </a:r>
            <a:r>
              <a:rPr lang="en-US" sz="1400" dirty="0" smtClean="0"/>
              <a:t> de </a:t>
            </a:r>
            <a:r>
              <a:rPr lang="en-US" sz="1400" dirty="0" err="1" smtClean="0"/>
              <a:t>relatórios</a:t>
            </a:r>
            <a:endParaRPr lang="en-US" sz="1400" dirty="0" smtClean="0"/>
          </a:p>
          <a:p>
            <a:pPr lvl="1"/>
            <a:endParaRPr lang="en-US" sz="1400" dirty="0" smtClean="0"/>
          </a:p>
          <a:p>
            <a:pPr lvl="1"/>
            <a:endParaRPr lang="en-US" sz="1400" dirty="0" smtClean="0"/>
          </a:p>
          <a:p>
            <a:pPr lvl="1"/>
            <a:endParaRPr lang="pt-BR" sz="1400" dirty="0"/>
          </a:p>
        </p:txBody>
      </p:sp>
      <p:sp>
        <p:nvSpPr>
          <p:cNvPr id="9" name="Espaço Reservado para Conteúdo 8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1"/>
            <a:r>
              <a:rPr lang="en-US" sz="1400" dirty="0"/>
              <a:t>Central do </a:t>
            </a:r>
            <a:r>
              <a:rPr lang="en-US" sz="1400" dirty="0" err="1"/>
              <a:t>comerciante</a:t>
            </a:r>
            <a:r>
              <a:rPr lang="en-US" sz="1400" dirty="0"/>
              <a:t> – </a:t>
            </a:r>
            <a:r>
              <a:rPr lang="en-US" sz="1400" dirty="0" err="1"/>
              <a:t>listagem</a:t>
            </a:r>
            <a:r>
              <a:rPr lang="en-US" sz="1400" dirty="0"/>
              <a:t> do merchant center</a:t>
            </a:r>
          </a:p>
          <a:p>
            <a:pPr lvl="1"/>
            <a:r>
              <a:rPr lang="en-US" sz="1400" dirty="0" err="1"/>
              <a:t>Ferramentas</a:t>
            </a:r>
            <a:r>
              <a:rPr lang="en-US" sz="1400" dirty="0"/>
              <a:t> de </a:t>
            </a:r>
            <a:r>
              <a:rPr lang="en-US" sz="1400" dirty="0" err="1"/>
              <a:t>palavras-chave</a:t>
            </a:r>
            <a:endParaRPr lang="en-US" sz="1400" dirty="0"/>
          </a:p>
          <a:p>
            <a:pPr lvl="1"/>
            <a:r>
              <a:rPr lang="en-US" sz="1400" dirty="0" err="1"/>
              <a:t>Estimador</a:t>
            </a:r>
            <a:r>
              <a:rPr lang="en-US" sz="1400" dirty="0"/>
              <a:t> de </a:t>
            </a:r>
            <a:r>
              <a:rPr lang="en-US" sz="1400" dirty="0" err="1"/>
              <a:t>tráfego</a:t>
            </a:r>
            <a:endParaRPr lang="en-US" sz="1400" dirty="0"/>
          </a:p>
          <a:p>
            <a:pPr lvl="1"/>
            <a:r>
              <a:rPr lang="en-US" sz="1400" dirty="0" err="1"/>
              <a:t>Ferramenta</a:t>
            </a:r>
            <a:r>
              <a:rPr lang="en-US" sz="1400" dirty="0"/>
              <a:t> de </a:t>
            </a:r>
            <a:r>
              <a:rPr lang="en-US" sz="1400" dirty="0" err="1"/>
              <a:t>canais</a:t>
            </a:r>
            <a:endParaRPr lang="en-US" sz="1400" dirty="0"/>
          </a:p>
          <a:p>
            <a:pPr lvl="1"/>
            <a:r>
              <a:rPr lang="en-US" sz="1400" dirty="0" err="1"/>
              <a:t>Ferramenta</a:t>
            </a:r>
            <a:r>
              <a:rPr lang="en-US" sz="1400" dirty="0"/>
              <a:t> de </a:t>
            </a:r>
            <a:r>
              <a:rPr lang="en-US" sz="1400" dirty="0" err="1"/>
              <a:t>segmentação</a:t>
            </a:r>
            <a:r>
              <a:rPr lang="en-US" sz="1400" dirty="0"/>
              <a:t> contextual</a:t>
            </a:r>
          </a:p>
          <a:p>
            <a:pPr lvl="1"/>
            <a:r>
              <a:rPr lang="en-US" sz="1400" dirty="0" err="1"/>
              <a:t>Diagnostico</a:t>
            </a:r>
            <a:r>
              <a:rPr lang="en-US" sz="1400" dirty="0"/>
              <a:t> e </a:t>
            </a:r>
            <a:r>
              <a:rPr lang="en-US" sz="1400" dirty="0" err="1"/>
              <a:t>visualização</a:t>
            </a:r>
            <a:r>
              <a:rPr lang="en-US" sz="1400" dirty="0"/>
              <a:t> de </a:t>
            </a:r>
            <a:r>
              <a:rPr lang="en-US" sz="1400" dirty="0" err="1"/>
              <a:t>anúncio</a:t>
            </a:r>
            <a:endParaRPr lang="en-US" sz="1400" dirty="0"/>
          </a:p>
          <a:p>
            <a:r>
              <a:rPr lang="en-US" sz="1600" dirty="0" err="1"/>
              <a:t>Faturamento</a:t>
            </a:r>
            <a:endParaRPr lang="en-US" sz="1600" dirty="0"/>
          </a:p>
          <a:p>
            <a:pPr lvl="1"/>
            <a:r>
              <a:rPr lang="en-US" sz="1400" dirty="0" err="1"/>
              <a:t>Histórico</a:t>
            </a:r>
            <a:r>
              <a:rPr lang="en-US" sz="1400" dirty="0"/>
              <a:t> de </a:t>
            </a:r>
            <a:r>
              <a:rPr lang="en-US" sz="1400" dirty="0" err="1"/>
              <a:t>transações</a:t>
            </a:r>
            <a:endParaRPr lang="en-US" sz="1400" dirty="0"/>
          </a:p>
          <a:p>
            <a:pPr lvl="1"/>
            <a:r>
              <a:rPr lang="en-US" sz="1400" dirty="0" err="1"/>
              <a:t>Configurações</a:t>
            </a:r>
            <a:r>
              <a:rPr lang="en-US" sz="1400" dirty="0"/>
              <a:t> de </a:t>
            </a:r>
            <a:r>
              <a:rPr lang="en-US" sz="1400" dirty="0" err="1"/>
              <a:t>faturamento</a:t>
            </a:r>
            <a:endParaRPr lang="en-US" sz="1400" dirty="0"/>
          </a:p>
          <a:p>
            <a:r>
              <a:rPr lang="en-US" sz="1600" dirty="0" err="1"/>
              <a:t>Minha</a:t>
            </a:r>
            <a:r>
              <a:rPr lang="en-US" sz="1600" dirty="0"/>
              <a:t> </a:t>
            </a:r>
            <a:r>
              <a:rPr lang="en-US" sz="1600" dirty="0" err="1"/>
              <a:t>Conta</a:t>
            </a:r>
            <a:endParaRPr lang="en-US" sz="1600" dirty="0"/>
          </a:p>
          <a:p>
            <a:pPr lvl="1"/>
            <a:r>
              <a:rPr lang="en-US" sz="1400" dirty="0" err="1"/>
              <a:t>Acesso</a:t>
            </a:r>
            <a:r>
              <a:rPr lang="en-US" sz="1400" dirty="0"/>
              <a:t> a </a:t>
            </a:r>
            <a:r>
              <a:rPr lang="en-US" sz="1400" dirty="0" err="1"/>
              <a:t>conta</a:t>
            </a:r>
            <a:endParaRPr lang="en-US" sz="1400" dirty="0"/>
          </a:p>
          <a:p>
            <a:pPr lvl="1"/>
            <a:r>
              <a:rPr lang="en-US" sz="1400" dirty="0" err="1"/>
              <a:t>Contas</a:t>
            </a:r>
            <a:r>
              <a:rPr lang="en-US" sz="1400" dirty="0"/>
              <a:t> </a:t>
            </a:r>
            <a:r>
              <a:rPr lang="en-US" sz="1400" dirty="0" err="1"/>
              <a:t>vinculadas</a:t>
            </a:r>
            <a:endParaRPr lang="en-US" sz="1400" dirty="0"/>
          </a:p>
          <a:p>
            <a:pPr lvl="1"/>
            <a:r>
              <a:rPr lang="en-US" sz="1400" dirty="0" err="1"/>
              <a:t>Configurações</a:t>
            </a:r>
            <a:r>
              <a:rPr lang="en-US" sz="1400" dirty="0"/>
              <a:t> de </a:t>
            </a:r>
            <a:r>
              <a:rPr lang="en-US" sz="1400" dirty="0" err="1"/>
              <a:t>notificação</a:t>
            </a:r>
            <a:endParaRPr lang="pt-BR" sz="1400" dirty="0"/>
          </a:p>
          <a:p>
            <a:pPr lvl="1"/>
            <a:r>
              <a:rPr lang="en-US" sz="1400" dirty="0" err="1"/>
              <a:t>Preferencias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02690839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 smtClean="0"/>
              <a:t>Conhecendo</a:t>
            </a:r>
            <a:r>
              <a:rPr lang="en-US" sz="3600" dirty="0" smtClean="0"/>
              <a:t> </a:t>
            </a:r>
            <a:r>
              <a:rPr lang="en-US" sz="3600" dirty="0" err="1" smtClean="0"/>
              <a:t>os</a:t>
            </a:r>
            <a:r>
              <a:rPr lang="en-US" sz="3600" dirty="0" smtClean="0"/>
              <a:t> Menus</a:t>
            </a:r>
            <a:endParaRPr lang="pt-BR" sz="3600" dirty="0"/>
          </a:p>
        </p:txBody>
      </p:sp>
      <p:pic>
        <p:nvPicPr>
          <p:cNvPr id="7" name="Snagit_PPTFCDB">
            <a:hlinkClick r:id="rId2" action="ppaction://hlinkfile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7" y="1700808"/>
            <a:ext cx="8514419" cy="388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57229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/>
          <p:cNvSpPr/>
          <p:nvPr/>
        </p:nvSpPr>
        <p:spPr>
          <a:xfrm>
            <a:off x="179512" y="4437112"/>
            <a:ext cx="8352928" cy="1224136"/>
          </a:xfrm>
          <a:prstGeom prst="rect">
            <a:avLst/>
          </a:prstGeom>
          <a:solidFill>
            <a:srgbClr val="C03667">
              <a:alpha val="2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b="0" dirty="0" err="1" smtClean="0">
                <a:solidFill>
                  <a:schemeClr val="bg1">
                    <a:lumMod val="95000"/>
                  </a:schemeClr>
                </a:solidFill>
              </a:rPr>
              <a:t>Criando</a:t>
            </a:r>
            <a:r>
              <a:rPr lang="en-US" b="0" dirty="0" smtClean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b="0" dirty="0" err="1" smtClean="0">
                <a:solidFill>
                  <a:schemeClr val="bg1">
                    <a:lumMod val="95000"/>
                  </a:schemeClr>
                </a:solidFill>
              </a:rPr>
              <a:t>uma</a:t>
            </a:r>
            <a:r>
              <a:rPr lang="en-US" b="0" dirty="0" smtClean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b="0" dirty="0" err="1" smtClean="0">
                <a:solidFill>
                  <a:schemeClr val="bg1">
                    <a:lumMod val="95000"/>
                  </a:schemeClr>
                </a:solidFill>
              </a:rPr>
              <a:t>conta</a:t>
            </a:r>
            <a:endParaRPr lang="pt-BR" b="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Adwords e Analytics para Ecommerce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44673827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 smtClean="0"/>
              <a:t>Criar</a:t>
            </a:r>
            <a:r>
              <a:rPr lang="en-US" sz="3600" dirty="0" smtClean="0"/>
              <a:t> </a:t>
            </a:r>
            <a:r>
              <a:rPr lang="en-US" sz="3600" dirty="0" err="1" smtClean="0"/>
              <a:t>uma</a:t>
            </a:r>
            <a:r>
              <a:rPr lang="en-US" sz="3600" dirty="0" smtClean="0"/>
              <a:t> </a:t>
            </a:r>
            <a:r>
              <a:rPr lang="en-US" sz="3600" dirty="0" err="1" smtClean="0"/>
              <a:t>conta</a:t>
            </a:r>
            <a:endParaRPr lang="pt-BR" sz="3600" dirty="0"/>
          </a:p>
        </p:txBody>
      </p:sp>
      <p:pic>
        <p:nvPicPr>
          <p:cNvPr id="2" name="Snagit_PPT8B83">
            <a:hlinkClick r:id="rId2" action="ppaction://hlinkfile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268" y="1268760"/>
            <a:ext cx="8712968" cy="504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37217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a 3"/>
          <p:cNvGraphicFramePr/>
          <p:nvPr>
            <p:extLst>
              <p:ext uri="{D42A27DB-BD31-4B8C-83A1-F6EECF244321}">
                <p14:modId xmlns:p14="http://schemas.microsoft.com/office/powerpoint/2010/main" val="2309774410"/>
              </p:ext>
            </p:extLst>
          </p:nvPr>
        </p:nvGraphicFramePr>
        <p:xfrm>
          <a:off x="323528" y="569625"/>
          <a:ext cx="8568952" cy="5667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 smtClean="0"/>
              <a:t>Estrutura</a:t>
            </a:r>
            <a:r>
              <a:rPr lang="en-US" sz="3600" dirty="0" smtClean="0"/>
              <a:t> do </a:t>
            </a:r>
            <a:r>
              <a:rPr lang="en-US" sz="3600" dirty="0" err="1" smtClean="0"/>
              <a:t>adwords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77456184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/>
          <p:cNvSpPr/>
          <p:nvPr/>
        </p:nvSpPr>
        <p:spPr>
          <a:xfrm>
            <a:off x="179512" y="4437112"/>
            <a:ext cx="8352928" cy="1224136"/>
          </a:xfrm>
          <a:prstGeom prst="rect">
            <a:avLst/>
          </a:prstGeom>
          <a:solidFill>
            <a:srgbClr val="C03667">
              <a:alpha val="2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b="0" dirty="0" smtClean="0">
                <a:solidFill>
                  <a:schemeClr val="bg1">
                    <a:lumMod val="95000"/>
                  </a:schemeClr>
                </a:solidFill>
              </a:rPr>
              <a:t>MINHA PRIMEIRA CAMPANHA</a:t>
            </a:r>
            <a:endParaRPr lang="pt-BR" b="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Adwords e Analytics para Ecommerce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3100829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 smtClean="0"/>
              <a:t>Principais</a:t>
            </a:r>
            <a:r>
              <a:rPr lang="en-US" sz="3600" dirty="0" smtClean="0"/>
              <a:t> </a:t>
            </a:r>
            <a:r>
              <a:rPr lang="en-US" sz="3600" dirty="0" err="1" smtClean="0"/>
              <a:t>pontos</a:t>
            </a:r>
            <a:endParaRPr lang="pt-BR" sz="36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2000" b="1" dirty="0" err="1" smtClean="0"/>
              <a:t>Divisões</a:t>
            </a:r>
            <a:r>
              <a:rPr lang="en-US" sz="2000" b="1" dirty="0" smtClean="0"/>
              <a:t> para </a:t>
            </a:r>
            <a:r>
              <a:rPr lang="en-US" sz="2000" b="1" dirty="0" err="1" smtClean="0"/>
              <a:t>otimizar</a:t>
            </a:r>
            <a:r>
              <a:rPr lang="en-US" sz="2000" b="1" dirty="0" smtClean="0"/>
              <a:t> as </a:t>
            </a:r>
            <a:r>
              <a:rPr lang="en-US" sz="2000" b="1" dirty="0" err="1" smtClean="0"/>
              <a:t>campanhas</a:t>
            </a:r>
            <a:endParaRPr lang="en-US" sz="2000" b="1" dirty="0" smtClean="0"/>
          </a:p>
          <a:p>
            <a:r>
              <a:rPr lang="en-US" sz="1800" dirty="0" err="1" smtClean="0"/>
              <a:t>Divisão</a:t>
            </a:r>
            <a:r>
              <a:rPr lang="en-US" sz="1800" dirty="0" smtClean="0"/>
              <a:t> de </a:t>
            </a:r>
            <a:r>
              <a:rPr lang="en-US" sz="1800" dirty="0" err="1" smtClean="0"/>
              <a:t>tipo</a:t>
            </a:r>
            <a:r>
              <a:rPr lang="pt-BR" sz="1800" dirty="0"/>
              <a:t> </a:t>
            </a:r>
            <a:r>
              <a:rPr lang="pt-BR" sz="1800" dirty="0" smtClean="0"/>
              <a:t>(rede de pesquisa, rede de display, </a:t>
            </a:r>
            <a:r>
              <a:rPr lang="pt-BR" sz="1800" dirty="0" err="1" smtClean="0"/>
              <a:t>video</a:t>
            </a:r>
            <a:r>
              <a:rPr lang="pt-BR" sz="1800" dirty="0" smtClean="0"/>
              <a:t> campanha)</a:t>
            </a:r>
          </a:p>
          <a:p>
            <a:r>
              <a:rPr lang="en-US" sz="1800" dirty="0" err="1" smtClean="0"/>
              <a:t>Divisão</a:t>
            </a:r>
            <a:r>
              <a:rPr lang="en-US" sz="1800" dirty="0" smtClean="0"/>
              <a:t> de </a:t>
            </a:r>
            <a:r>
              <a:rPr lang="en-US" sz="1800" dirty="0" err="1" smtClean="0"/>
              <a:t>dispositivos</a:t>
            </a:r>
            <a:r>
              <a:rPr lang="en-US" sz="1800" dirty="0"/>
              <a:t> </a:t>
            </a:r>
            <a:r>
              <a:rPr lang="en-US" sz="1800" dirty="0" smtClean="0"/>
              <a:t>(</a:t>
            </a:r>
            <a:r>
              <a:rPr lang="en-US" sz="1800" dirty="0" err="1" smtClean="0"/>
              <a:t>separar</a:t>
            </a:r>
            <a:r>
              <a:rPr lang="en-US" sz="1800" dirty="0" smtClean="0"/>
              <a:t> desktop, tablets e </a:t>
            </a:r>
            <a:r>
              <a:rPr lang="en-US" sz="1800" dirty="0" err="1" smtClean="0"/>
              <a:t>celulares</a:t>
            </a:r>
            <a:r>
              <a:rPr lang="en-US" sz="1800" dirty="0" smtClean="0"/>
              <a:t>)</a:t>
            </a:r>
            <a:endParaRPr lang="pt-BR" sz="1800" dirty="0" smtClean="0"/>
          </a:p>
          <a:p>
            <a:r>
              <a:rPr lang="en-US" sz="1800" dirty="0" err="1" smtClean="0"/>
              <a:t>Divisão</a:t>
            </a:r>
            <a:r>
              <a:rPr lang="en-US" sz="1800" dirty="0" smtClean="0"/>
              <a:t> de </a:t>
            </a:r>
            <a:r>
              <a:rPr lang="en-US" sz="1800" dirty="0" err="1" smtClean="0"/>
              <a:t>locais</a:t>
            </a:r>
            <a:r>
              <a:rPr lang="en-US" sz="1800" dirty="0" smtClean="0"/>
              <a:t> (</a:t>
            </a:r>
            <a:r>
              <a:rPr lang="en-US" sz="1800" dirty="0" err="1" smtClean="0"/>
              <a:t>dividir</a:t>
            </a:r>
            <a:r>
              <a:rPr lang="en-US" sz="1800" dirty="0" smtClean="0"/>
              <a:t> </a:t>
            </a:r>
            <a:r>
              <a:rPr lang="en-US" sz="1800" dirty="0" err="1" smtClean="0"/>
              <a:t>por</a:t>
            </a:r>
            <a:r>
              <a:rPr lang="en-US" sz="1800" dirty="0" smtClean="0"/>
              <a:t> </a:t>
            </a:r>
            <a:r>
              <a:rPr lang="en-US" sz="1800" dirty="0" err="1" smtClean="0"/>
              <a:t>estado</a:t>
            </a:r>
            <a:r>
              <a:rPr lang="en-US" sz="1800" dirty="0" smtClean="0"/>
              <a:t>, </a:t>
            </a:r>
            <a:r>
              <a:rPr lang="en-US" sz="1800" dirty="0" err="1" smtClean="0"/>
              <a:t>cidade</a:t>
            </a:r>
            <a:r>
              <a:rPr lang="en-US" sz="1800" dirty="0" smtClean="0"/>
              <a:t> </a:t>
            </a:r>
            <a:r>
              <a:rPr lang="en-US" sz="1800" dirty="0" err="1" smtClean="0"/>
              <a:t>ou</a:t>
            </a:r>
            <a:r>
              <a:rPr lang="en-US" sz="1800" dirty="0" smtClean="0"/>
              <a:t> </a:t>
            </a:r>
            <a:r>
              <a:rPr lang="en-US" sz="1800" dirty="0" err="1" smtClean="0"/>
              <a:t>até</a:t>
            </a:r>
            <a:r>
              <a:rPr lang="en-US" sz="1800" dirty="0" smtClean="0"/>
              <a:t> </a:t>
            </a:r>
            <a:r>
              <a:rPr lang="en-US" sz="1800" dirty="0" err="1" smtClean="0"/>
              <a:t>mesmo</a:t>
            </a:r>
            <a:r>
              <a:rPr lang="en-US" sz="1800" dirty="0" smtClean="0"/>
              <a:t> </a:t>
            </a:r>
            <a:r>
              <a:rPr lang="en-US" sz="1800" dirty="0" err="1" smtClean="0"/>
              <a:t>bairro</a:t>
            </a:r>
            <a:r>
              <a:rPr lang="en-US" sz="1800" dirty="0" smtClean="0"/>
              <a:t>)</a:t>
            </a:r>
          </a:p>
          <a:p>
            <a:pPr marL="0" indent="0">
              <a:buNone/>
            </a:pPr>
            <a:endParaRPr lang="en-US" sz="2000" dirty="0"/>
          </a:p>
          <a:p>
            <a:pPr marL="0" indent="0" algn="ctr">
              <a:buNone/>
            </a:pPr>
            <a:r>
              <a:rPr lang="en-US" sz="2000" b="1" dirty="0" err="1" smtClean="0"/>
              <a:t>Porque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devo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dividir</a:t>
            </a:r>
            <a:r>
              <a:rPr lang="en-US" sz="2000" b="1" dirty="0" smtClean="0"/>
              <a:t> o desktop do tablet?</a:t>
            </a:r>
          </a:p>
          <a:p>
            <a:r>
              <a:rPr lang="en-US" sz="1800" dirty="0" smtClean="0"/>
              <a:t>CTR’s </a:t>
            </a:r>
            <a:r>
              <a:rPr lang="en-US" sz="1800" dirty="0" err="1" smtClean="0"/>
              <a:t>diferentes</a:t>
            </a:r>
            <a:r>
              <a:rPr lang="en-US" sz="1800" dirty="0" smtClean="0"/>
              <a:t>;</a:t>
            </a:r>
          </a:p>
          <a:p>
            <a:r>
              <a:rPr lang="en-US" sz="1800" dirty="0" smtClean="0"/>
              <a:t>Tablet é um </a:t>
            </a:r>
            <a:r>
              <a:rPr lang="en-US" sz="1800" dirty="0" err="1" smtClean="0"/>
              <a:t>dispositivo</a:t>
            </a:r>
            <a:r>
              <a:rPr lang="en-US" sz="1800" dirty="0" smtClean="0"/>
              <a:t> </a:t>
            </a:r>
            <a:r>
              <a:rPr lang="en-US" sz="1800" dirty="0" err="1" smtClean="0"/>
              <a:t>móvel</a:t>
            </a:r>
            <a:r>
              <a:rPr lang="en-US" sz="1800" dirty="0" smtClean="0"/>
              <a:t>;</a:t>
            </a:r>
            <a:endParaRPr lang="en-US" sz="1800" dirty="0"/>
          </a:p>
          <a:p>
            <a:r>
              <a:rPr lang="en-US" sz="1800" dirty="0" err="1" smtClean="0"/>
              <a:t>Estilo</a:t>
            </a:r>
            <a:r>
              <a:rPr lang="en-US" sz="1800" dirty="0" smtClean="0"/>
              <a:t> de </a:t>
            </a:r>
            <a:r>
              <a:rPr lang="en-US" sz="1800" dirty="0" err="1" smtClean="0"/>
              <a:t>busca</a:t>
            </a:r>
            <a:r>
              <a:rPr lang="en-US" sz="1800" dirty="0" smtClean="0"/>
              <a:t> </a:t>
            </a:r>
            <a:r>
              <a:rPr lang="en-US" sz="1800" dirty="0" err="1" smtClean="0"/>
              <a:t>normalmente</a:t>
            </a:r>
            <a:r>
              <a:rPr lang="en-US" sz="1800" dirty="0" smtClean="0"/>
              <a:t> </a:t>
            </a:r>
            <a:r>
              <a:rPr lang="en-US" sz="1800" dirty="0" err="1" smtClean="0"/>
              <a:t>diferente</a:t>
            </a:r>
            <a:r>
              <a:rPr lang="en-US" sz="1800" dirty="0" smtClean="0"/>
              <a:t>.</a:t>
            </a: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168991854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 smtClean="0"/>
              <a:t>Definindo</a:t>
            </a:r>
            <a:r>
              <a:rPr lang="en-US" sz="3600" dirty="0" smtClean="0"/>
              <a:t> </a:t>
            </a:r>
            <a:r>
              <a:rPr lang="en-US" sz="3600" dirty="0" err="1" smtClean="0"/>
              <a:t>orçamento</a:t>
            </a:r>
            <a:endParaRPr lang="pt-BR" sz="36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err="1" smtClean="0"/>
              <a:t>Orçamento</a:t>
            </a:r>
            <a:r>
              <a:rPr lang="en-US" sz="1800" dirty="0" smtClean="0"/>
              <a:t> mensal </a:t>
            </a:r>
            <a:r>
              <a:rPr lang="en-US" sz="1800" dirty="0" err="1" smtClean="0"/>
              <a:t>definido</a:t>
            </a:r>
            <a:r>
              <a:rPr lang="en-US" sz="1800" dirty="0" smtClean="0"/>
              <a:t> </a:t>
            </a:r>
            <a:r>
              <a:rPr lang="en-US" sz="1800" dirty="0" err="1" smtClean="0"/>
              <a:t>dividito</a:t>
            </a:r>
            <a:r>
              <a:rPr lang="en-US" sz="1800" dirty="0" smtClean="0"/>
              <a:t> </a:t>
            </a:r>
            <a:r>
              <a:rPr lang="en-US" sz="1800" dirty="0" err="1" smtClean="0"/>
              <a:t>por</a:t>
            </a:r>
            <a:r>
              <a:rPr lang="en-US" sz="1800" dirty="0" smtClean="0"/>
              <a:t> 30,4 (</a:t>
            </a:r>
            <a:r>
              <a:rPr lang="en-US" sz="1800" dirty="0" err="1" smtClean="0"/>
              <a:t>garantir</a:t>
            </a:r>
            <a:r>
              <a:rPr lang="en-US" sz="1800" dirty="0" smtClean="0"/>
              <a:t> </a:t>
            </a:r>
            <a:r>
              <a:rPr lang="en-US" sz="1800" dirty="0" err="1" smtClean="0"/>
              <a:t>variação</a:t>
            </a:r>
            <a:r>
              <a:rPr lang="en-US" sz="1800" dirty="0" smtClean="0"/>
              <a:t> de </a:t>
            </a:r>
            <a:r>
              <a:rPr lang="en-US" sz="1800" dirty="0" err="1" smtClean="0"/>
              <a:t>gastos</a:t>
            </a:r>
            <a:r>
              <a:rPr lang="en-US" sz="1800" dirty="0" smtClean="0"/>
              <a:t>);</a:t>
            </a:r>
          </a:p>
          <a:p>
            <a:r>
              <a:rPr lang="en-US" sz="1800" dirty="0" err="1" smtClean="0"/>
              <a:t>Orçamento</a:t>
            </a:r>
            <a:r>
              <a:rPr lang="en-US" sz="1800" dirty="0" smtClean="0"/>
              <a:t> </a:t>
            </a:r>
            <a:r>
              <a:rPr lang="en-US" sz="1800" dirty="0" err="1" smtClean="0"/>
              <a:t>diário</a:t>
            </a:r>
            <a:r>
              <a:rPr lang="en-US" sz="1800" dirty="0" smtClean="0"/>
              <a:t> </a:t>
            </a:r>
            <a:r>
              <a:rPr lang="en-US" sz="1800" dirty="0" err="1" smtClean="0"/>
              <a:t>deve</a:t>
            </a:r>
            <a:r>
              <a:rPr lang="en-US" sz="1800" dirty="0" smtClean="0"/>
              <a:t> </a:t>
            </a:r>
            <a:r>
              <a:rPr lang="en-US" sz="1800" dirty="0" err="1" smtClean="0"/>
              <a:t>garantir</a:t>
            </a:r>
            <a:r>
              <a:rPr lang="en-US" sz="1800" dirty="0" smtClean="0"/>
              <a:t> </a:t>
            </a:r>
            <a:r>
              <a:rPr lang="en-US" sz="1800" dirty="0" err="1" smtClean="0"/>
              <a:t>visibilidade</a:t>
            </a:r>
            <a:r>
              <a:rPr lang="en-US" sz="1800" dirty="0" smtClean="0"/>
              <a:t> de </a:t>
            </a:r>
            <a:r>
              <a:rPr lang="en-US" sz="1800" dirty="0" err="1" smtClean="0"/>
              <a:t>pelo</a:t>
            </a:r>
            <a:r>
              <a:rPr lang="en-US" sz="1800" dirty="0" smtClean="0"/>
              <a:t> </a:t>
            </a:r>
            <a:r>
              <a:rPr lang="en-US" sz="1800" dirty="0" err="1" smtClean="0"/>
              <a:t>menos</a:t>
            </a:r>
            <a:r>
              <a:rPr lang="en-US" sz="1800" dirty="0" smtClean="0"/>
              <a:t> 70% do </a:t>
            </a:r>
            <a:r>
              <a:rPr lang="en-US" sz="1800" dirty="0" err="1" smtClean="0"/>
              <a:t>periodo</a:t>
            </a:r>
            <a:r>
              <a:rPr lang="en-US" sz="1800" dirty="0" smtClean="0"/>
              <a:t> </a:t>
            </a:r>
            <a:r>
              <a:rPr lang="en-US" sz="1800" dirty="0" err="1" smtClean="0"/>
              <a:t>diário</a:t>
            </a:r>
            <a:r>
              <a:rPr lang="en-US" sz="1800" dirty="0" smtClean="0"/>
              <a:t>;</a:t>
            </a:r>
          </a:p>
          <a:p>
            <a:r>
              <a:rPr lang="en-US" sz="1800" dirty="0" err="1" smtClean="0"/>
              <a:t>Divisão</a:t>
            </a:r>
            <a:r>
              <a:rPr lang="en-US" sz="1800" dirty="0" smtClean="0"/>
              <a:t> </a:t>
            </a:r>
            <a:r>
              <a:rPr lang="en-US" sz="1800" dirty="0" err="1" smtClean="0"/>
              <a:t>percentual</a:t>
            </a:r>
            <a:r>
              <a:rPr lang="en-US" sz="1800" dirty="0" smtClean="0"/>
              <a:t> </a:t>
            </a:r>
            <a:r>
              <a:rPr lang="en-US" sz="1800" dirty="0" err="1" smtClean="0"/>
              <a:t>pelas</a:t>
            </a:r>
            <a:r>
              <a:rPr lang="en-US" sz="1800" dirty="0" smtClean="0"/>
              <a:t> </a:t>
            </a:r>
            <a:r>
              <a:rPr lang="en-US" sz="1800" dirty="0" err="1" smtClean="0"/>
              <a:t>campanhas</a:t>
            </a:r>
            <a:r>
              <a:rPr lang="en-US" sz="1800" dirty="0" smtClean="0"/>
              <a:t> </a:t>
            </a:r>
            <a:r>
              <a:rPr lang="en-US" sz="1800" dirty="0" err="1" smtClean="0"/>
              <a:t>ou</a:t>
            </a:r>
            <a:r>
              <a:rPr lang="en-US" sz="1800" dirty="0" smtClean="0"/>
              <a:t> </a:t>
            </a:r>
            <a:r>
              <a:rPr lang="en-US" sz="1800" dirty="0" err="1" smtClean="0"/>
              <a:t>automatizado</a:t>
            </a:r>
            <a:r>
              <a:rPr lang="en-US" sz="1800" dirty="0" smtClean="0"/>
              <a:t> </a:t>
            </a:r>
            <a:r>
              <a:rPr lang="en-US" sz="1800" dirty="0" err="1" smtClean="0"/>
              <a:t>pela</a:t>
            </a:r>
            <a:r>
              <a:rPr lang="en-US" sz="1800" dirty="0" smtClean="0"/>
              <a:t> </a:t>
            </a:r>
            <a:r>
              <a:rPr lang="en-US" sz="1800" dirty="0" err="1" smtClean="0"/>
              <a:t>ferramenta</a:t>
            </a:r>
            <a:r>
              <a:rPr lang="en-US" sz="1800" dirty="0" smtClean="0"/>
              <a:t> </a:t>
            </a:r>
            <a:r>
              <a:rPr lang="en-US" sz="1800" dirty="0" err="1" smtClean="0"/>
              <a:t>compartilhada</a:t>
            </a:r>
            <a:r>
              <a:rPr lang="en-US" sz="1800" dirty="0" smtClean="0"/>
              <a:t> de </a:t>
            </a:r>
            <a:r>
              <a:rPr lang="en-US" sz="1800" dirty="0" err="1" smtClean="0"/>
              <a:t>orçamentos</a:t>
            </a:r>
            <a:r>
              <a:rPr lang="en-US" sz="1800" dirty="0" smtClean="0"/>
              <a:t>.	</a:t>
            </a:r>
          </a:p>
        </p:txBody>
      </p:sp>
      <p:pic>
        <p:nvPicPr>
          <p:cNvPr id="6" name="Snagit_PPT4B9B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4941168"/>
            <a:ext cx="7657143" cy="10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360008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/>
          <p:cNvSpPr/>
          <p:nvPr/>
        </p:nvSpPr>
        <p:spPr>
          <a:xfrm>
            <a:off x="179512" y="4437112"/>
            <a:ext cx="8352928" cy="1224136"/>
          </a:xfrm>
          <a:prstGeom prst="rect">
            <a:avLst/>
          </a:prstGeom>
          <a:solidFill>
            <a:srgbClr val="C03667">
              <a:alpha val="2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b="0" dirty="0" err="1" smtClean="0">
                <a:solidFill>
                  <a:schemeClr val="bg1">
                    <a:lumMod val="95000"/>
                  </a:schemeClr>
                </a:solidFill>
              </a:rPr>
              <a:t>Elaborando</a:t>
            </a:r>
            <a:r>
              <a:rPr lang="en-US" b="0" dirty="0" smtClean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b="0" dirty="0" err="1" smtClean="0">
                <a:solidFill>
                  <a:schemeClr val="bg1">
                    <a:lumMod val="95000"/>
                  </a:schemeClr>
                </a:solidFill>
              </a:rPr>
              <a:t>anúncios</a:t>
            </a:r>
            <a:endParaRPr lang="pt-BR" b="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Adwords e Analytics para Ecommerce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2685149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Tipos</a:t>
            </a:r>
            <a:r>
              <a:rPr lang="en-US" dirty="0" smtClean="0"/>
              <a:t> de </a:t>
            </a:r>
            <a:r>
              <a:rPr lang="en-US" dirty="0" err="1" smtClean="0"/>
              <a:t>anúncios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000" dirty="0" smtClean="0"/>
          </a:p>
          <a:p>
            <a:endParaRPr lang="en-US" sz="1800" dirty="0" smtClean="0"/>
          </a:p>
          <a:p>
            <a:r>
              <a:rPr lang="en-US" sz="1600" dirty="0" err="1" smtClean="0"/>
              <a:t>Anúncios</a:t>
            </a:r>
            <a:r>
              <a:rPr lang="en-US" sz="1600" dirty="0" smtClean="0"/>
              <a:t> de </a:t>
            </a:r>
            <a:r>
              <a:rPr lang="en-US" sz="1600" dirty="0" err="1" smtClean="0"/>
              <a:t>texto</a:t>
            </a:r>
            <a:endParaRPr lang="pt-BR" sz="1600" dirty="0"/>
          </a:p>
        </p:txBody>
      </p:sp>
      <p:sp>
        <p:nvSpPr>
          <p:cNvPr id="4" name="CaixaDeTexto 3"/>
          <p:cNvSpPr txBox="1"/>
          <p:nvPr/>
        </p:nvSpPr>
        <p:spPr>
          <a:xfrm>
            <a:off x="1042396" y="3052410"/>
            <a:ext cx="305865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u="sng" dirty="0" err="1" smtClean="0">
                <a:solidFill>
                  <a:schemeClr val="accent1"/>
                </a:solidFill>
              </a:rPr>
              <a:t>Óleo</a:t>
            </a:r>
            <a:r>
              <a:rPr lang="en-US" sz="1200" u="sng" dirty="0" smtClean="0">
                <a:solidFill>
                  <a:schemeClr val="accent1"/>
                </a:solidFill>
              </a:rPr>
              <a:t> de coco </a:t>
            </a:r>
            <a:r>
              <a:rPr lang="en-US" sz="1200" u="sng" dirty="0" err="1" smtClean="0">
                <a:solidFill>
                  <a:schemeClr val="accent1"/>
                </a:solidFill>
              </a:rPr>
              <a:t>emagrace</a:t>
            </a:r>
            <a:endParaRPr lang="en-US" sz="1200" u="sng" dirty="0" smtClean="0">
              <a:solidFill>
                <a:schemeClr val="accent1"/>
              </a:solidFill>
            </a:endParaRPr>
          </a:p>
          <a:p>
            <a:r>
              <a:rPr lang="en-US" sz="1200" dirty="0" err="1" smtClean="0"/>
              <a:t>Emagreça</a:t>
            </a:r>
            <a:r>
              <a:rPr lang="en-US" sz="1200" dirty="0" smtClean="0"/>
              <a:t> </a:t>
            </a:r>
            <a:r>
              <a:rPr lang="en-US" sz="1200" dirty="0" err="1" smtClean="0"/>
              <a:t>sem</a:t>
            </a:r>
            <a:r>
              <a:rPr lang="en-US" sz="1200" dirty="0" smtClean="0"/>
              <a:t> </a:t>
            </a:r>
            <a:r>
              <a:rPr lang="en-US" sz="1200" dirty="0" err="1" smtClean="0"/>
              <a:t>sofrer</a:t>
            </a:r>
            <a:r>
              <a:rPr lang="en-US" sz="1200" dirty="0"/>
              <a:t> </a:t>
            </a:r>
            <a:r>
              <a:rPr lang="en-US" sz="1200" dirty="0" smtClean="0"/>
              <a:t>com </a:t>
            </a:r>
            <a:r>
              <a:rPr lang="en-US" sz="1200" dirty="0" err="1" smtClean="0"/>
              <a:t>óleo</a:t>
            </a:r>
            <a:r>
              <a:rPr lang="en-US" sz="1200" dirty="0" smtClean="0"/>
              <a:t> de Coco</a:t>
            </a:r>
          </a:p>
          <a:p>
            <a:r>
              <a:rPr lang="en-US" sz="1200" dirty="0" smtClean="0"/>
              <a:t>100 </a:t>
            </a:r>
            <a:r>
              <a:rPr lang="en-US" sz="1200" dirty="0" err="1" smtClean="0"/>
              <a:t>cápsulas</a:t>
            </a:r>
            <a:r>
              <a:rPr lang="en-US" sz="1200" dirty="0" smtClean="0"/>
              <a:t>. </a:t>
            </a:r>
            <a:r>
              <a:rPr lang="en-US" sz="1200" dirty="0" err="1" smtClean="0"/>
              <a:t>Só</a:t>
            </a:r>
            <a:r>
              <a:rPr lang="en-US" sz="1200" dirty="0" smtClean="0"/>
              <a:t> R$38. </a:t>
            </a:r>
            <a:r>
              <a:rPr lang="en-US" sz="1200" dirty="0" err="1" smtClean="0"/>
              <a:t>Frete</a:t>
            </a:r>
            <a:r>
              <a:rPr lang="en-US" sz="1200" dirty="0" smtClean="0"/>
              <a:t> Gratis</a:t>
            </a:r>
          </a:p>
          <a:p>
            <a:r>
              <a:rPr lang="en-US" sz="1200" dirty="0" smtClean="0">
                <a:solidFill>
                  <a:srgbClr val="92D050"/>
                </a:solidFill>
              </a:rPr>
              <a:t>www.MundoMagro.com.br/Oleo-de-coco</a:t>
            </a:r>
          </a:p>
          <a:p>
            <a:endParaRPr lang="en-US" sz="1200" dirty="0" smtClean="0">
              <a:solidFill>
                <a:srgbClr val="92D050"/>
              </a:solidFill>
            </a:endParaRPr>
          </a:p>
          <a:p>
            <a:r>
              <a:rPr lang="en-US" sz="1200" dirty="0" smtClean="0">
                <a:solidFill>
                  <a:schemeClr val="bg1">
                    <a:lumMod val="65000"/>
                  </a:schemeClr>
                </a:solidFill>
              </a:rPr>
              <a:t>www.mundomagro.com.br/produto123</a:t>
            </a:r>
            <a:endParaRPr lang="pt-BR" sz="12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6799400" y="3073976"/>
            <a:ext cx="58862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25</a:t>
            </a:r>
          </a:p>
          <a:p>
            <a:r>
              <a:rPr lang="en-US" sz="1200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35</a:t>
            </a:r>
          </a:p>
          <a:p>
            <a:r>
              <a:rPr lang="en-US" sz="1200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35</a:t>
            </a:r>
          </a:p>
          <a:p>
            <a:r>
              <a:rPr lang="en-US" sz="1200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35</a:t>
            </a:r>
          </a:p>
          <a:p>
            <a:endParaRPr lang="en-US" sz="12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1.024</a:t>
            </a:r>
            <a:endParaRPr lang="pt-BR" sz="12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8" name="Conector de seta reta 7"/>
          <p:cNvCxnSpPr/>
          <p:nvPr/>
        </p:nvCxnSpPr>
        <p:spPr>
          <a:xfrm flipH="1">
            <a:off x="5011759" y="3212976"/>
            <a:ext cx="1715634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/>
          <p:cNvCxnSpPr/>
          <p:nvPr/>
        </p:nvCxnSpPr>
        <p:spPr>
          <a:xfrm flipH="1">
            <a:off x="5011759" y="3394496"/>
            <a:ext cx="1715634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/>
          <p:nvPr/>
        </p:nvCxnSpPr>
        <p:spPr>
          <a:xfrm flipH="1">
            <a:off x="5011759" y="3576016"/>
            <a:ext cx="1715634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/>
          <p:nvPr/>
        </p:nvCxnSpPr>
        <p:spPr>
          <a:xfrm flipH="1">
            <a:off x="5011759" y="3757536"/>
            <a:ext cx="1715634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/>
          <p:nvPr/>
        </p:nvCxnSpPr>
        <p:spPr>
          <a:xfrm flipH="1">
            <a:off x="5011759" y="4128828"/>
            <a:ext cx="1715633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CaixaDeTexto 38"/>
          <p:cNvSpPr txBox="1"/>
          <p:nvPr/>
        </p:nvSpPr>
        <p:spPr>
          <a:xfrm>
            <a:off x="5533028" y="2775411"/>
            <a:ext cx="18549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Número</a:t>
            </a:r>
            <a:r>
              <a:rPr lang="en-US" sz="1200" b="1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 de </a:t>
            </a:r>
            <a:r>
              <a:rPr lang="en-US" sz="1200" b="1" dirty="0" err="1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caracteres</a:t>
            </a:r>
            <a:endParaRPr lang="en-US" sz="1200" b="1" dirty="0" smtClean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0" name="CaixaDeTexto 39"/>
          <p:cNvSpPr txBox="1"/>
          <p:nvPr/>
        </p:nvSpPr>
        <p:spPr>
          <a:xfrm>
            <a:off x="1042396" y="4655377"/>
            <a:ext cx="305865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u="sng" dirty="0" err="1" smtClean="0">
                <a:solidFill>
                  <a:schemeClr val="accent1"/>
                </a:solidFill>
              </a:rPr>
              <a:t>Óleo</a:t>
            </a:r>
            <a:r>
              <a:rPr lang="en-US" sz="1200" u="sng" dirty="0" smtClean="0">
                <a:solidFill>
                  <a:schemeClr val="accent1"/>
                </a:solidFill>
              </a:rPr>
              <a:t> de coco </a:t>
            </a:r>
            <a:r>
              <a:rPr lang="en-US" sz="1200" u="sng" dirty="0" err="1" smtClean="0">
                <a:solidFill>
                  <a:schemeClr val="accent1"/>
                </a:solidFill>
              </a:rPr>
              <a:t>emagrace</a:t>
            </a:r>
            <a:endParaRPr lang="en-US" sz="1200" u="sng" dirty="0" smtClean="0">
              <a:solidFill>
                <a:schemeClr val="accent1"/>
              </a:solidFill>
            </a:endParaRPr>
          </a:p>
          <a:p>
            <a:r>
              <a:rPr lang="en-US" sz="1200" dirty="0" err="1" smtClean="0"/>
              <a:t>Emagreça</a:t>
            </a:r>
            <a:r>
              <a:rPr lang="en-US" sz="1200" dirty="0" smtClean="0"/>
              <a:t> </a:t>
            </a:r>
            <a:r>
              <a:rPr lang="en-US" sz="1200" dirty="0" err="1" smtClean="0"/>
              <a:t>sem</a:t>
            </a:r>
            <a:r>
              <a:rPr lang="en-US" sz="1200" dirty="0" smtClean="0"/>
              <a:t> </a:t>
            </a:r>
            <a:r>
              <a:rPr lang="en-US" sz="1200" dirty="0" err="1" smtClean="0"/>
              <a:t>sofrer</a:t>
            </a:r>
            <a:r>
              <a:rPr lang="en-US" sz="1200" dirty="0"/>
              <a:t> </a:t>
            </a:r>
            <a:r>
              <a:rPr lang="en-US" sz="1200" dirty="0" smtClean="0"/>
              <a:t>com </a:t>
            </a:r>
            <a:r>
              <a:rPr lang="en-US" sz="1200" dirty="0" err="1" smtClean="0"/>
              <a:t>óleo</a:t>
            </a:r>
            <a:r>
              <a:rPr lang="en-US" sz="1200" dirty="0" smtClean="0"/>
              <a:t> de Coco</a:t>
            </a:r>
          </a:p>
          <a:p>
            <a:r>
              <a:rPr lang="en-US" sz="1200" dirty="0" smtClean="0"/>
              <a:t>100 </a:t>
            </a:r>
            <a:r>
              <a:rPr lang="en-US" sz="1200" dirty="0" err="1" smtClean="0"/>
              <a:t>cápsulas</a:t>
            </a:r>
            <a:r>
              <a:rPr lang="en-US" sz="1200" dirty="0" smtClean="0"/>
              <a:t>. </a:t>
            </a:r>
            <a:r>
              <a:rPr lang="en-US" sz="1200" dirty="0" err="1" smtClean="0"/>
              <a:t>Só</a:t>
            </a:r>
            <a:r>
              <a:rPr lang="en-US" sz="1200" dirty="0" smtClean="0"/>
              <a:t> R$38. </a:t>
            </a:r>
            <a:r>
              <a:rPr lang="en-US" sz="1200" dirty="0" err="1" smtClean="0"/>
              <a:t>Frete</a:t>
            </a:r>
            <a:r>
              <a:rPr lang="en-US" sz="1200" dirty="0" smtClean="0"/>
              <a:t> Gratis</a:t>
            </a:r>
          </a:p>
          <a:p>
            <a:r>
              <a:rPr lang="en-US" sz="1200" dirty="0" smtClean="0">
                <a:solidFill>
                  <a:srgbClr val="92D050"/>
                </a:solidFill>
              </a:rPr>
              <a:t>www.MundoMagro.com.br/Oleo-de-coco</a:t>
            </a:r>
          </a:p>
          <a:p>
            <a:endParaRPr lang="en-US" sz="1200" dirty="0" smtClean="0">
              <a:solidFill>
                <a:srgbClr val="92D050"/>
              </a:solidFill>
            </a:endParaRPr>
          </a:p>
          <a:p>
            <a:r>
              <a:rPr lang="en-US" sz="1200" dirty="0" smtClean="0">
                <a:solidFill>
                  <a:schemeClr val="bg1">
                    <a:lumMod val="65000"/>
                  </a:schemeClr>
                </a:solidFill>
              </a:rPr>
              <a:t>www.mundomagro.com.br/produto123</a:t>
            </a:r>
            <a:endParaRPr lang="pt-BR" sz="12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1" name="CaixaDeTexto 40"/>
          <p:cNvSpPr txBox="1"/>
          <p:nvPr/>
        </p:nvSpPr>
        <p:spPr>
          <a:xfrm>
            <a:off x="6799400" y="4676943"/>
            <a:ext cx="166103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Chamar</a:t>
            </a:r>
            <a:r>
              <a:rPr lang="en-US" sz="1100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 a </a:t>
            </a:r>
            <a:r>
              <a:rPr lang="en-US" sz="1100" b="1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atenção</a:t>
            </a:r>
            <a:endParaRPr lang="en-US" sz="1100" b="1" dirty="0" smtClean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r>
              <a:rPr lang="en-US" sz="1100" b="1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Benefício</a:t>
            </a:r>
            <a:r>
              <a:rPr lang="en-US" sz="1100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 (</a:t>
            </a:r>
            <a:r>
              <a:rPr lang="en-US" sz="1100" b="1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emoção</a:t>
            </a:r>
            <a:r>
              <a:rPr lang="en-US" sz="1100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)</a:t>
            </a:r>
          </a:p>
          <a:p>
            <a:r>
              <a:rPr lang="en-US" sz="1100" b="1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Característica</a:t>
            </a:r>
            <a:r>
              <a:rPr lang="en-US" sz="1100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 (</a:t>
            </a:r>
            <a:r>
              <a:rPr lang="en-US" sz="1100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r</a:t>
            </a:r>
            <a:r>
              <a:rPr lang="en-US" sz="1100" b="1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azão</a:t>
            </a:r>
            <a:r>
              <a:rPr lang="en-US" sz="1100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)</a:t>
            </a:r>
          </a:p>
          <a:p>
            <a:r>
              <a:rPr lang="en-US" sz="1100" b="1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Garantir</a:t>
            </a:r>
            <a:r>
              <a:rPr lang="en-US" sz="1100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100" b="1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Relevância</a:t>
            </a:r>
            <a:endParaRPr lang="en-US" sz="1100" b="1" dirty="0" smtClean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endParaRPr lang="en-US" sz="11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r>
              <a:rPr lang="en-US" sz="1100" b="1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Cumprir</a:t>
            </a:r>
            <a:r>
              <a:rPr lang="en-US" sz="1100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 a </a:t>
            </a:r>
            <a:r>
              <a:rPr lang="en-US" sz="1100" b="1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promessa</a:t>
            </a:r>
            <a:endParaRPr lang="pt-BR" sz="11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42" name="Conector de seta reta 41"/>
          <p:cNvCxnSpPr/>
          <p:nvPr/>
        </p:nvCxnSpPr>
        <p:spPr>
          <a:xfrm flipH="1">
            <a:off x="5011759" y="4815943"/>
            <a:ext cx="1715634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ector de seta reta 42"/>
          <p:cNvCxnSpPr/>
          <p:nvPr/>
        </p:nvCxnSpPr>
        <p:spPr>
          <a:xfrm flipH="1">
            <a:off x="5011759" y="4997463"/>
            <a:ext cx="1715634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ector de seta reta 43"/>
          <p:cNvCxnSpPr/>
          <p:nvPr/>
        </p:nvCxnSpPr>
        <p:spPr>
          <a:xfrm flipH="1">
            <a:off x="5011759" y="5178983"/>
            <a:ext cx="1715634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ector de seta reta 44"/>
          <p:cNvCxnSpPr/>
          <p:nvPr/>
        </p:nvCxnSpPr>
        <p:spPr>
          <a:xfrm flipH="1">
            <a:off x="5011759" y="5360503"/>
            <a:ext cx="1715634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ector de seta reta 45"/>
          <p:cNvCxnSpPr/>
          <p:nvPr/>
        </p:nvCxnSpPr>
        <p:spPr>
          <a:xfrm flipH="1">
            <a:off x="5011759" y="5731795"/>
            <a:ext cx="1715633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227814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Tipos</a:t>
            </a:r>
            <a:r>
              <a:rPr lang="en-US" dirty="0" smtClean="0"/>
              <a:t> de </a:t>
            </a:r>
            <a:r>
              <a:rPr lang="en-US" dirty="0" err="1" smtClean="0"/>
              <a:t>anúncios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600" b="1" dirty="0" smtClean="0"/>
              <a:t>Dynamic </a:t>
            </a:r>
            <a:r>
              <a:rPr lang="en-US" sz="1600" b="1" dirty="0"/>
              <a:t>Keyword </a:t>
            </a:r>
            <a:r>
              <a:rPr lang="en-US" sz="1600" b="1" dirty="0" smtClean="0"/>
              <a:t>Insertion </a:t>
            </a:r>
            <a:r>
              <a:rPr lang="en-US" sz="1600" dirty="0" smtClean="0"/>
              <a:t>(</a:t>
            </a:r>
            <a:r>
              <a:rPr lang="en-US" sz="1600" dirty="0" err="1" smtClean="0"/>
              <a:t>Inserção</a:t>
            </a:r>
            <a:r>
              <a:rPr lang="en-US" sz="1600" dirty="0" smtClean="0"/>
              <a:t> </a:t>
            </a:r>
            <a:r>
              <a:rPr lang="en-US" sz="1600" dirty="0" err="1" smtClean="0"/>
              <a:t>dinâmica</a:t>
            </a:r>
            <a:r>
              <a:rPr lang="en-US" sz="1600" dirty="0" smtClean="0"/>
              <a:t>)</a:t>
            </a:r>
            <a:endParaRPr lang="en-US" sz="1600" b="1" dirty="0" smtClean="0"/>
          </a:p>
          <a:p>
            <a:endParaRPr lang="en-US" sz="1600" dirty="0"/>
          </a:p>
          <a:p>
            <a:r>
              <a:rPr lang="en-US" sz="1600" dirty="0" err="1" smtClean="0"/>
              <a:t>Palavra</a:t>
            </a:r>
            <a:r>
              <a:rPr lang="en-US" sz="1600" dirty="0" smtClean="0"/>
              <a:t> </a:t>
            </a:r>
            <a:r>
              <a:rPr lang="en-US" sz="1600" dirty="0" err="1" smtClean="0"/>
              <a:t>chave</a:t>
            </a:r>
            <a:r>
              <a:rPr lang="en-US" sz="1600" dirty="0" smtClean="0"/>
              <a:t> </a:t>
            </a:r>
            <a:r>
              <a:rPr lang="en-US" sz="1600" dirty="0" err="1" smtClean="0"/>
              <a:t>buscada</a:t>
            </a:r>
            <a:r>
              <a:rPr lang="en-US" sz="1600" dirty="0" smtClean="0"/>
              <a:t>: Oleo </a:t>
            </a:r>
            <a:r>
              <a:rPr lang="en-US" sz="1600" dirty="0" err="1" smtClean="0"/>
              <a:t>Côco</a:t>
            </a:r>
            <a:r>
              <a:rPr lang="en-US" sz="1600" dirty="0" smtClean="0"/>
              <a:t> </a:t>
            </a:r>
            <a:r>
              <a:rPr lang="en-US" sz="1600" dirty="0" err="1" smtClean="0"/>
              <a:t>Natureba</a:t>
            </a:r>
            <a:endParaRPr lang="pt-BR" sz="1600" dirty="0"/>
          </a:p>
        </p:txBody>
      </p:sp>
      <p:sp>
        <p:nvSpPr>
          <p:cNvPr id="4" name="CaixaDeTexto 3"/>
          <p:cNvSpPr txBox="1"/>
          <p:nvPr/>
        </p:nvSpPr>
        <p:spPr>
          <a:xfrm>
            <a:off x="1042396" y="3052410"/>
            <a:ext cx="388459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u="sng" dirty="0" smtClean="0">
                <a:solidFill>
                  <a:schemeClr val="accent1"/>
                </a:solidFill>
              </a:rPr>
              <a:t>{</a:t>
            </a:r>
            <a:r>
              <a:rPr lang="en-US" sz="1200" u="sng" dirty="0" err="1" smtClean="0">
                <a:solidFill>
                  <a:schemeClr val="accent1"/>
                </a:solidFill>
              </a:rPr>
              <a:t>KeyWord</a:t>
            </a:r>
            <a:r>
              <a:rPr lang="en-US" sz="1200" u="sng" dirty="0" smtClean="0">
                <a:solidFill>
                  <a:schemeClr val="accent1"/>
                </a:solidFill>
              </a:rPr>
              <a:t>: </a:t>
            </a:r>
            <a:r>
              <a:rPr lang="en-US" sz="1200" u="sng" dirty="0" err="1" smtClean="0">
                <a:solidFill>
                  <a:schemeClr val="accent1"/>
                </a:solidFill>
              </a:rPr>
              <a:t>Óleo</a:t>
            </a:r>
            <a:r>
              <a:rPr lang="en-US" sz="1200" u="sng" dirty="0" smtClean="0">
                <a:solidFill>
                  <a:schemeClr val="accent1"/>
                </a:solidFill>
              </a:rPr>
              <a:t> de Coco </a:t>
            </a:r>
            <a:r>
              <a:rPr lang="en-US" sz="1200" u="sng" dirty="0" err="1" smtClean="0">
                <a:solidFill>
                  <a:schemeClr val="accent1"/>
                </a:solidFill>
              </a:rPr>
              <a:t>Emagrace</a:t>
            </a:r>
            <a:r>
              <a:rPr lang="en-US" sz="1200" u="sng" dirty="0" smtClean="0">
                <a:solidFill>
                  <a:schemeClr val="accent1"/>
                </a:solidFill>
              </a:rPr>
              <a:t>}</a:t>
            </a:r>
          </a:p>
          <a:p>
            <a:r>
              <a:rPr lang="en-US" sz="1200" dirty="0" err="1" smtClean="0"/>
              <a:t>Emagreça</a:t>
            </a:r>
            <a:r>
              <a:rPr lang="en-US" sz="1200" dirty="0" smtClean="0"/>
              <a:t> </a:t>
            </a:r>
            <a:r>
              <a:rPr lang="en-US" sz="1200" dirty="0" err="1" smtClean="0"/>
              <a:t>sem</a:t>
            </a:r>
            <a:r>
              <a:rPr lang="en-US" sz="1200" dirty="0" smtClean="0"/>
              <a:t> </a:t>
            </a:r>
            <a:r>
              <a:rPr lang="en-US" sz="1200" dirty="0" err="1" smtClean="0"/>
              <a:t>sofrer</a:t>
            </a:r>
            <a:r>
              <a:rPr lang="en-US" sz="1200" dirty="0"/>
              <a:t> </a:t>
            </a:r>
            <a:r>
              <a:rPr lang="en-US" sz="1200" dirty="0" smtClean="0"/>
              <a:t>com {</a:t>
            </a:r>
            <a:r>
              <a:rPr lang="en-US" sz="1200" dirty="0" err="1" smtClean="0"/>
              <a:t>KeyWord</a:t>
            </a:r>
            <a:r>
              <a:rPr lang="en-US" sz="1200" dirty="0" smtClean="0"/>
              <a:t>: </a:t>
            </a:r>
            <a:r>
              <a:rPr lang="en-US" sz="1200" dirty="0" err="1"/>
              <a:t>Ó</a:t>
            </a:r>
            <a:r>
              <a:rPr lang="en-US" sz="1200" dirty="0" err="1" smtClean="0"/>
              <a:t>leo</a:t>
            </a:r>
            <a:r>
              <a:rPr lang="en-US" sz="1200" dirty="0" smtClean="0"/>
              <a:t> de Coco}</a:t>
            </a:r>
          </a:p>
          <a:p>
            <a:r>
              <a:rPr lang="en-US" sz="1200" dirty="0" smtClean="0"/>
              <a:t>100 </a:t>
            </a:r>
            <a:r>
              <a:rPr lang="en-US" sz="1200" dirty="0" err="1" smtClean="0"/>
              <a:t>cápsulas</a:t>
            </a:r>
            <a:r>
              <a:rPr lang="en-US" sz="1200" dirty="0" smtClean="0"/>
              <a:t>. </a:t>
            </a:r>
            <a:r>
              <a:rPr lang="en-US" sz="1200" dirty="0" err="1" smtClean="0"/>
              <a:t>Só</a:t>
            </a:r>
            <a:r>
              <a:rPr lang="en-US" sz="1200" dirty="0" smtClean="0"/>
              <a:t> R$38. </a:t>
            </a:r>
            <a:r>
              <a:rPr lang="en-US" sz="1200" dirty="0" err="1" smtClean="0"/>
              <a:t>Frete</a:t>
            </a:r>
            <a:r>
              <a:rPr lang="en-US" sz="1200" dirty="0" smtClean="0"/>
              <a:t> Gratis</a:t>
            </a:r>
          </a:p>
          <a:p>
            <a:r>
              <a:rPr lang="en-US" sz="1200" dirty="0" smtClean="0">
                <a:solidFill>
                  <a:srgbClr val="92D050"/>
                </a:solidFill>
              </a:rPr>
              <a:t>www.MundoMagro.com.br/Oleo-de-coco</a:t>
            </a:r>
          </a:p>
          <a:p>
            <a:endParaRPr lang="en-US" sz="1200" dirty="0" smtClean="0">
              <a:solidFill>
                <a:srgbClr val="92D050"/>
              </a:solidFill>
            </a:endParaRPr>
          </a:p>
          <a:p>
            <a:r>
              <a:rPr lang="en-US" sz="1200" dirty="0" smtClean="0">
                <a:solidFill>
                  <a:schemeClr val="bg1">
                    <a:lumMod val="65000"/>
                  </a:schemeClr>
                </a:solidFill>
              </a:rPr>
              <a:t>www.mundomagro.com.br/produto123</a:t>
            </a:r>
            <a:endParaRPr lang="pt-BR" sz="12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6799400" y="3073976"/>
            <a:ext cx="58862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25</a:t>
            </a:r>
          </a:p>
          <a:p>
            <a:r>
              <a:rPr lang="en-US" sz="1200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35</a:t>
            </a:r>
          </a:p>
          <a:p>
            <a:r>
              <a:rPr lang="en-US" sz="1200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35</a:t>
            </a:r>
          </a:p>
          <a:p>
            <a:r>
              <a:rPr lang="en-US" sz="1200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35</a:t>
            </a:r>
          </a:p>
          <a:p>
            <a:endParaRPr lang="en-US" sz="12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1.024</a:t>
            </a:r>
            <a:endParaRPr lang="pt-BR" sz="12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8" name="Conector de seta reta 7"/>
          <p:cNvCxnSpPr/>
          <p:nvPr/>
        </p:nvCxnSpPr>
        <p:spPr>
          <a:xfrm flipH="1">
            <a:off x="5011759" y="3212976"/>
            <a:ext cx="1715634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/>
          <p:cNvCxnSpPr/>
          <p:nvPr/>
        </p:nvCxnSpPr>
        <p:spPr>
          <a:xfrm flipH="1">
            <a:off x="5011759" y="3394496"/>
            <a:ext cx="1715634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/>
          <p:nvPr/>
        </p:nvCxnSpPr>
        <p:spPr>
          <a:xfrm flipH="1">
            <a:off x="5011759" y="3576016"/>
            <a:ext cx="1715634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/>
          <p:nvPr/>
        </p:nvCxnSpPr>
        <p:spPr>
          <a:xfrm flipH="1">
            <a:off x="5011759" y="3757536"/>
            <a:ext cx="1715634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/>
          <p:nvPr/>
        </p:nvCxnSpPr>
        <p:spPr>
          <a:xfrm flipH="1">
            <a:off x="5011759" y="4128828"/>
            <a:ext cx="1715633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CaixaDeTexto 38"/>
          <p:cNvSpPr txBox="1"/>
          <p:nvPr/>
        </p:nvSpPr>
        <p:spPr>
          <a:xfrm>
            <a:off x="5533028" y="2775411"/>
            <a:ext cx="18549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Número</a:t>
            </a:r>
            <a:r>
              <a:rPr lang="en-US" sz="1200" b="1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 de </a:t>
            </a:r>
            <a:r>
              <a:rPr lang="en-US" sz="1200" b="1" dirty="0" err="1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caracteres</a:t>
            </a:r>
            <a:endParaRPr lang="en-US" sz="1200" b="1" dirty="0" smtClean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0" name="CaixaDeTexto 39"/>
          <p:cNvSpPr txBox="1"/>
          <p:nvPr/>
        </p:nvSpPr>
        <p:spPr>
          <a:xfrm>
            <a:off x="1042396" y="4655377"/>
            <a:ext cx="309411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u="sng" dirty="0" err="1" smtClean="0">
                <a:solidFill>
                  <a:schemeClr val="accent1"/>
                </a:solidFill>
              </a:rPr>
              <a:t>Óleo</a:t>
            </a:r>
            <a:r>
              <a:rPr lang="en-US" sz="1200" b="1" u="sng" dirty="0" smtClean="0">
                <a:solidFill>
                  <a:schemeClr val="accent1"/>
                </a:solidFill>
              </a:rPr>
              <a:t> de coco </a:t>
            </a:r>
            <a:r>
              <a:rPr lang="en-US" sz="1200" b="1" u="sng" dirty="0" err="1" smtClean="0">
                <a:solidFill>
                  <a:schemeClr val="accent1"/>
                </a:solidFill>
              </a:rPr>
              <a:t>Natureba</a:t>
            </a:r>
            <a:endParaRPr lang="en-US" sz="1200" b="1" u="sng" dirty="0" smtClean="0">
              <a:solidFill>
                <a:schemeClr val="accent1"/>
              </a:solidFill>
            </a:endParaRPr>
          </a:p>
          <a:p>
            <a:r>
              <a:rPr lang="en-US" sz="1200" dirty="0" err="1" smtClean="0"/>
              <a:t>Emagreça</a:t>
            </a:r>
            <a:r>
              <a:rPr lang="en-US" sz="1200" dirty="0" smtClean="0"/>
              <a:t> </a:t>
            </a:r>
            <a:r>
              <a:rPr lang="en-US" sz="1200" dirty="0" err="1" smtClean="0"/>
              <a:t>sem</a:t>
            </a:r>
            <a:r>
              <a:rPr lang="en-US" sz="1200" dirty="0" smtClean="0"/>
              <a:t> </a:t>
            </a:r>
            <a:r>
              <a:rPr lang="en-US" sz="1200" dirty="0" err="1" smtClean="0"/>
              <a:t>sofrer</a:t>
            </a:r>
            <a:r>
              <a:rPr lang="en-US" sz="1200" dirty="0"/>
              <a:t> </a:t>
            </a:r>
            <a:r>
              <a:rPr lang="en-US" sz="1200" dirty="0" smtClean="0"/>
              <a:t>com </a:t>
            </a:r>
            <a:r>
              <a:rPr lang="en-US" sz="1200" b="1" dirty="0" err="1"/>
              <a:t>Ó</a:t>
            </a:r>
            <a:r>
              <a:rPr lang="en-US" sz="1200" b="1" dirty="0" err="1" smtClean="0"/>
              <a:t>leo</a:t>
            </a:r>
            <a:r>
              <a:rPr lang="en-US" sz="1200" b="1" dirty="0" smtClean="0"/>
              <a:t> de Coco</a:t>
            </a:r>
          </a:p>
          <a:p>
            <a:r>
              <a:rPr lang="en-US" sz="1200" dirty="0" smtClean="0"/>
              <a:t>100 </a:t>
            </a:r>
            <a:r>
              <a:rPr lang="en-US" sz="1200" dirty="0" err="1" smtClean="0"/>
              <a:t>cápsulas</a:t>
            </a:r>
            <a:r>
              <a:rPr lang="en-US" sz="1200" dirty="0" smtClean="0"/>
              <a:t>. </a:t>
            </a:r>
            <a:r>
              <a:rPr lang="en-US" sz="1200" dirty="0" err="1" smtClean="0"/>
              <a:t>Só</a:t>
            </a:r>
            <a:r>
              <a:rPr lang="en-US" sz="1200" dirty="0" smtClean="0"/>
              <a:t> R$38. </a:t>
            </a:r>
            <a:r>
              <a:rPr lang="en-US" sz="1200" dirty="0" err="1" smtClean="0"/>
              <a:t>Frete</a:t>
            </a:r>
            <a:r>
              <a:rPr lang="en-US" sz="1200" dirty="0" smtClean="0"/>
              <a:t> Gratis</a:t>
            </a:r>
          </a:p>
          <a:p>
            <a:r>
              <a:rPr lang="en-US" sz="1200" dirty="0" smtClean="0">
                <a:solidFill>
                  <a:srgbClr val="92D050"/>
                </a:solidFill>
              </a:rPr>
              <a:t>www.MundoMagro.com.br/Oleo-de-coco</a:t>
            </a:r>
          </a:p>
          <a:p>
            <a:endParaRPr lang="en-US" sz="1200" dirty="0" smtClean="0">
              <a:solidFill>
                <a:srgbClr val="92D050"/>
              </a:solidFill>
            </a:endParaRPr>
          </a:p>
          <a:p>
            <a:r>
              <a:rPr lang="en-US" sz="1200" dirty="0" smtClean="0">
                <a:solidFill>
                  <a:schemeClr val="bg1">
                    <a:lumMod val="65000"/>
                  </a:schemeClr>
                </a:solidFill>
              </a:rPr>
              <a:t>www.mundomagro.com.br/produto123</a:t>
            </a:r>
            <a:endParaRPr lang="pt-BR" sz="12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1" name="CaixaDeTexto 40"/>
          <p:cNvSpPr txBox="1"/>
          <p:nvPr/>
        </p:nvSpPr>
        <p:spPr>
          <a:xfrm>
            <a:off x="6799400" y="4676943"/>
            <a:ext cx="166103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Chamar</a:t>
            </a:r>
            <a:r>
              <a:rPr lang="en-US" sz="1100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 a </a:t>
            </a:r>
            <a:r>
              <a:rPr lang="en-US" sz="1100" b="1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atenção</a:t>
            </a:r>
            <a:endParaRPr lang="en-US" sz="1100" b="1" dirty="0" smtClean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r>
              <a:rPr lang="en-US" sz="1100" b="1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Benefício</a:t>
            </a:r>
            <a:r>
              <a:rPr lang="en-US" sz="1100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 (</a:t>
            </a:r>
            <a:r>
              <a:rPr lang="en-US" sz="1100" b="1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emoção</a:t>
            </a:r>
            <a:r>
              <a:rPr lang="en-US" sz="1100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)</a:t>
            </a:r>
          </a:p>
          <a:p>
            <a:r>
              <a:rPr lang="en-US" sz="1100" b="1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Característica</a:t>
            </a:r>
            <a:r>
              <a:rPr lang="en-US" sz="1100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 (</a:t>
            </a:r>
            <a:r>
              <a:rPr lang="en-US" sz="1100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r</a:t>
            </a:r>
            <a:r>
              <a:rPr lang="en-US" sz="1100" b="1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azão</a:t>
            </a:r>
            <a:r>
              <a:rPr lang="en-US" sz="1100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)</a:t>
            </a:r>
          </a:p>
          <a:p>
            <a:r>
              <a:rPr lang="en-US" sz="1100" b="1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Garantir</a:t>
            </a:r>
            <a:r>
              <a:rPr lang="en-US" sz="1100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100" b="1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Relevância</a:t>
            </a:r>
            <a:endParaRPr lang="en-US" sz="1100" b="1" dirty="0" smtClean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endParaRPr lang="en-US" sz="11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r>
              <a:rPr lang="en-US" sz="1100" b="1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Cumprir</a:t>
            </a:r>
            <a:r>
              <a:rPr lang="en-US" sz="1100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 a </a:t>
            </a:r>
            <a:r>
              <a:rPr lang="en-US" sz="1100" b="1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promessa</a:t>
            </a:r>
            <a:endParaRPr lang="pt-BR" sz="11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42" name="Conector de seta reta 41"/>
          <p:cNvCxnSpPr/>
          <p:nvPr/>
        </p:nvCxnSpPr>
        <p:spPr>
          <a:xfrm flipH="1">
            <a:off x="5011759" y="4815943"/>
            <a:ext cx="1715634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ector de seta reta 42"/>
          <p:cNvCxnSpPr/>
          <p:nvPr/>
        </p:nvCxnSpPr>
        <p:spPr>
          <a:xfrm flipH="1">
            <a:off x="5011759" y="4997463"/>
            <a:ext cx="1715634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ector de seta reta 43"/>
          <p:cNvCxnSpPr/>
          <p:nvPr/>
        </p:nvCxnSpPr>
        <p:spPr>
          <a:xfrm flipH="1">
            <a:off x="5011759" y="5178983"/>
            <a:ext cx="1715634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ector de seta reta 44"/>
          <p:cNvCxnSpPr/>
          <p:nvPr/>
        </p:nvCxnSpPr>
        <p:spPr>
          <a:xfrm flipH="1">
            <a:off x="5011759" y="5360503"/>
            <a:ext cx="1715634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ector de seta reta 45"/>
          <p:cNvCxnSpPr/>
          <p:nvPr/>
        </p:nvCxnSpPr>
        <p:spPr>
          <a:xfrm flipH="1">
            <a:off x="5011759" y="5731795"/>
            <a:ext cx="1715633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102749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Tipos</a:t>
            </a:r>
            <a:r>
              <a:rPr lang="en-US" dirty="0" smtClean="0"/>
              <a:t> de </a:t>
            </a:r>
            <a:r>
              <a:rPr lang="en-US" dirty="0" err="1" smtClean="0"/>
              <a:t>anúncios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1600" dirty="0"/>
          </a:p>
          <a:p>
            <a:r>
              <a:rPr lang="en-US" sz="1600" dirty="0" err="1" smtClean="0"/>
              <a:t>Anúcios</a:t>
            </a:r>
            <a:r>
              <a:rPr lang="en-US" sz="1600" dirty="0" smtClean="0"/>
              <a:t> </a:t>
            </a:r>
            <a:r>
              <a:rPr lang="en-US" sz="1600" dirty="0" err="1" smtClean="0"/>
              <a:t>Gráficos</a:t>
            </a:r>
            <a:r>
              <a:rPr lang="en-US" sz="1600" dirty="0" smtClean="0"/>
              <a:t> – </a:t>
            </a:r>
            <a:r>
              <a:rPr lang="en-US" sz="1600" dirty="0" err="1" smtClean="0"/>
              <a:t>como</a:t>
            </a:r>
            <a:r>
              <a:rPr lang="en-US" sz="1600" dirty="0" smtClean="0"/>
              <a:t> </a:t>
            </a:r>
            <a:r>
              <a:rPr lang="en-US" sz="1600" dirty="0" err="1" smtClean="0"/>
              <a:t>criar</a:t>
            </a:r>
            <a:r>
              <a:rPr lang="en-US" sz="1600" dirty="0" smtClean="0"/>
              <a:t> o </a:t>
            </a:r>
            <a:r>
              <a:rPr lang="en-US" sz="1600" dirty="0" err="1" smtClean="0"/>
              <a:t>anúncio</a:t>
            </a:r>
            <a:r>
              <a:rPr lang="en-US" sz="1600" dirty="0" smtClean="0"/>
              <a:t> ideal</a:t>
            </a:r>
          </a:p>
          <a:p>
            <a:pPr lvl="1"/>
            <a:endParaRPr lang="en-US" sz="1200" dirty="0"/>
          </a:p>
          <a:p>
            <a:pPr lvl="1"/>
            <a:r>
              <a:rPr lang="en-US" sz="1200" dirty="0" err="1" smtClean="0"/>
              <a:t>Escolha</a:t>
            </a:r>
            <a:r>
              <a:rPr lang="en-US" sz="1200" dirty="0" smtClean="0"/>
              <a:t> Cores de </a:t>
            </a:r>
            <a:r>
              <a:rPr lang="en-US" sz="1200" dirty="0" err="1" smtClean="0"/>
              <a:t>Fácil</a:t>
            </a:r>
            <a:r>
              <a:rPr lang="en-US" sz="1200" dirty="0" smtClean="0"/>
              <a:t> </a:t>
            </a:r>
            <a:r>
              <a:rPr lang="en-US" sz="1200" dirty="0" err="1" smtClean="0"/>
              <a:t>visualização</a:t>
            </a:r>
            <a:endParaRPr lang="en-US" sz="1200" dirty="0" smtClean="0"/>
          </a:p>
          <a:p>
            <a:pPr lvl="1"/>
            <a:r>
              <a:rPr lang="en-US" sz="1200" dirty="0" smtClean="0"/>
              <a:t>Combine </a:t>
            </a:r>
            <a:r>
              <a:rPr lang="en-US" sz="1200" dirty="0" err="1" smtClean="0"/>
              <a:t>os</a:t>
            </a:r>
            <a:r>
              <a:rPr lang="en-US" sz="1200" dirty="0" smtClean="0"/>
              <a:t> </a:t>
            </a:r>
            <a:r>
              <a:rPr lang="en-US" sz="1200" dirty="0" err="1" smtClean="0"/>
              <a:t>anúncios</a:t>
            </a:r>
            <a:r>
              <a:rPr lang="en-US" sz="1200" dirty="0" smtClean="0"/>
              <a:t> com </a:t>
            </a:r>
            <a:r>
              <a:rPr lang="en-US" sz="1200" dirty="0" err="1" smtClean="0"/>
              <a:t>os</a:t>
            </a:r>
            <a:r>
              <a:rPr lang="en-US" sz="1200" dirty="0" smtClean="0"/>
              <a:t> </a:t>
            </a:r>
            <a:r>
              <a:rPr lang="en-US" sz="1200" dirty="0" err="1" smtClean="0"/>
              <a:t>esquemas</a:t>
            </a:r>
            <a:r>
              <a:rPr lang="en-US" sz="1200" dirty="0" smtClean="0"/>
              <a:t> de cores dos sites </a:t>
            </a:r>
            <a:r>
              <a:rPr lang="en-US" sz="1200" dirty="0" err="1" smtClean="0"/>
              <a:t>segmentados</a:t>
            </a:r>
            <a:endParaRPr lang="en-US" sz="1200" dirty="0" smtClean="0"/>
          </a:p>
          <a:p>
            <a:pPr lvl="1"/>
            <a:r>
              <a:rPr lang="en-US" sz="1200" dirty="0" smtClean="0"/>
              <a:t>A </a:t>
            </a:r>
            <a:r>
              <a:rPr lang="en-US" sz="1200" dirty="0" err="1" smtClean="0"/>
              <a:t>frase</a:t>
            </a:r>
            <a:r>
              <a:rPr lang="en-US" sz="1200" dirty="0" smtClean="0"/>
              <a:t> de </a:t>
            </a:r>
            <a:r>
              <a:rPr lang="en-US" sz="1200" dirty="0" err="1" smtClean="0"/>
              <a:t>chamariz</a:t>
            </a:r>
            <a:r>
              <a:rPr lang="en-US" sz="1200" dirty="0" smtClean="0"/>
              <a:t> </a:t>
            </a:r>
            <a:r>
              <a:rPr lang="en-US" sz="1200" dirty="0" err="1" smtClean="0"/>
              <a:t>deve</a:t>
            </a:r>
            <a:r>
              <a:rPr lang="en-US" sz="1200" dirty="0" smtClean="0"/>
              <a:t> </a:t>
            </a:r>
            <a:r>
              <a:rPr lang="en-US" sz="1200" dirty="0" err="1" smtClean="0"/>
              <a:t>ser</a:t>
            </a:r>
            <a:r>
              <a:rPr lang="en-US" sz="1200" dirty="0" smtClean="0"/>
              <a:t> </a:t>
            </a:r>
            <a:r>
              <a:rPr lang="en-US" sz="1200" dirty="0" err="1" smtClean="0"/>
              <a:t>explícita</a:t>
            </a:r>
            <a:r>
              <a:rPr lang="en-US" sz="1200" dirty="0" smtClean="0"/>
              <a:t> e </a:t>
            </a:r>
            <a:r>
              <a:rPr lang="en-US" sz="1200" dirty="0" err="1" smtClean="0"/>
              <a:t>estar</a:t>
            </a:r>
            <a:r>
              <a:rPr lang="en-US" sz="1200" dirty="0" smtClean="0"/>
              <a:t> </a:t>
            </a:r>
            <a:r>
              <a:rPr lang="en-US" sz="1200" dirty="0" err="1" smtClean="0"/>
              <a:t>localizada</a:t>
            </a:r>
            <a:r>
              <a:rPr lang="en-US" sz="1200" dirty="0" smtClean="0"/>
              <a:t> </a:t>
            </a:r>
            <a:r>
              <a:rPr lang="en-US" sz="1200" dirty="0" err="1" smtClean="0"/>
              <a:t>em</a:t>
            </a:r>
            <a:r>
              <a:rPr lang="en-US" sz="1200" dirty="0" smtClean="0"/>
              <a:t> um </a:t>
            </a:r>
            <a:r>
              <a:rPr lang="en-US" sz="1200" dirty="0" err="1" smtClean="0"/>
              <a:t>botão</a:t>
            </a:r>
            <a:r>
              <a:rPr lang="en-US" sz="1200" dirty="0" smtClean="0"/>
              <a:t> </a:t>
            </a:r>
            <a:r>
              <a:rPr lang="en-US" sz="1200" dirty="0" err="1" smtClean="0"/>
              <a:t>ou</a:t>
            </a:r>
            <a:r>
              <a:rPr lang="en-US" sz="1200" dirty="0" smtClean="0"/>
              <a:t> </a:t>
            </a:r>
            <a:r>
              <a:rPr lang="en-US" sz="1200" dirty="0" err="1" smtClean="0"/>
              <a:t>em</a:t>
            </a:r>
            <a:r>
              <a:rPr lang="en-US" sz="1200" dirty="0" smtClean="0"/>
              <a:t> outro </a:t>
            </a:r>
            <a:r>
              <a:rPr lang="en-US" sz="1200" dirty="0" err="1" smtClean="0"/>
              <a:t>lugar</a:t>
            </a:r>
            <a:endParaRPr lang="en-US" sz="1200" dirty="0" smtClean="0"/>
          </a:p>
          <a:p>
            <a:pPr lvl="1"/>
            <a:r>
              <a:rPr lang="en-US" sz="1200" dirty="0" smtClean="0"/>
              <a:t>O </a:t>
            </a:r>
            <a:r>
              <a:rPr lang="en-US" sz="1200" dirty="0" err="1" smtClean="0"/>
              <a:t>último</a:t>
            </a:r>
            <a:r>
              <a:rPr lang="en-US" sz="1200" dirty="0" smtClean="0"/>
              <a:t> frame </a:t>
            </a:r>
            <a:r>
              <a:rPr lang="en-US" sz="1200" dirty="0" err="1" smtClean="0"/>
              <a:t>deve</a:t>
            </a:r>
            <a:r>
              <a:rPr lang="en-US" sz="1200" dirty="0" smtClean="0"/>
              <a:t> </a:t>
            </a:r>
            <a:r>
              <a:rPr lang="en-US" sz="1200" dirty="0" err="1" smtClean="0"/>
              <a:t>conter</a:t>
            </a:r>
            <a:r>
              <a:rPr lang="en-US" sz="1200" dirty="0" smtClean="0"/>
              <a:t> </a:t>
            </a:r>
            <a:r>
              <a:rPr lang="en-US" sz="1200" dirty="0" err="1" smtClean="0"/>
              <a:t>toda</a:t>
            </a:r>
            <a:r>
              <a:rPr lang="en-US" sz="1200" dirty="0" smtClean="0"/>
              <a:t> a </a:t>
            </a:r>
            <a:r>
              <a:rPr lang="en-US" sz="1200" dirty="0" err="1" smtClean="0"/>
              <a:t>mensagem</a:t>
            </a:r>
            <a:r>
              <a:rPr lang="en-US" sz="1200" dirty="0" smtClean="0"/>
              <a:t> principal e a </a:t>
            </a:r>
            <a:r>
              <a:rPr lang="en-US" sz="1200" dirty="0" err="1" smtClean="0"/>
              <a:t>frase</a:t>
            </a:r>
            <a:r>
              <a:rPr lang="en-US" sz="1200" dirty="0" smtClean="0"/>
              <a:t> de </a:t>
            </a:r>
            <a:r>
              <a:rPr lang="en-US" sz="1200" dirty="0" err="1" smtClean="0"/>
              <a:t>chamariz</a:t>
            </a:r>
            <a:r>
              <a:rPr lang="en-US" sz="1200" dirty="0" smtClean="0"/>
              <a:t> (call to action)</a:t>
            </a:r>
          </a:p>
          <a:p>
            <a:endParaRPr lang="en-US" sz="1600" dirty="0" smtClean="0"/>
          </a:p>
          <a:p>
            <a:r>
              <a:rPr lang="en-US" sz="1600" dirty="0" err="1" smtClean="0"/>
              <a:t>Anúcios</a:t>
            </a:r>
            <a:r>
              <a:rPr lang="en-US" sz="1600" dirty="0" smtClean="0"/>
              <a:t> de </a:t>
            </a:r>
            <a:r>
              <a:rPr lang="en-US" sz="1600" dirty="0" err="1" smtClean="0"/>
              <a:t>vídeo</a:t>
            </a:r>
            <a:endParaRPr lang="en-US" sz="1600" dirty="0"/>
          </a:p>
          <a:p>
            <a:pPr lvl="1"/>
            <a:endParaRPr lang="en-US" sz="1200" dirty="0"/>
          </a:p>
          <a:p>
            <a:pPr lvl="1"/>
            <a:r>
              <a:rPr lang="en-US" sz="1200" dirty="0" err="1" smtClean="0"/>
              <a:t>Apresentação</a:t>
            </a:r>
            <a:r>
              <a:rPr lang="en-US" sz="1200" dirty="0" smtClean="0"/>
              <a:t> </a:t>
            </a:r>
            <a:r>
              <a:rPr lang="en-US" sz="1200" dirty="0" err="1" smtClean="0"/>
              <a:t>básica</a:t>
            </a:r>
            <a:r>
              <a:rPr lang="en-US" sz="1200" dirty="0" smtClean="0"/>
              <a:t> de </a:t>
            </a:r>
            <a:r>
              <a:rPr lang="en-US" sz="1200" dirty="0" err="1" smtClean="0"/>
              <a:t>produto</a:t>
            </a:r>
            <a:r>
              <a:rPr lang="en-US" sz="1200" dirty="0" smtClean="0"/>
              <a:t>;</a:t>
            </a:r>
          </a:p>
          <a:p>
            <a:pPr lvl="1"/>
            <a:r>
              <a:rPr lang="en-US" sz="1200" dirty="0" err="1" smtClean="0"/>
              <a:t>Mostruário</a:t>
            </a:r>
            <a:r>
              <a:rPr lang="en-US" sz="1200" dirty="0" smtClean="0"/>
              <a:t>;</a:t>
            </a:r>
          </a:p>
          <a:p>
            <a:pPr lvl="1"/>
            <a:r>
              <a:rPr lang="en-US" sz="1200" dirty="0" err="1" smtClean="0"/>
              <a:t>Informações</a:t>
            </a:r>
            <a:r>
              <a:rPr lang="en-US" sz="1200" dirty="0" smtClean="0"/>
              <a:t> </a:t>
            </a:r>
            <a:r>
              <a:rPr lang="en-US" sz="1200" dirty="0" err="1" smtClean="0"/>
              <a:t>técnicas</a:t>
            </a:r>
            <a:r>
              <a:rPr lang="en-US" sz="1200" dirty="0" smtClean="0"/>
              <a:t>;</a:t>
            </a:r>
          </a:p>
          <a:p>
            <a:pPr lvl="1"/>
            <a:r>
              <a:rPr lang="en-US" sz="1200" dirty="0" err="1" smtClean="0"/>
              <a:t>Funcionamento</a:t>
            </a:r>
            <a:r>
              <a:rPr lang="en-US" sz="1200" dirty="0" smtClean="0"/>
              <a:t>;</a:t>
            </a:r>
          </a:p>
          <a:p>
            <a:pPr lvl="1"/>
            <a:r>
              <a:rPr lang="en-US" sz="1200" dirty="0" smtClean="0"/>
              <a:t>Etc.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09309344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 smtClean="0"/>
              <a:t>Dicas</a:t>
            </a:r>
            <a:r>
              <a:rPr lang="en-US" sz="3600" dirty="0" smtClean="0"/>
              <a:t> para </a:t>
            </a:r>
            <a:r>
              <a:rPr lang="en-US" sz="3600" dirty="0" err="1" smtClean="0"/>
              <a:t>criação</a:t>
            </a:r>
            <a:r>
              <a:rPr lang="en-US" sz="3600" dirty="0" smtClean="0"/>
              <a:t> de </a:t>
            </a:r>
            <a:r>
              <a:rPr lang="en-US" sz="3600" dirty="0" err="1" smtClean="0"/>
              <a:t>anúncio</a:t>
            </a:r>
            <a:endParaRPr lang="pt-BR" sz="360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idx="1"/>
          </p:nvPr>
        </p:nvSpPr>
        <p:spPr>
          <a:xfrm>
            <a:off x="457200" y="1031058"/>
            <a:ext cx="8219256" cy="1821878"/>
          </a:xfrm>
        </p:spPr>
        <p:txBody>
          <a:bodyPr/>
          <a:lstStyle/>
          <a:p>
            <a:pPr marL="285750" indent="-285750">
              <a:buFont typeface="Arial" pitchFamily="34" charset="0"/>
              <a:buChar char="•"/>
            </a:pPr>
            <a:r>
              <a:rPr lang="en-US" sz="1800" b="0" dirty="0" err="1"/>
              <a:t>Defina</a:t>
            </a:r>
            <a:r>
              <a:rPr lang="en-US" sz="1800" b="0" dirty="0"/>
              <a:t> as </a:t>
            </a:r>
            <a:r>
              <a:rPr lang="en-US" sz="1800" b="0" dirty="0" err="1"/>
              <a:t>palavras</a:t>
            </a:r>
            <a:r>
              <a:rPr lang="en-US" sz="1800" b="0" dirty="0"/>
              <a:t> </a:t>
            </a:r>
            <a:r>
              <a:rPr lang="en-US" sz="1800" b="0" dirty="0" err="1"/>
              <a:t>principais</a:t>
            </a:r>
            <a:r>
              <a:rPr lang="en-US" sz="1800" b="0" dirty="0"/>
              <a:t> (</a:t>
            </a:r>
            <a:r>
              <a:rPr lang="en-US" sz="1800" b="0" dirty="0" err="1"/>
              <a:t>pense</a:t>
            </a:r>
            <a:r>
              <a:rPr lang="en-US" sz="1800" b="0" dirty="0"/>
              <a:t> </a:t>
            </a:r>
            <a:r>
              <a:rPr lang="en-US" sz="1800" b="0" dirty="0" err="1"/>
              <a:t>como</a:t>
            </a:r>
            <a:r>
              <a:rPr lang="en-US" sz="1800" b="0" dirty="0"/>
              <a:t> o </a:t>
            </a:r>
            <a:r>
              <a:rPr lang="en-US" sz="1800" b="0" dirty="0" err="1"/>
              <a:t>usuário</a:t>
            </a:r>
            <a:r>
              <a:rPr lang="en-US" sz="1800" b="0" dirty="0"/>
              <a:t>);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800" b="0" dirty="0" err="1" smtClean="0"/>
              <a:t>Estude</a:t>
            </a:r>
            <a:r>
              <a:rPr lang="en-US" sz="1800" b="0" dirty="0" smtClean="0"/>
              <a:t> </a:t>
            </a:r>
            <a:r>
              <a:rPr lang="en-US" sz="1800" b="0" dirty="0" err="1"/>
              <a:t>os</a:t>
            </a:r>
            <a:r>
              <a:rPr lang="en-US" sz="1800" b="0" dirty="0"/>
              <a:t> </a:t>
            </a:r>
            <a:r>
              <a:rPr lang="en-US" sz="1800" b="0" dirty="0" err="1"/>
              <a:t>anúncios</a:t>
            </a:r>
            <a:r>
              <a:rPr lang="en-US" sz="1800" b="0" dirty="0"/>
              <a:t> </a:t>
            </a:r>
            <a:r>
              <a:rPr lang="en-US" sz="1800" b="0" dirty="0" err="1"/>
              <a:t>bem</a:t>
            </a:r>
            <a:r>
              <a:rPr lang="en-US" sz="1800" b="0" dirty="0"/>
              <a:t> </a:t>
            </a:r>
            <a:r>
              <a:rPr lang="en-US" sz="1800" b="0" dirty="0" err="1"/>
              <a:t>posicionados</a:t>
            </a:r>
            <a:r>
              <a:rPr lang="en-US" sz="1800" b="0" dirty="0"/>
              <a:t> dos </a:t>
            </a:r>
            <a:r>
              <a:rPr lang="en-US" sz="1800" b="0" dirty="0" err="1"/>
              <a:t>concorrentes</a:t>
            </a:r>
            <a:r>
              <a:rPr lang="en-US" sz="1800" b="0" dirty="0"/>
              <a:t>;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800" b="0" dirty="0" smtClean="0"/>
              <a:t>Use </a:t>
            </a:r>
            <a:r>
              <a:rPr lang="en-US" sz="1800" b="0" dirty="0" err="1"/>
              <a:t>palavras</a:t>
            </a:r>
            <a:r>
              <a:rPr lang="en-US" sz="1800" b="0" dirty="0"/>
              <a:t> “</a:t>
            </a:r>
            <a:r>
              <a:rPr lang="en-US" sz="1800" b="0" dirty="0" err="1"/>
              <a:t>mágicas</a:t>
            </a:r>
            <a:r>
              <a:rPr lang="en-US" sz="1800" b="0" dirty="0"/>
              <a:t>” (</a:t>
            </a:r>
            <a:r>
              <a:rPr lang="en-US" sz="1800" b="0" dirty="0" err="1"/>
              <a:t>termos</a:t>
            </a:r>
            <a:r>
              <a:rPr lang="en-US" sz="1800" b="0" dirty="0"/>
              <a:t> </a:t>
            </a:r>
            <a:r>
              <a:rPr lang="en-US" sz="1800" b="0" dirty="0" err="1"/>
              <a:t>atrativos</a:t>
            </a:r>
            <a:r>
              <a:rPr lang="en-US" sz="1800" b="0" dirty="0"/>
              <a:t> para </a:t>
            </a:r>
            <a:r>
              <a:rPr lang="en-US" sz="1800" b="0" dirty="0" err="1"/>
              <a:t>os</a:t>
            </a:r>
            <a:r>
              <a:rPr lang="en-US" sz="1800" b="0" dirty="0"/>
              <a:t> </a:t>
            </a:r>
            <a:r>
              <a:rPr lang="en-US" sz="1800" b="0" dirty="0" err="1"/>
              <a:t>usuários</a:t>
            </a:r>
            <a:r>
              <a:rPr lang="en-US" sz="1800" b="0" dirty="0"/>
              <a:t>)</a:t>
            </a:r>
          </a:p>
          <a:p>
            <a:pPr marL="285750" indent="-285750">
              <a:buFont typeface="Arial" pitchFamily="34" charset="0"/>
              <a:buChar char="•"/>
            </a:pPr>
            <a:endParaRPr lang="pt-BR" sz="1800" b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2"/>
          </p:nvPr>
        </p:nvSpPr>
        <p:spPr>
          <a:xfrm>
            <a:off x="457201" y="2708919"/>
            <a:ext cx="4040188" cy="3417243"/>
          </a:xfrm>
        </p:spPr>
        <p:txBody>
          <a:bodyPr/>
          <a:lstStyle/>
          <a:p>
            <a:pPr lvl="1"/>
            <a:r>
              <a:rPr lang="en-US" sz="1400" dirty="0" err="1" smtClean="0"/>
              <a:t>Exemplos</a:t>
            </a:r>
            <a:r>
              <a:rPr lang="en-US" sz="1400" dirty="0" smtClean="0"/>
              <a:t>:</a:t>
            </a:r>
          </a:p>
          <a:p>
            <a:pPr lvl="2"/>
            <a:r>
              <a:rPr lang="en-US" sz="1400" dirty="0" err="1" smtClean="0"/>
              <a:t>Mais</a:t>
            </a:r>
            <a:r>
              <a:rPr lang="en-US" sz="1400" dirty="0" smtClean="0"/>
              <a:t> </a:t>
            </a:r>
            <a:r>
              <a:rPr lang="en-US" sz="1400" dirty="0" err="1" smtClean="0"/>
              <a:t>por</a:t>
            </a:r>
            <a:r>
              <a:rPr lang="en-US" sz="1400" dirty="0" smtClean="0"/>
              <a:t> </a:t>
            </a:r>
            <a:r>
              <a:rPr lang="en-US" sz="1400" dirty="0" err="1" smtClean="0"/>
              <a:t>menos</a:t>
            </a:r>
            <a:endParaRPr lang="en-US" sz="1400" dirty="0" smtClean="0"/>
          </a:p>
          <a:p>
            <a:pPr lvl="3"/>
            <a:r>
              <a:rPr lang="en-US" sz="1400" dirty="0" err="1" smtClean="0"/>
              <a:t>Somente</a:t>
            </a:r>
            <a:r>
              <a:rPr lang="en-US" sz="1400" dirty="0" smtClean="0"/>
              <a:t> </a:t>
            </a:r>
          </a:p>
          <a:p>
            <a:pPr lvl="3"/>
            <a:r>
              <a:rPr lang="en-US" sz="1400" dirty="0" err="1" smtClean="0"/>
              <a:t>Apenas</a:t>
            </a:r>
            <a:endParaRPr lang="en-US" sz="1400" dirty="0" smtClean="0"/>
          </a:p>
          <a:p>
            <a:pPr lvl="3"/>
            <a:r>
              <a:rPr lang="en-US" sz="1400" dirty="0" err="1" smtClean="0"/>
              <a:t>Só</a:t>
            </a:r>
            <a:endParaRPr lang="en-US" sz="1400" dirty="0" smtClean="0"/>
          </a:p>
          <a:p>
            <a:pPr lvl="2"/>
            <a:r>
              <a:rPr lang="en-US" sz="1400" dirty="0" err="1" smtClean="0"/>
              <a:t>Urgencia</a:t>
            </a:r>
            <a:endParaRPr lang="en-US" sz="1400" dirty="0" smtClean="0"/>
          </a:p>
          <a:p>
            <a:pPr lvl="3"/>
            <a:r>
              <a:rPr lang="en-US" sz="1400" dirty="0" smtClean="0"/>
              <a:t>Agora</a:t>
            </a:r>
          </a:p>
          <a:p>
            <a:pPr lvl="3"/>
            <a:r>
              <a:rPr lang="en-US" sz="1400" dirty="0" err="1" smtClean="0"/>
              <a:t>Hoje</a:t>
            </a:r>
            <a:r>
              <a:rPr lang="en-US" sz="1400" dirty="0" smtClean="0"/>
              <a:t> </a:t>
            </a:r>
          </a:p>
          <a:p>
            <a:pPr lvl="3"/>
            <a:r>
              <a:rPr lang="en-US" sz="1400" dirty="0" err="1" smtClean="0"/>
              <a:t>Garanta</a:t>
            </a:r>
            <a:endParaRPr lang="en-US" sz="1400" dirty="0" smtClean="0"/>
          </a:p>
          <a:p>
            <a:pPr lvl="2"/>
            <a:r>
              <a:rPr lang="en-US" sz="1400" dirty="0" err="1" smtClean="0"/>
              <a:t>Credibilidade</a:t>
            </a:r>
            <a:endParaRPr lang="en-US" sz="1400" dirty="0" smtClean="0"/>
          </a:p>
          <a:p>
            <a:pPr lvl="3"/>
            <a:r>
              <a:rPr lang="en-US" sz="1400" dirty="0" err="1" smtClean="0"/>
              <a:t>Exclusivo</a:t>
            </a:r>
            <a:endParaRPr lang="en-US" sz="1400" dirty="0" smtClean="0"/>
          </a:p>
          <a:p>
            <a:pPr lvl="3"/>
            <a:r>
              <a:rPr lang="en-US" sz="1400" dirty="0" err="1" smtClean="0"/>
              <a:t>Unico</a:t>
            </a:r>
            <a:endParaRPr lang="en-US" sz="1400" dirty="0" smtClean="0"/>
          </a:p>
          <a:p>
            <a:pPr lvl="3"/>
            <a:r>
              <a:rPr lang="en-US" sz="1400" dirty="0" err="1" smtClean="0"/>
              <a:t>Verdadeiro</a:t>
            </a:r>
            <a:endParaRPr lang="en-US" sz="1400" dirty="0" smtClean="0"/>
          </a:p>
          <a:p>
            <a:pPr lvl="3"/>
            <a:r>
              <a:rPr lang="en-US" sz="1400" dirty="0" smtClean="0"/>
              <a:t>Original</a:t>
            </a:r>
          </a:p>
          <a:p>
            <a:pPr lvl="3"/>
            <a:endParaRPr lang="pt-BR" sz="1400" dirty="0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3563888" y="2820070"/>
            <a:ext cx="4041775" cy="3489250"/>
          </a:xfrm>
        </p:spPr>
        <p:txBody>
          <a:bodyPr/>
          <a:lstStyle/>
          <a:p>
            <a:pPr lvl="2"/>
            <a:r>
              <a:rPr lang="en-US" sz="1400" dirty="0" err="1"/>
              <a:t>Informação</a:t>
            </a:r>
            <a:r>
              <a:rPr lang="en-US" sz="1400" dirty="0"/>
              <a:t> </a:t>
            </a:r>
            <a:r>
              <a:rPr lang="en-US" sz="1400" dirty="0" err="1"/>
              <a:t>previlegiada</a:t>
            </a:r>
            <a:endParaRPr lang="en-US" sz="1400" dirty="0"/>
          </a:p>
          <a:p>
            <a:pPr lvl="3"/>
            <a:r>
              <a:rPr lang="en-US" sz="1400" dirty="0" err="1"/>
              <a:t>Descubra</a:t>
            </a:r>
            <a:endParaRPr lang="en-US" sz="1400" dirty="0"/>
          </a:p>
          <a:p>
            <a:pPr lvl="3"/>
            <a:r>
              <a:rPr lang="en-US" sz="1400" dirty="0" err="1"/>
              <a:t>Por</a:t>
            </a:r>
            <a:r>
              <a:rPr lang="en-US" sz="1400" dirty="0"/>
              <a:t> </a:t>
            </a:r>
            <a:r>
              <a:rPr lang="en-US" sz="1400" dirty="0" err="1"/>
              <a:t>dentro</a:t>
            </a:r>
            <a:endParaRPr lang="en-US" sz="1400" dirty="0"/>
          </a:p>
          <a:p>
            <a:pPr lvl="2"/>
            <a:r>
              <a:rPr lang="en-US" sz="1400" dirty="0" err="1"/>
              <a:t>Inlcusão</a:t>
            </a:r>
            <a:endParaRPr lang="en-US" sz="1400" dirty="0"/>
          </a:p>
          <a:p>
            <a:pPr lvl="3"/>
            <a:r>
              <a:rPr lang="en-US" sz="1400" dirty="0" err="1"/>
              <a:t>Também</a:t>
            </a:r>
            <a:endParaRPr lang="en-US" sz="1400" dirty="0"/>
          </a:p>
          <a:p>
            <a:pPr lvl="3"/>
            <a:r>
              <a:rPr lang="en-US" sz="1400" dirty="0" err="1"/>
              <a:t>Você</a:t>
            </a:r>
            <a:r>
              <a:rPr lang="en-US" sz="1400" dirty="0"/>
              <a:t> </a:t>
            </a:r>
          </a:p>
          <a:p>
            <a:pPr lvl="3"/>
            <a:r>
              <a:rPr lang="en-US" sz="1400" dirty="0" err="1"/>
              <a:t>Nos</a:t>
            </a:r>
            <a:endParaRPr lang="en-US" sz="1400" dirty="0"/>
          </a:p>
          <a:p>
            <a:pPr lvl="3"/>
            <a:r>
              <a:rPr lang="en-US" sz="1400" dirty="0" err="1"/>
              <a:t>Todos</a:t>
            </a:r>
            <a:endParaRPr lang="en-US" sz="1400" dirty="0"/>
          </a:p>
          <a:p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182665687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/>
          <p:cNvSpPr/>
          <p:nvPr/>
        </p:nvSpPr>
        <p:spPr>
          <a:xfrm>
            <a:off x="179512" y="4437112"/>
            <a:ext cx="8352928" cy="1224136"/>
          </a:xfrm>
          <a:prstGeom prst="rect">
            <a:avLst/>
          </a:prstGeom>
          <a:solidFill>
            <a:srgbClr val="C03667">
              <a:alpha val="2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b="0" dirty="0" err="1" smtClean="0">
                <a:solidFill>
                  <a:schemeClr val="bg1">
                    <a:lumMod val="95000"/>
                  </a:schemeClr>
                </a:solidFill>
              </a:rPr>
              <a:t>Escolhendo</a:t>
            </a:r>
            <a:r>
              <a:rPr lang="en-US" b="0" dirty="0" smtClean="0">
                <a:solidFill>
                  <a:schemeClr val="bg1">
                    <a:lumMod val="95000"/>
                  </a:schemeClr>
                </a:solidFill>
              </a:rPr>
              <a:t> as Keywords</a:t>
            </a:r>
            <a:endParaRPr lang="pt-BR" b="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Adwords e Analytics para Ecommerce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4234151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 smtClean="0"/>
              <a:t>Tipologia</a:t>
            </a:r>
            <a:r>
              <a:rPr lang="en-US" sz="3600" dirty="0" smtClean="0"/>
              <a:t> de </a:t>
            </a:r>
            <a:r>
              <a:rPr lang="en-US" sz="3600" dirty="0" err="1" smtClean="0"/>
              <a:t>palavras</a:t>
            </a:r>
            <a:r>
              <a:rPr lang="en-US" sz="3600" dirty="0" smtClean="0"/>
              <a:t> no Adwords</a:t>
            </a:r>
            <a:endParaRPr lang="pt-BR" sz="36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/>
              <a:t>Termos</a:t>
            </a:r>
            <a:r>
              <a:rPr lang="en-US" sz="2400" dirty="0" smtClean="0"/>
              <a:t>:</a:t>
            </a:r>
          </a:p>
          <a:p>
            <a:pPr lvl="1"/>
            <a:r>
              <a:rPr lang="en-US" sz="2000" dirty="0" err="1" smtClean="0"/>
              <a:t>Genéricas</a:t>
            </a:r>
            <a:r>
              <a:rPr lang="en-US" sz="2000" dirty="0" smtClean="0"/>
              <a:t>: </a:t>
            </a:r>
            <a:r>
              <a:rPr lang="en-US" sz="2000" dirty="0" err="1" smtClean="0"/>
              <a:t>palavras</a:t>
            </a:r>
            <a:r>
              <a:rPr lang="en-US" sz="2000" dirty="0" smtClean="0"/>
              <a:t> </a:t>
            </a:r>
            <a:r>
              <a:rPr lang="en-US" sz="2000" dirty="0" err="1" smtClean="0"/>
              <a:t>compostas</a:t>
            </a:r>
            <a:r>
              <a:rPr lang="en-US" sz="2000" dirty="0" smtClean="0"/>
              <a:t> de um </a:t>
            </a:r>
            <a:r>
              <a:rPr lang="en-US" sz="2000" dirty="0" err="1" smtClean="0"/>
              <a:t>ou</a:t>
            </a:r>
            <a:r>
              <a:rPr lang="en-US" sz="2000" dirty="0" smtClean="0"/>
              <a:t> </a:t>
            </a:r>
            <a:r>
              <a:rPr lang="en-US" sz="2000" dirty="0" err="1" smtClean="0"/>
              <a:t>dois</a:t>
            </a:r>
            <a:r>
              <a:rPr lang="en-US" sz="2000" dirty="0" smtClean="0"/>
              <a:t> </a:t>
            </a:r>
            <a:r>
              <a:rPr lang="en-US" sz="2000" dirty="0" err="1" smtClean="0"/>
              <a:t>termos</a:t>
            </a:r>
            <a:r>
              <a:rPr lang="en-US" sz="2000" dirty="0" smtClean="0"/>
              <a:t>.</a:t>
            </a:r>
          </a:p>
          <a:p>
            <a:pPr lvl="1"/>
            <a:r>
              <a:rPr lang="en-US" sz="2000" dirty="0" err="1" smtClean="0"/>
              <a:t>Cauda</a:t>
            </a:r>
            <a:r>
              <a:rPr lang="en-US" sz="2000" dirty="0" smtClean="0"/>
              <a:t> longa: </a:t>
            </a:r>
            <a:r>
              <a:rPr lang="en-US" sz="2000" dirty="0" err="1" smtClean="0"/>
              <a:t>palavras</a:t>
            </a:r>
            <a:r>
              <a:rPr lang="en-US" sz="2000" dirty="0" smtClean="0"/>
              <a:t> de com </a:t>
            </a:r>
            <a:r>
              <a:rPr lang="en-US" sz="2000" dirty="0" err="1" smtClean="0"/>
              <a:t>tres</a:t>
            </a:r>
            <a:r>
              <a:rPr lang="en-US" sz="2000" dirty="0" smtClean="0"/>
              <a:t> </a:t>
            </a:r>
            <a:r>
              <a:rPr lang="en-US" sz="2000" dirty="0" err="1" smtClean="0"/>
              <a:t>termos</a:t>
            </a:r>
            <a:r>
              <a:rPr lang="en-US" sz="2000" dirty="0" smtClean="0"/>
              <a:t> </a:t>
            </a:r>
            <a:r>
              <a:rPr lang="en-US" sz="2000" dirty="0" err="1" smtClean="0"/>
              <a:t>ou</a:t>
            </a:r>
            <a:r>
              <a:rPr lang="en-US" sz="2000" dirty="0" smtClean="0"/>
              <a:t> </a:t>
            </a:r>
            <a:r>
              <a:rPr lang="en-US" sz="2000" dirty="0" err="1" smtClean="0"/>
              <a:t>mais</a:t>
            </a:r>
            <a:r>
              <a:rPr lang="en-US" sz="2000" dirty="0" smtClean="0"/>
              <a:t>.</a:t>
            </a:r>
          </a:p>
          <a:p>
            <a:pPr lvl="1"/>
            <a:endParaRPr lang="en-US" sz="2000" dirty="0" smtClean="0"/>
          </a:p>
        </p:txBody>
      </p:sp>
      <p:pic>
        <p:nvPicPr>
          <p:cNvPr id="6" name="Snagit_PPT65DB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2780927"/>
            <a:ext cx="7776864" cy="3814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06325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 smtClean="0"/>
              <a:t>Tipologia</a:t>
            </a:r>
            <a:r>
              <a:rPr lang="en-US" sz="3600" dirty="0" smtClean="0"/>
              <a:t> de </a:t>
            </a:r>
            <a:r>
              <a:rPr lang="en-US" sz="3600" dirty="0" err="1" smtClean="0"/>
              <a:t>palavras</a:t>
            </a:r>
            <a:r>
              <a:rPr lang="en-US" sz="3600" dirty="0" smtClean="0"/>
              <a:t> no Adwords</a:t>
            </a:r>
            <a:endParaRPr lang="pt-BR" sz="36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err="1" smtClean="0"/>
              <a:t>Categoria</a:t>
            </a:r>
            <a:r>
              <a:rPr lang="en-US" sz="1800" dirty="0" smtClean="0"/>
              <a:t> </a:t>
            </a:r>
            <a:r>
              <a:rPr lang="en-US" sz="1800" dirty="0" err="1" smtClean="0"/>
              <a:t>ampla</a:t>
            </a:r>
            <a:endParaRPr lang="en-US" sz="1800" dirty="0" smtClean="0"/>
          </a:p>
          <a:p>
            <a:pPr lvl="1"/>
            <a:r>
              <a:rPr lang="en-US" sz="1600" dirty="0" err="1" smtClean="0"/>
              <a:t>Imprime</a:t>
            </a:r>
            <a:r>
              <a:rPr lang="en-US" sz="1600" dirty="0" smtClean="0"/>
              <a:t> para </a:t>
            </a:r>
            <a:r>
              <a:rPr lang="en-US" sz="1600" dirty="0" err="1" smtClean="0"/>
              <a:t>tudo</a:t>
            </a:r>
            <a:r>
              <a:rPr lang="en-US" sz="1600" dirty="0" smtClean="0"/>
              <a:t> </a:t>
            </a:r>
            <a:r>
              <a:rPr lang="en-US" sz="1600" dirty="0" err="1" smtClean="0"/>
              <a:t>que</a:t>
            </a:r>
            <a:r>
              <a:rPr lang="en-US" sz="1600" dirty="0" smtClean="0"/>
              <a:t> </a:t>
            </a:r>
            <a:r>
              <a:rPr lang="en-US" sz="1600" dirty="0" err="1" smtClean="0"/>
              <a:t>estiver</a:t>
            </a:r>
            <a:r>
              <a:rPr lang="en-US" sz="1600" dirty="0" smtClean="0"/>
              <a:t> </a:t>
            </a:r>
            <a:r>
              <a:rPr lang="en-US" sz="1600" dirty="0" err="1" smtClean="0"/>
              <a:t>relacinado</a:t>
            </a:r>
            <a:r>
              <a:rPr lang="en-US" sz="1600" dirty="0" smtClean="0"/>
              <a:t> (</a:t>
            </a:r>
            <a:r>
              <a:rPr lang="en-US" sz="1600" dirty="0" err="1" smtClean="0"/>
              <a:t>termos</a:t>
            </a:r>
            <a:r>
              <a:rPr lang="en-US" sz="1600" dirty="0" smtClean="0"/>
              <a:t>, </a:t>
            </a:r>
            <a:r>
              <a:rPr lang="en-US" sz="1600" dirty="0" err="1" smtClean="0"/>
              <a:t>sinonimos</a:t>
            </a:r>
            <a:r>
              <a:rPr lang="en-US" sz="1600" dirty="0" smtClean="0"/>
              <a:t>, </a:t>
            </a:r>
            <a:r>
              <a:rPr lang="en-US" sz="1600" dirty="0" err="1" smtClean="0"/>
              <a:t>erros</a:t>
            </a:r>
            <a:r>
              <a:rPr lang="en-US" sz="1600" dirty="0" smtClean="0"/>
              <a:t> de </a:t>
            </a:r>
            <a:r>
              <a:rPr lang="en-US" sz="1600" dirty="0" err="1" smtClean="0"/>
              <a:t>português</a:t>
            </a:r>
            <a:r>
              <a:rPr lang="en-US" sz="1600" dirty="0" smtClean="0"/>
              <a:t>)</a:t>
            </a:r>
          </a:p>
          <a:p>
            <a:r>
              <a:rPr lang="en-US" sz="1800" dirty="0" err="1" smtClean="0"/>
              <a:t>Categoria</a:t>
            </a:r>
            <a:r>
              <a:rPr lang="en-US" sz="1800" dirty="0" smtClean="0"/>
              <a:t> </a:t>
            </a:r>
            <a:r>
              <a:rPr lang="en-US" sz="1800" dirty="0" err="1" smtClean="0"/>
              <a:t>Frase</a:t>
            </a:r>
            <a:r>
              <a:rPr lang="en-US" sz="1800" dirty="0" smtClean="0"/>
              <a:t> (entre </a:t>
            </a:r>
            <a:r>
              <a:rPr lang="en-US" sz="1800" dirty="0" err="1" smtClean="0"/>
              <a:t>aspas</a:t>
            </a:r>
            <a:r>
              <a:rPr lang="en-US" sz="1800" dirty="0" smtClean="0"/>
              <a:t> “”)</a:t>
            </a:r>
          </a:p>
          <a:p>
            <a:pPr lvl="1"/>
            <a:r>
              <a:rPr lang="en-US" sz="1600" dirty="0" err="1" smtClean="0"/>
              <a:t>Imprime</a:t>
            </a:r>
            <a:r>
              <a:rPr lang="en-US" sz="1600" dirty="0" smtClean="0"/>
              <a:t> para </a:t>
            </a:r>
            <a:r>
              <a:rPr lang="en-US" sz="1600" dirty="0" err="1" smtClean="0"/>
              <a:t>combinações</a:t>
            </a:r>
            <a:r>
              <a:rPr lang="en-US" sz="1600" dirty="0" smtClean="0"/>
              <a:t> antes de </a:t>
            </a:r>
            <a:r>
              <a:rPr lang="en-US" sz="1600" dirty="0" err="1" smtClean="0"/>
              <a:t>depois</a:t>
            </a:r>
            <a:r>
              <a:rPr lang="en-US" sz="1600" dirty="0" smtClean="0"/>
              <a:t> das </a:t>
            </a:r>
            <a:r>
              <a:rPr lang="en-US" sz="1600" dirty="0" err="1" smtClean="0"/>
              <a:t>palabras</a:t>
            </a:r>
            <a:endParaRPr lang="en-US" sz="1600" dirty="0" smtClean="0"/>
          </a:p>
          <a:p>
            <a:pPr lvl="2"/>
            <a:r>
              <a:rPr lang="en-US" sz="1400" dirty="0" smtClean="0"/>
              <a:t>Ex: keyword: “</a:t>
            </a:r>
            <a:r>
              <a:rPr lang="en-US" sz="1400" dirty="0" err="1" smtClean="0"/>
              <a:t>computadores</a:t>
            </a:r>
            <a:r>
              <a:rPr lang="en-US" sz="1400" dirty="0" smtClean="0"/>
              <a:t> </a:t>
            </a:r>
            <a:r>
              <a:rPr lang="en-US" sz="1400" dirty="0" err="1" smtClean="0"/>
              <a:t>pentium</a:t>
            </a:r>
            <a:r>
              <a:rPr lang="en-US" sz="1400" dirty="0" smtClean="0"/>
              <a:t>”  - </a:t>
            </a:r>
            <a:r>
              <a:rPr lang="en-US" sz="1400" dirty="0" err="1" smtClean="0"/>
              <a:t>Busca</a:t>
            </a:r>
            <a:r>
              <a:rPr lang="en-US" sz="1400" dirty="0" smtClean="0"/>
              <a:t>: </a:t>
            </a:r>
            <a:r>
              <a:rPr lang="en-US" sz="1400" dirty="0" err="1" smtClean="0"/>
              <a:t>computadores</a:t>
            </a:r>
            <a:r>
              <a:rPr lang="en-US" sz="1400" dirty="0" smtClean="0"/>
              <a:t> </a:t>
            </a:r>
            <a:r>
              <a:rPr lang="en-US" sz="1400" dirty="0" err="1" smtClean="0"/>
              <a:t>pentium</a:t>
            </a:r>
            <a:r>
              <a:rPr lang="en-US" sz="1400" dirty="0" smtClean="0"/>
              <a:t> a </a:t>
            </a:r>
            <a:r>
              <a:rPr lang="en-US" sz="1400" dirty="0" err="1" smtClean="0"/>
              <a:t>venda</a:t>
            </a:r>
            <a:r>
              <a:rPr lang="en-US" sz="1400" dirty="0" smtClean="0"/>
              <a:t>, </a:t>
            </a:r>
            <a:r>
              <a:rPr lang="en-US" sz="1400" dirty="0" err="1" smtClean="0"/>
              <a:t>melhores</a:t>
            </a:r>
            <a:r>
              <a:rPr lang="en-US" sz="1400" dirty="0" smtClean="0"/>
              <a:t> </a:t>
            </a:r>
            <a:r>
              <a:rPr lang="en-US" sz="1400" dirty="0" err="1" smtClean="0"/>
              <a:t>computadores</a:t>
            </a:r>
            <a:r>
              <a:rPr lang="en-US" sz="1400" dirty="0" smtClean="0"/>
              <a:t> </a:t>
            </a:r>
            <a:r>
              <a:rPr lang="en-US" sz="1400" dirty="0" err="1" smtClean="0"/>
              <a:t>pentium</a:t>
            </a:r>
            <a:r>
              <a:rPr lang="en-US" sz="1400" dirty="0" smtClean="0"/>
              <a:t>. </a:t>
            </a:r>
            <a:r>
              <a:rPr lang="en-US" sz="1400" dirty="0" err="1" smtClean="0"/>
              <a:t>Não</a:t>
            </a:r>
            <a:r>
              <a:rPr lang="en-US" sz="1400" dirty="0" smtClean="0"/>
              <a:t> </a:t>
            </a:r>
            <a:r>
              <a:rPr lang="en-US" sz="1400" dirty="0" err="1" smtClean="0"/>
              <a:t>imprime</a:t>
            </a:r>
            <a:r>
              <a:rPr lang="en-US" sz="1400" dirty="0" smtClean="0"/>
              <a:t>: </a:t>
            </a:r>
            <a:r>
              <a:rPr lang="en-US" sz="1400" dirty="0" err="1" smtClean="0"/>
              <a:t>computadores</a:t>
            </a:r>
            <a:r>
              <a:rPr lang="en-US" sz="1400" dirty="0" smtClean="0"/>
              <a:t> </a:t>
            </a:r>
            <a:r>
              <a:rPr lang="en-US" sz="1400" dirty="0" err="1" smtClean="0"/>
              <a:t>baratos</a:t>
            </a:r>
            <a:r>
              <a:rPr lang="en-US" sz="1400" dirty="0" smtClean="0"/>
              <a:t> </a:t>
            </a:r>
            <a:r>
              <a:rPr lang="en-US" sz="1400" dirty="0" err="1" smtClean="0"/>
              <a:t>pentium</a:t>
            </a:r>
            <a:endParaRPr lang="en-US" sz="1400" dirty="0" smtClean="0"/>
          </a:p>
          <a:p>
            <a:r>
              <a:rPr lang="en-US" sz="1800" dirty="0" err="1" smtClean="0"/>
              <a:t>Categoria</a:t>
            </a:r>
            <a:r>
              <a:rPr lang="en-US" sz="1800" dirty="0" smtClean="0"/>
              <a:t> </a:t>
            </a:r>
            <a:r>
              <a:rPr lang="en-US" sz="1800" dirty="0" err="1" smtClean="0"/>
              <a:t>Exata</a:t>
            </a:r>
            <a:r>
              <a:rPr lang="en-US" sz="1800" dirty="0" smtClean="0"/>
              <a:t> (entre </a:t>
            </a:r>
            <a:r>
              <a:rPr lang="en-US" sz="1800" dirty="0" err="1" smtClean="0"/>
              <a:t>colchetes</a:t>
            </a:r>
            <a:r>
              <a:rPr lang="en-US" sz="1800" dirty="0" smtClean="0"/>
              <a:t> [ ])</a:t>
            </a:r>
          </a:p>
          <a:p>
            <a:pPr lvl="1"/>
            <a:r>
              <a:rPr lang="en-US" sz="1600" dirty="0" err="1" smtClean="0"/>
              <a:t>Imprime</a:t>
            </a:r>
            <a:r>
              <a:rPr lang="en-US" sz="1600" dirty="0" smtClean="0"/>
              <a:t> </a:t>
            </a:r>
            <a:r>
              <a:rPr lang="en-US" sz="1600" dirty="0" err="1" smtClean="0"/>
              <a:t>apenas</a:t>
            </a:r>
            <a:r>
              <a:rPr lang="en-US" sz="1600" dirty="0" smtClean="0"/>
              <a:t> para </a:t>
            </a:r>
            <a:r>
              <a:rPr lang="en-US" sz="1600" dirty="0" err="1" smtClean="0"/>
              <a:t>buscas</a:t>
            </a:r>
            <a:r>
              <a:rPr lang="en-US" sz="1600" dirty="0" smtClean="0"/>
              <a:t> com </a:t>
            </a:r>
            <a:r>
              <a:rPr lang="en-US" sz="1600" dirty="0" err="1" smtClean="0"/>
              <a:t>termos</a:t>
            </a:r>
            <a:r>
              <a:rPr lang="en-US" sz="1600" dirty="0" smtClean="0"/>
              <a:t> </a:t>
            </a:r>
            <a:r>
              <a:rPr lang="en-US" sz="1600" dirty="0" err="1" smtClean="0"/>
              <a:t>exatos</a:t>
            </a:r>
            <a:endParaRPr lang="en-US" sz="1600" dirty="0" smtClean="0"/>
          </a:p>
          <a:p>
            <a:pPr lvl="2"/>
            <a:r>
              <a:rPr lang="en-US" sz="1200" dirty="0" smtClean="0"/>
              <a:t>Ex.: Keyword: [</a:t>
            </a:r>
            <a:r>
              <a:rPr lang="en-US" sz="1200" dirty="0" err="1" smtClean="0"/>
              <a:t>computadores</a:t>
            </a:r>
            <a:r>
              <a:rPr lang="en-US" sz="1200" dirty="0" smtClean="0"/>
              <a:t> </a:t>
            </a:r>
            <a:r>
              <a:rPr lang="en-US" sz="1200" dirty="0" err="1" smtClean="0"/>
              <a:t>em</a:t>
            </a:r>
            <a:r>
              <a:rPr lang="en-US" sz="1200" dirty="0" smtClean="0"/>
              <a:t> </a:t>
            </a:r>
            <a:r>
              <a:rPr lang="en-US" sz="1200" dirty="0" err="1" smtClean="0"/>
              <a:t>sao</a:t>
            </a:r>
            <a:r>
              <a:rPr lang="en-US" sz="1200" dirty="0" smtClean="0"/>
              <a:t> </a:t>
            </a:r>
            <a:r>
              <a:rPr lang="en-US" sz="1200" dirty="0" err="1" smtClean="0"/>
              <a:t>paulo</a:t>
            </a:r>
            <a:r>
              <a:rPr lang="en-US" sz="1200" dirty="0" smtClean="0"/>
              <a:t>] – </a:t>
            </a:r>
            <a:r>
              <a:rPr lang="en-US" sz="1200" dirty="0" err="1" smtClean="0"/>
              <a:t>Busca</a:t>
            </a:r>
            <a:r>
              <a:rPr lang="en-US" sz="1200" dirty="0" smtClean="0"/>
              <a:t>: </a:t>
            </a:r>
            <a:r>
              <a:rPr lang="en-US" sz="1200" dirty="0" err="1" smtClean="0"/>
              <a:t>computadores</a:t>
            </a:r>
            <a:r>
              <a:rPr lang="en-US" sz="1200" dirty="0" smtClean="0"/>
              <a:t> </a:t>
            </a:r>
            <a:r>
              <a:rPr lang="en-US" sz="1200" dirty="0" err="1" smtClean="0"/>
              <a:t>em</a:t>
            </a:r>
            <a:r>
              <a:rPr lang="en-US" sz="1200" dirty="0" smtClean="0"/>
              <a:t> </a:t>
            </a:r>
            <a:r>
              <a:rPr lang="en-US" sz="1200" dirty="0" err="1" smtClean="0"/>
              <a:t>sao</a:t>
            </a:r>
            <a:r>
              <a:rPr lang="en-US" sz="1200" dirty="0" smtClean="0"/>
              <a:t> </a:t>
            </a:r>
            <a:r>
              <a:rPr lang="en-US" sz="1200" dirty="0" err="1" smtClean="0"/>
              <a:t>paulo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33299697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O </a:t>
            </a:r>
            <a:r>
              <a:rPr lang="en-US" sz="3600" dirty="0" err="1" smtClean="0"/>
              <a:t>que</a:t>
            </a:r>
            <a:r>
              <a:rPr lang="en-US" sz="3600" dirty="0" smtClean="0"/>
              <a:t> </a:t>
            </a:r>
            <a:r>
              <a:rPr lang="en-US" sz="3600" dirty="0" err="1" smtClean="0"/>
              <a:t>adicionar</a:t>
            </a:r>
            <a:r>
              <a:rPr lang="en-US" sz="3600" dirty="0" smtClean="0"/>
              <a:t> e o </a:t>
            </a:r>
            <a:r>
              <a:rPr lang="en-US" sz="3600" dirty="0" err="1" smtClean="0"/>
              <a:t>que</a:t>
            </a:r>
            <a:r>
              <a:rPr lang="en-US" sz="3600" dirty="0" smtClean="0"/>
              <a:t> </a:t>
            </a:r>
            <a:r>
              <a:rPr lang="en-US" sz="3600" dirty="0" err="1" smtClean="0"/>
              <a:t>negativar</a:t>
            </a:r>
            <a:endParaRPr lang="pt-BR" sz="36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Ideal: </a:t>
            </a:r>
            <a:r>
              <a:rPr lang="en-US" sz="2000" dirty="0" err="1" smtClean="0"/>
              <a:t>até</a:t>
            </a:r>
            <a:r>
              <a:rPr lang="en-US" sz="2000" dirty="0" smtClean="0"/>
              <a:t> 10 keywords </a:t>
            </a:r>
            <a:r>
              <a:rPr lang="en-US" sz="2000" dirty="0" err="1" smtClean="0"/>
              <a:t>por</a:t>
            </a:r>
            <a:r>
              <a:rPr lang="en-US" sz="2000" dirty="0" smtClean="0"/>
              <a:t> </a:t>
            </a:r>
            <a:r>
              <a:rPr lang="en-US" sz="2000" dirty="0" err="1" smtClean="0"/>
              <a:t>grupo</a:t>
            </a:r>
            <a:r>
              <a:rPr lang="en-US" sz="2000" dirty="0" smtClean="0"/>
              <a:t> de </a:t>
            </a:r>
            <a:r>
              <a:rPr lang="en-US" sz="2000" dirty="0" err="1" smtClean="0"/>
              <a:t>anúncio</a:t>
            </a:r>
            <a:endParaRPr lang="en-US" sz="2000" dirty="0" smtClean="0"/>
          </a:p>
          <a:p>
            <a:endParaRPr lang="en-US" sz="2000" dirty="0" smtClean="0"/>
          </a:p>
          <a:p>
            <a:endParaRPr lang="en-US" sz="2000" dirty="0"/>
          </a:p>
          <a:p>
            <a:r>
              <a:rPr lang="en-US" sz="2000" dirty="0" err="1" smtClean="0"/>
              <a:t>Negativar</a:t>
            </a:r>
            <a:r>
              <a:rPr lang="en-US" sz="2000" dirty="0" smtClean="0"/>
              <a:t> </a:t>
            </a:r>
            <a:r>
              <a:rPr lang="en-US" sz="2000" dirty="0" err="1" smtClean="0"/>
              <a:t>tudo</a:t>
            </a:r>
            <a:r>
              <a:rPr lang="en-US" sz="2000" dirty="0" smtClean="0"/>
              <a:t> o </a:t>
            </a:r>
            <a:r>
              <a:rPr lang="en-US" sz="2000" dirty="0" err="1" smtClean="0"/>
              <a:t>que</a:t>
            </a:r>
            <a:r>
              <a:rPr lang="en-US" sz="2000" dirty="0" smtClean="0"/>
              <a:t> </a:t>
            </a:r>
            <a:r>
              <a:rPr lang="en-US" sz="2000" dirty="0" err="1" smtClean="0"/>
              <a:t>possa</a:t>
            </a:r>
            <a:r>
              <a:rPr lang="en-US" sz="2000" dirty="0" smtClean="0"/>
              <a:t> </a:t>
            </a:r>
            <a:r>
              <a:rPr lang="en-US" sz="2000" dirty="0" err="1" smtClean="0"/>
              <a:t>imprimir</a:t>
            </a:r>
            <a:r>
              <a:rPr lang="en-US" sz="2000" dirty="0" smtClean="0"/>
              <a:t> para </a:t>
            </a:r>
            <a:r>
              <a:rPr lang="en-US" sz="2000" dirty="0" err="1" smtClean="0"/>
              <a:t>buscas</a:t>
            </a:r>
            <a:r>
              <a:rPr lang="en-US" sz="2000" dirty="0" smtClean="0"/>
              <a:t> </a:t>
            </a:r>
            <a:r>
              <a:rPr lang="en-US" sz="2000" dirty="0" err="1" smtClean="0"/>
              <a:t>não</a:t>
            </a:r>
            <a:r>
              <a:rPr lang="en-US" sz="2000" dirty="0" smtClean="0"/>
              <a:t> </a:t>
            </a:r>
            <a:r>
              <a:rPr lang="en-US" sz="2000" dirty="0" err="1" smtClean="0"/>
              <a:t>desejadas</a:t>
            </a:r>
            <a:r>
              <a:rPr lang="en-US" sz="2000" dirty="0" smtClean="0"/>
              <a:t>.</a:t>
            </a:r>
          </a:p>
          <a:p>
            <a:pPr lvl="1"/>
            <a:r>
              <a:rPr lang="en-US" sz="1800" dirty="0" err="1" smtClean="0"/>
              <a:t>Crie</a:t>
            </a:r>
            <a:r>
              <a:rPr lang="en-US" sz="1800" dirty="0" smtClean="0"/>
              <a:t> </a:t>
            </a:r>
            <a:r>
              <a:rPr lang="en-US" sz="1800" dirty="0" err="1" smtClean="0"/>
              <a:t>uma</a:t>
            </a:r>
            <a:r>
              <a:rPr lang="en-US" sz="1800" dirty="0" smtClean="0"/>
              <a:t> </a:t>
            </a:r>
            <a:r>
              <a:rPr lang="en-US" sz="1800" dirty="0" err="1" smtClean="0"/>
              <a:t>lista</a:t>
            </a:r>
            <a:r>
              <a:rPr lang="en-US" sz="1800" dirty="0" smtClean="0"/>
              <a:t> de </a:t>
            </a:r>
            <a:r>
              <a:rPr lang="en-US" sz="1800" dirty="0" err="1" smtClean="0"/>
              <a:t>palavras</a:t>
            </a:r>
            <a:r>
              <a:rPr lang="en-US" sz="1800" dirty="0" smtClean="0"/>
              <a:t> </a:t>
            </a:r>
            <a:r>
              <a:rPr lang="en-US" sz="1800" dirty="0" err="1" smtClean="0"/>
              <a:t>negativas</a:t>
            </a:r>
            <a:r>
              <a:rPr lang="en-US" sz="1800" dirty="0" smtClean="0"/>
              <a:t> para </a:t>
            </a:r>
            <a:r>
              <a:rPr lang="en-US" sz="1800" dirty="0" err="1" smtClean="0"/>
              <a:t>cada</a:t>
            </a:r>
            <a:r>
              <a:rPr lang="en-US" sz="1800" dirty="0" smtClean="0"/>
              <a:t> </a:t>
            </a:r>
            <a:r>
              <a:rPr lang="en-US" sz="1800" dirty="0" err="1" smtClean="0"/>
              <a:t>categoria</a:t>
            </a:r>
            <a:r>
              <a:rPr lang="en-US" sz="1800" dirty="0" smtClean="0"/>
              <a:t> de </a:t>
            </a:r>
            <a:r>
              <a:rPr lang="en-US" sz="1800" dirty="0" err="1" smtClean="0"/>
              <a:t>produto</a:t>
            </a:r>
            <a:r>
              <a:rPr lang="en-US" sz="1800" dirty="0" smtClean="0"/>
              <a:t>;</a:t>
            </a:r>
          </a:p>
          <a:p>
            <a:pPr lvl="1"/>
            <a:r>
              <a:rPr lang="en-US" sz="1800" dirty="0" smtClean="0"/>
              <a:t>As </a:t>
            </a:r>
            <a:r>
              <a:rPr lang="en-US" sz="1800" dirty="0" err="1" smtClean="0"/>
              <a:t>palavras</a:t>
            </a:r>
            <a:r>
              <a:rPr lang="en-US" sz="1800" dirty="0" smtClean="0"/>
              <a:t> </a:t>
            </a:r>
            <a:r>
              <a:rPr lang="en-US" sz="1800" dirty="0" err="1" smtClean="0"/>
              <a:t>negativas</a:t>
            </a:r>
            <a:r>
              <a:rPr lang="en-US" sz="1800" dirty="0" smtClean="0"/>
              <a:t> </a:t>
            </a:r>
            <a:r>
              <a:rPr lang="en-US" sz="1800" dirty="0" err="1" smtClean="0"/>
              <a:t>evitam</a:t>
            </a:r>
            <a:r>
              <a:rPr lang="en-US" sz="1800" dirty="0" smtClean="0"/>
              <a:t> </a:t>
            </a:r>
            <a:r>
              <a:rPr lang="en-US" sz="1800" dirty="0" err="1" smtClean="0"/>
              <a:t>impressões</a:t>
            </a:r>
            <a:r>
              <a:rPr lang="en-US" sz="1800" dirty="0" smtClean="0"/>
              <a:t> </a:t>
            </a:r>
            <a:r>
              <a:rPr lang="en-US" sz="1800" dirty="0" err="1" smtClean="0"/>
              <a:t>indevidas</a:t>
            </a:r>
            <a:r>
              <a:rPr lang="en-US" sz="1800" dirty="0" smtClean="0"/>
              <a:t> </a:t>
            </a:r>
            <a:r>
              <a:rPr lang="en-US" sz="1800" dirty="0" err="1" smtClean="0"/>
              <a:t>que</a:t>
            </a:r>
            <a:r>
              <a:rPr lang="en-US" sz="1800" dirty="0" smtClean="0"/>
              <a:t> </a:t>
            </a:r>
            <a:r>
              <a:rPr lang="en-US" sz="1800" dirty="0" err="1" smtClean="0"/>
              <a:t>podem</a:t>
            </a:r>
            <a:r>
              <a:rPr lang="en-US" sz="1800" dirty="0" smtClean="0"/>
              <a:t> </a:t>
            </a:r>
            <a:r>
              <a:rPr lang="en-US" sz="1800" dirty="0" err="1" smtClean="0"/>
              <a:t>rejudicar</a:t>
            </a:r>
            <a:r>
              <a:rPr lang="en-US" sz="1800" dirty="0" smtClean="0"/>
              <a:t> </a:t>
            </a:r>
            <a:r>
              <a:rPr lang="en-US" sz="1800" dirty="0" err="1" smtClean="0"/>
              <a:t>seu</a:t>
            </a:r>
            <a:r>
              <a:rPr lang="en-US" sz="1800" dirty="0" smtClean="0"/>
              <a:t> CTR</a:t>
            </a:r>
          </a:p>
          <a:p>
            <a:pPr lvl="2"/>
            <a:r>
              <a:rPr lang="en-US" sz="1400" dirty="0" smtClean="0"/>
              <a:t>Ex. Keyword </a:t>
            </a:r>
            <a:r>
              <a:rPr lang="en-US" sz="1400" dirty="0" err="1" smtClean="0"/>
              <a:t>comprado</a:t>
            </a:r>
            <a:r>
              <a:rPr lang="en-US" sz="1400" dirty="0" smtClean="0"/>
              <a:t>: </a:t>
            </a:r>
            <a:r>
              <a:rPr lang="en-US" sz="1400" dirty="0" err="1" smtClean="0"/>
              <a:t>tenis</a:t>
            </a:r>
            <a:r>
              <a:rPr lang="en-US" sz="1400" dirty="0" smtClean="0"/>
              <a:t> Nike; </a:t>
            </a:r>
            <a:r>
              <a:rPr lang="en-US" sz="1400" dirty="0" err="1" smtClean="0"/>
              <a:t>Palavra</a:t>
            </a:r>
            <a:r>
              <a:rPr lang="en-US" sz="1400" dirty="0" smtClean="0"/>
              <a:t> </a:t>
            </a:r>
            <a:r>
              <a:rPr lang="en-US" sz="1400" dirty="0" err="1" smtClean="0"/>
              <a:t>negativada</a:t>
            </a:r>
            <a:r>
              <a:rPr lang="en-US" sz="1400" dirty="0" smtClean="0"/>
              <a:t>: </a:t>
            </a:r>
            <a:r>
              <a:rPr lang="en-US" sz="1400" dirty="0" err="1" smtClean="0"/>
              <a:t>usado</a:t>
            </a:r>
            <a:r>
              <a:rPr lang="en-US" sz="1400" dirty="0" smtClean="0"/>
              <a:t>; </a:t>
            </a:r>
            <a:r>
              <a:rPr lang="en-US" sz="1400" dirty="0" err="1" smtClean="0"/>
              <a:t>Impressão</a:t>
            </a:r>
            <a:r>
              <a:rPr lang="en-US" sz="1400" dirty="0" smtClean="0"/>
              <a:t> </a:t>
            </a:r>
            <a:r>
              <a:rPr lang="en-US" sz="1400" dirty="0" err="1" smtClean="0"/>
              <a:t>evitada</a:t>
            </a:r>
            <a:r>
              <a:rPr lang="en-US" sz="1400" dirty="0" smtClean="0"/>
              <a:t>: ‘</a:t>
            </a:r>
            <a:r>
              <a:rPr lang="en-US" sz="1400" dirty="0" err="1" smtClean="0"/>
              <a:t>tenis</a:t>
            </a:r>
            <a:r>
              <a:rPr lang="en-US" sz="1400" dirty="0" smtClean="0"/>
              <a:t> Nike </a:t>
            </a:r>
            <a:r>
              <a:rPr lang="en-US" sz="1400" dirty="0" err="1" smtClean="0"/>
              <a:t>usado</a:t>
            </a:r>
            <a:r>
              <a:rPr lang="en-US" sz="1400" dirty="0" smtClean="0"/>
              <a:t>’.</a:t>
            </a:r>
          </a:p>
          <a:p>
            <a:pPr lvl="1"/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168506367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 smtClean="0"/>
              <a:t>Rede</a:t>
            </a:r>
            <a:r>
              <a:rPr lang="en-US" sz="3600" dirty="0" smtClean="0"/>
              <a:t> de Display</a:t>
            </a:r>
            <a:endParaRPr lang="pt-BR" sz="36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2000" b="1" dirty="0" err="1" smtClean="0"/>
              <a:t>Segmentação</a:t>
            </a:r>
            <a:r>
              <a:rPr lang="en-US" sz="2000" b="1" dirty="0" smtClean="0"/>
              <a:t> de </a:t>
            </a:r>
            <a:r>
              <a:rPr lang="en-US" sz="2000" b="1" dirty="0" err="1" smtClean="0"/>
              <a:t>uma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campanha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na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rede</a:t>
            </a:r>
            <a:r>
              <a:rPr lang="en-US" sz="2000" b="1" dirty="0" smtClean="0"/>
              <a:t> de Display</a:t>
            </a:r>
          </a:p>
          <a:p>
            <a:endParaRPr lang="en-US" sz="2000" dirty="0"/>
          </a:p>
          <a:p>
            <a:r>
              <a:rPr lang="en-US" sz="1800" dirty="0" err="1" smtClean="0"/>
              <a:t>Inserir</a:t>
            </a:r>
            <a:r>
              <a:rPr lang="en-US" sz="1800" dirty="0" smtClean="0"/>
              <a:t> </a:t>
            </a:r>
            <a:r>
              <a:rPr lang="en-US" sz="1800" dirty="0" err="1" smtClean="0"/>
              <a:t>canais</a:t>
            </a:r>
            <a:r>
              <a:rPr lang="en-US" sz="1800" dirty="0" smtClean="0"/>
              <a:t> </a:t>
            </a:r>
            <a:r>
              <a:rPr lang="en-US" sz="1800" dirty="0" err="1" smtClean="0"/>
              <a:t>condizentes</a:t>
            </a:r>
            <a:r>
              <a:rPr lang="en-US" sz="1800" dirty="0" smtClean="0"/>
              <a:t> com </a:t>
            </a:r>
            <a:r>
              <a:rPr lang="en-US" sz="1800" dirty="0" err="1" smtClean="0"/>
              <a:t>seu</a:t>
            </a:r>
            <a:r>
              <a:rPr lang="en-US" sz="1800" dirty="0" smtClean="0"/>
              <a:t> </a:t>
            </a:r>
            <a:r>
              <a:rPr lang="en-US" sz="1800" dirty="0" err="1" smtClean="0"/>
              <a:t>público</a:t>
            </a:r>
            <a:r>
              <a:rPr lang="en-US" sz="1800" dirty="0" smtClean="0"/>
              <a:t>;</a:t>
            </a:r>
          </a:p>
          <a:p>
            <a:r>
              <a:rPr lang="en-US" sz="1800" dirty="0" err="1" smtClean="0"/>
              <a:t>Conferir</a:t>
            </a:r>
            <a:r>
              <a:rPr lang="en-US" sz="1800" dirty="0" smtClean="0"/>
              <a:t> as </a:t>
            </a:r>
            <a:r>
              <a:rPr lang="en-US" sz="1800" dirty="0" err="1" smtClean="0"/>
              <a:t>medidas</a:t>
            </a:r>
            <a:r>
              <a:rPr lang="en-US" sz="1800" dirty="0" smtClean="0"/>
              <a:t> de banners </a:t>
            </a:r>
            <a:r>
              <a:rPr lang="en-US" sz="1800" dirty="0" err="1" smtClean="0"/>
              <a:t>aceitas</a:t>
            </a:r>
            <a:r>
              <a:rPr lang="en-US" sz="1800" dirty="0" smtClean="0"/>
              <a:t>;</a:t>
            </a:r>
          </a:p>
          <a:p>
            <a:r>
              <a:rPr lang="en-US" sz="1800" dirty="0" err="1" smtClean="0"/>
              <a:t>Segentação</a:t>
            </a:r>
            <a:r>
              <a:rPr lang="en-US" sz="1800" dirty="0" smtClean="0"/>
              <a:t> </a:t>
            </a:r>
            <a:r>
              <a:rPr lang="en-US" sz="1800" dirty="0" err="1" smtClean="0"/>
              <a:t>por</a:t>
            </a:r>
            <a:r>
              <a:rPr lang="en-US" sz="1800" dirty="0" smtClean="0"/>
              <a:t>:</a:t>
            </a:r>
          </a:p>
          <a:p>
            <a:pPr lvl="1"/>
            <a:r>
              <a:rPr lang="en-US" sz="1400" dirty="0" err="1" smtClean="0"/>
              <a:t>Canais</a:t>
            </a:r>
            <a:endParaRPr lang="en-US" sz="1400" dirty="0" smtClean="0"/>
          </a:p>
          <a:p>
            <a:pPr lvl="1"/>
            <a:r>
              <a:rPr lang="en-US" sz="1400" dirty="0" err="1" smtClean="0"/>
              <a:t>Palavras</a:t>
            </a:r>
            <a:r>
              <a:rPr lang="en-US" sz="1400" dirty="0" smtClean="0"/>
              <a:t> –</a:t>
            </a:r>
            <a:r>
              <a:rPr lang="en-US" sz="1400" dirty="0" err="1" smtClean="0"/>
              <a:t>chave</a:t>
            </a:r>
            <a:endParaRPr lang="en-US" sz="1400" dirty="0" smtClean="0"/>
          </a:p>
          <a:p>
            <a:pPr lvl="1"/>
            <a:r>
              <a:rPr lang="en-US" sz="1400" dirty="0" err="1" smtClean="0"/>
              <a:t>tópicos</a:t>
            </a:r>
            <a:endParaRPr lang="en-US" sz="1400" dirty="0" smtClean="0"/>
          </a:p>
          <a:p>
            <a:pPr lvl="1"/>
            <a:r>
              <a:rPr lang="en-US" sz="1400" dirty="0" err="1" smtClean="0"/>
              <a:t>Interesses</a:t>
            </a:r>
            <a:r>
              <a:rPr lang="en-US" sz="1400" dirty="0" smtClean="0"/>
              <a:t> e </a:t>
            </a:r>
            <a:r>
              <a:rPr lang="en-US" sz="1400" dirty="0" err="1" smtClean="0"/>
              <a:t>listas</a:t>
            </a:r>
            <a:r>
              <a:rPr lang="en-US" sz="1400" dirty="0" smtClean="0"/>
              <a:t> de remarketing</a:t>
            </a:r>
          </a:p>
          <a:p>
            <a:pPr lvl="1"/>
            <a:endParaRPr lang="en-US" sz="1000" dirty="0" smtClean="0"/>
          </a:p>
          <a:p>
            <a:pPr lvl="1"/>
            <a:endParaRPr lang="en-US" sz="1000" dirty="0" smtClean="0"/>
          </a:p>
          <a:p>
            <a:pPr lvl="1"/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345151364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/>
          <p:cNvSpPr/>
          <p:nvPr/>
        </p:nvSpPr>
        <p:spPr>
          <a:xfrm>
            <a:off x="179512" y="4437112"/>
            <a:ext cx="8352928" cy="1224136"/>
          </a:xfrm>
          <a:prstGeom prst="rect">
            <a:avLst/>
          </a:prstGeom>
          <a:solidFill>
            <a:srgbClr val="C03667">
              <a:alpha val="2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b="0" dirty="0" err="1" smtClean="0">
                <a:solidFill>
                  <a:schemeClr val="bg1">
                    <a:lumMod val="95000"/>
                  </a:schemeClr>
                </a:solidFill>
              </a:rPr>
              <a:t>Otimização</a:t>
            </a:r>
            <a:r>
              <a:rPr lang="en-US" b="0" dirty="0" smtClean="0">
                <a:solidFill>
                  <a:schemeClr val="bg1">
                    <a:lumMod val="95000"/>
                  </a:schemeClr>
                </a:solidFill>
              </a:rPr>
              <a:t> de </a:t>
            </a:r>
            <a:r>
              <a:rPr lang="en-US" b="0" dirty="0" err="1" smtClean="0">
                <a:solidFill>
                  <a:schemeClr val="bg1">
                    <a:lumMod val="95000"/>
                  </a:schemeClr>
                </a:solidFill>
              </a:rPr>
              <a:t>campanhas</a:t>
            </a:r>
            <a:endParaRPr lang="pt-BR" b="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Adwords e Analytics para Ecommerce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2191506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 smtClean="0"/>
              <a:t>Divisão</a:t>
            </a:r>
            <a:r>
              <a:rPr lang="en-US" sz="3600" dirty="0" smtClean="0"/>
              <a:t> das </a:t>
            </a:r>
            <a:r>
              <a:rPr lang="en-US" sz="3600" dirty="0" err="1" smtClean="0"/>
              <a:t>campanhas</a:t>
            </a:r>
            <a:endParaRPr lang="pt-BR" sz="36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err="1" smtClean="0"/>
              <a:t>Porque</a:t>
            </a:r>
            <a:r>
              <a:rPr lang="en-US" sz="2800" dirty="0" smtClean="0"/>
              <a:t> </a:t>
            </a:r>
            <a:r>
              <a:rPr lang="en-US" sz="2800" dirty="0" err="1" smtClean="0"/>
              <a:t>Dividir</a:t>
            </a:r>
            <a:r>
              <a:rPr lang="en-US" sz="2800" dirty="0" smtClean="0"/>
              <a:t>?</a:t>
            </a:r>
          </a:p>
          <a:p>
            <a:pPr lvl="1"/>
            <a:r>
              <a:rPr lang="en-US" sz="2400" dirty="0" err="1" smtClean="0"/>
              <a:t>Melhora</a:t>
            </a:r>
            <a:r>
              <a:rPr lang="en-US" sz="2400" dirty="0" smtClean="0"/>
              <a:t> do CTR</a:t>
            </a:r>
          </a:p>
          <a:p>
            <a:pPr lvl="2"/>
            <a:r>
              <a:rPr lang="en-US" sz="2000" dirty="0" err="1" smtClean="0"/>
              <a:t>Contaminação</a:t>
            </a:r>
            <a:r>
              <a:rPr lang="en-US" sz="2000" dirty="0" smtClean="0"/>
              <a:t> de </a:t>
            </a:r>
            <a:r>
              <a:rPr lang="en-US" sz="2000" dirty="0" err="1" smtClean="0"/>
              <a:t>campanhas</a:t>
            </a:r>
            <a:r>
              <a:rPr lang="en-US" sz="2000" dirty="0" smtClean="0"/>
              <a:t>!</a:t>
            </a:r>
            <a:endParaRPr lang="en-US" sz="2000" dirty="0"/>
          </a:p>
          <a:p>
            <a:pPr lvl="3"/>
            <a:r>
              <a:rPr lang="en-US" sz="1800" dirty="0" smtClean="0"/>
              <a:t>Uma </a:t>
            </a:r>
            <a:r>
              <a:rPr lang="en-US" sz="1800" dirty="0" err="1" smtClean="0"/>
              <a:t>palavra</a:t>
            </a:r>
            <a:r>
              <a:rPr lang="en-US" sz="1800" dirty="0" smtClean="0"/>
              <a:t> com CTR </a:t>
            </a:r>
            <a:r>
              <a:rPr lang="en-US" sz="1800" dirty="0" err="1" smtClean="0"/>
              <a:t>mais</a:t>
            </a:r>
            <a:r>
              <a:rPr lang="en-US" sz="1800" dirty="0" smtClean="0"/>
              <a:t> </a:t>
            </a:r>
            <a:r>
              <a:rPr lang="en-US" sz="1800" dirty="0" err="1" smtClean="0"/>
              <a:t>baixo</a:t>
            </a:r>
            <a:r>
              <a:rPr lang="en-US" sz="1800" dirty="0" smtClean="0"/>
              <a:t> </a:t>
            </a:r>
            <a:r>
              <a:rPr lang="en-US" sz="1800" dirty="0" err="1" smtClean="0"/>
              <a:t>pode</a:t>
            </a:r>
            <a:r>
              <a:rPr lang="en-US" sz="1800" dirty="0" smtClean="0"/>
              <a:t> </a:t>
            </a:r>
            <a:r>
              <a:rPr lang="en-US" sz="1800" dirty="0" err="1" smtClean="0"/>
              <a:t>contaminar</a:t>
            </a:r>
            <a:r>
              <a:rPr lang="en-US" sz="1800" dirty="0" smtClean="0"/>
              <a:t> o </a:t>
            </a:r>
            <a:r>
              <a:rPr lang="en-US" sz="1800" dirty="0" err="1" smtClean="0"/>
              <a:t>grupo</a:t>
            </a:r>
            <a:endParaRPr lang="en-US" sz="1800" dirty="0" smtClean="0"/>
          </a:p>
          <a:p>
            <a:pPr lvl="3"/>
            <a:r>
              <a:rPr lang="en-US" sz="1800" dirty="0" smtClean="0"/>
              <a:t>Um </a:t>
            </a:r>
            <a:r>
              <a:rPr lang="en-US" sz="1800" dirty="0" err="1" smtClean="0"/>
              <a:t>grupo</a:t>
            </a:r>
            <a:r>
              <a:rPr lang="en-US" sz="1800" dirty="0" smtClean="0"/>
              <a:t> de </a:t>
            </a:r>
            <a:r>
              <a:rPr lang="en-US" sz="1800" dirty="0" err="1" smtClean="0"/>
              <a:t>anúncios</a:t>
            </a:r>
            <a:r>
              <a:rPr lang="en-US" sz="1800" dirty="0" smtClean="0"/>
              <a:t> com um CTR </a:t>
            </a:r>
            <a:r>
              <a:rPr lang="en-US" sz="1800" dirty="0" err="1"/>
              <a:t>r</a:t>
            </a:r>
            <a:r>
              <a:rPr lang="en-US" sz="1800" dirty="0" err="1" smtClean="0"/>
              <a:t>uim</a:t>
            </a:r>
            <a:r>
              <a:rPr lang="en-US" sz="1800" dirty="0" smtClean="0"/>
              <a:t> </a:t>
            </a:r>
            <a:r>
              <a:rPr lang="en-US" sz="1800" dirty="0" err="1" smtClean="0"/>
              <a:t>pode</a:t>
            </a:r>
            <a:r>
              <a:rPr lang="en-US" sz="1800" dirty="0" smtClean="0"/>
              <a:t> </a:t>
            </a:r>
            <a:r>
              <a:rPr lang="en-US" sz="1800" dirty="0" err="1" smtClean="0"/>
              <a:t>contaminar</a:t>
            </a:r>
            <a:r>
              <a:rPr lang="en-US" sz="1800" dirty="0" smtClean="0"/>
              <a:t> </a:t>
            </a:r>
            <a:r>
              <a:rPr lang="en-US" sz="1800" dirty="0" err="1" smtClean="0"/>
              <a:t>os</a:t>
            </a:r>
            <a:r>
              <a:rPr lang="en-US" sz="1800" dirty="0" smtClean="0"/>
              <a:t> </a:t>
            </a:r>
            <a:r>
              <a:rPr lang="en-US" sz="1800" dirty="0" err="1" smtClean="0"/>
              <a:t>demais</a:t>
            </a:r>
            <a:r>
              <a:rPr lang="en-US" sz="1800" dirty="0" smtClean="0"/>
              <a:t>.</a:t>
            </a:r>
          </a:p>
          <a:p>
            <a:pPr lvl="3"/>
            <a:r>
              <a:rPr lang="en-US" sz="1800" dirty="0" smtClean="0"/>
              <a:t>Uma </a:t>
            </a:r>
            <a:r>
              <a:rPr lang="en-US" sz="1800" dirty="0" err="1" smtClean="0"/>
              <a:t>campanha</a:t>
            </a:r>
            <a:r>
              <a:rPr lang="en-US" sz="1800" dirty="0" smtClean="0"/>
              <a:t> </a:t>
            </a:r>
            <a:r>
              <a:rPr lang="en-US" sz="1800" dirty="0" err="1" smtClean="0"/>
              <a:t>não</a:t>
            </a:r>
            <a:r>
              <a:rPr lang="en-US" sz="1800" dirty="0" smtClean="0"/>
              <a:t> </a:t>
            </a:r>
            <a:r>
              <a:rPr lang="en-US" sz="1800" dirty="0" err="1" smtClean="0"/>
              <a:t>contamina</a:t>
            </a:r>
            <a:r>
              <a:rPr lang="en-US" sz="1800" dirty="0" smtClean="0"/>
              <a:t> a </a:t>
            </a:r>
            <a:r>
              <a:rPr lang="en-US" sz="1800" dirty="0" err="1" smtClean="0"/>
              <a:t>outra</a:t>
            </a:r>
            <a:r>
              <a:rPr lang="en-US" sz="1800" dirty="0" smtClean="0"/>
              <a:t>!</a:t>
            </a:r>
          </a:p>
          <a:p>
            <a:pPr marL="1371429" lvl="3" indent="0">
              <a:buNone/>
            </a:pPr>
            <a:r>
              <a:rPr lang="en-US" sz="1800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6183214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Conector de seta reta 57"/>
          <p:cNvCxnSpPr>
            <a:stCxn id="33" idx="1"/>
            <a:endCxn id="9" idx="1"/>
          </p:cNvCxnSpPr>
          <p:nvPr/>
        </p:nvCxnSpPr>
        <p:spPr>
          <a:xfrm rot="10800000" flipV="1">
            <a:off x="1243024" y="4425971"/>
            <a:ext cx="1744800" cy="443189"/>
          </a:xfrm>
          <a:prstGeom prst="curvedConnector4">
            <a:avLst>
              <a:gd name="adj1" fmla="val 20635"/>
              <a:gd name="adj2" fmla="val 349678"/>
            </a:avLst>
          </a:prstGeom>
          <a:ln w="57150">
            <a:solidFill>
              <a:srgbClr val="FFFF00"/>
            </a:solidFill>
            <a:tailEnd type="arrow"/>
          </a:ln>
          <a:effectLst>
            <a:softEdge rad="1270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ector de seta reta 57"/>
          <p:cNvCxnSpPr>
            <a:endCxn id="8" idx="2"/>
          </p:cNvCxnSpPr>
          <p:nvPr/>
        </p:nvCxnSpPr>
        <p:spPr>
          <a:xfrm rot="5400000" flipH="1" flipV="1">
            <a:off x="4665896" y="1799240"/>
            <a:ext cx="2531846" cy="1423495"/>
          </a:xfrm>
          <a:prstGeom prst="curvedConnector2">
            <a:avLst/>
          </a:prstGeom>
          <a:ln w="57150">
            <a:solidFill>
              <a:srgbClr val="FFFF00"/>
            </a:solidFill>
            <a:tailEnd type="arrow"/>
          </a:ln>
          <a:effectLst>
            <a:softEdge rad="1270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Remarketing</a:t>
            </a:r>
            <a:endParaRPr lang="pt-BR" sz="3600" dirty="0"/>
          </a:p>
        </p:txBody>
      </p:sp>
      <p:sp>
        <p:nvSpPr>
          <p:cNvPr id="4" name="Retângulo com Único Canto Aparado 3"/>
          <p:cNvSpPr/>
          <p:nvPr/>
        </p:nvSpPr>
        <p:spPr>
          <a:xfrm>
            <a:off x="6315621" y="5135341"/>
            <a:ext cx="1740298" cy="1152126"/>
          </a:xfrm>
          <a:prstGeom prst="snip1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Google Adwords</a:t>
            </a:r>
            <a:endParaRPr lang="pt-BR" dirty="0"/>
          </a:p>
        </p:txBody>
      </p:sp>
      <p:sp>
        <p:nvSpPr>
          <p:cNvPr id="6" name="Retângulo com Único Canto Aparado 5"/>
          <p:cNvSpPr/>
          <p:nvPr/>
        </p:nvSpPr>
        <p:spPr>
          <a:xfrm>
            <a:off x="332688" y="1561431"/>
            <a:ext cx="1740298" cy="720080"/>
          </a:xfrm>
          <a:prstGeom prst="snip1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Consumidor</a:t>
            </a:r>
            <a:endParaRPr lang="pt-BR" dirty="0"/>
          </a:p>
        </p:txBody>
      </p:sp>
      <p:sp>
        <p:nvSpPr>
          <p:cNvPr id="8" name="Retângulo com Único Canto Aparado 7"/>
          <p:cNvSpPr/>
          <p:nvPr/>
        </p:nvSpPr>
        <p:spPr>
          <a:xfrm>
            <a:off x="6643567" y="885024"/>
            <a:ext cx="1740298" cy="720080"/>
          </a:xfrm>
          <a:prstGeom prst="snip1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Youtube</a:t>
            </a:r>
            <a:endParaRPr lang="pt-BR" dirty="0"/>
          </a:p>
        </p:txBody>
      </p:sp>
      <p:sp>
        <p:nvSpPr>
          <p:cNvPr id="9" name="Retângulo com Único Canto Aparado 8"/>
          <p:cNvSpPr/>
          <p:nvPr/>
        </p:nvSpPr>
        <p:spPr>
          <a:xfrm>
            <a:off x="218303" y="4045987"/>
            <a:ext cx="2049441" cy="823174"/>
          </a:xfrm>
          <a:prstGeom prst="snip1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Sites </a:t>
            </a:r>
            <a:r>
              <a:rPr lang="en-US" dirty="0" err="1" smtClean="0"/>
              <a:t>Parceiros</a:t>
            </a:r>
            <a:endParaRPr lang="en-US" dirty="0" smtClean="0"/>
          </a:p>
          <a:p>
            <a:pPr algn="ctr"/>
            <a:r>
              <a:rPr lang="en-US" dirty="0" smtClean="0"/>
              <a:t>(</a:t>
            </a:r>
            <a:r>
              <a:rPr lang="en-US" dirty="0" err="1" smtClean="0"/>
              <a:t>Adsense</a:t>
            </a:r>
            <a:r>
              <a:rPr lang="en-US" dirty="0" smtClean="0"/>
              <a:t>)</a:t>
            </a:r>
            <a:endParaRPr lang="pt-BR" dirty="0"/>
          </a:p>
        </p:txBody>
      </p:sp>
      <p:cxnSp>
        <p:nvCxnSpPr>
          <p:cNvPr id="11" name="Conector de seta reta 10"/>
          <p:cNvCxnSpPr/>
          <p:nvPr/>
        </p:nvCxnSpPr>
        <p:spPr>
          <a:xfrm>
            <a:off x="2066993" y="1921470"/>
            <a:ext cx="2000951" cy="1603412"/>
          </a:xfrm>
          <a:prstGeom prst="straightConnector1">
            <a:avLst/>
          </a:prstGeom>
          <a:ln>
            <a:tailEnd type="arrow"/>
          </a:ln>
          <a:effectLst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3" name="Conector em curva 12"/>
          <p:cNvCxnSpPr>
            <a:stCxn id="9" idx="3"/>
            <a:endCxn id="33" idx="1"/>
          </p:cNvCxnSpPr>
          <p:nvPr/>
        </p:nvCxnSpPr>
        <p:spPr>
          <a:xfrm rot="16200000" flipH="1">
            <a:off x="1925431" y="3363579"/>
            <a:ext cx="379985" cy="1744800"/>
          </a:xfrm>
          <a:prstGeom prst="curvedConnector4">
            <a:avLst>
              <a:gd name="adj1" fmla="val -60160"/>
              <a:gd name="adj2" fmla="val 79365"/>
            </a:avLst>
          </a:prstGeom>
          <a:ln>
            <a:tailEnd type="arrow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Conector em curva 13"/>
          <p:cNvCxnSpPr>
            <a:stCxn id="8" idx="0"/>
            <a:endCxn id="33" idx="0"/>
          </p:cNvCxnSpPr>
          <p:nvPr/>
        </p:nvCxnSpPr>
        <p:spPr>
          <a:xfrm flipH="1">
            <a:off x="4789396" y="1245064"/>
            <a:ext cx="3594469" cy="1859774"/>
          </a:xfrm>
          <a:prstGeom prst="curvedConnector4">
            <a:avLst>
              <a:gd name="adj1" fmla="val -6360"/>
              <a:gd name="adj2" fmla="val 59680"/>
            </a:avLst>
          </a:prstGeom>
          <a:ln>
            <a:tailEnd type="arrow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" name="Conector em curva 14"/>
          <p:cNvCxnSpPr>
            <a:stCxn id="4" idx="2"/>
            <a:endCxn id="9" idx="0"/>
          </p:cNvCxnSpPr>
          <p:nvPr/>
        </p:nvCxnSpPr>
        <p:spPr>
          <a:xfrm rot="10800000">
            <a:off x="2267745" y="4457574"/>
            <a:ext cx="4047877" cy="1253830"/>
          </a:xfrm>
          <a:prstGeom prst="curvedConnector3">
            <a:avLst>
              <a:gd name="adj1" fmla="val 50000"/>
            </a:avLst>
          </a:prstGeom>
          <a:ln>
            <a:tailEnd type="arrow"/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Conector em curva 16"/>
          <p:cNvCxnSpPr>
            <a:stCxn id="4" idx="3"/>
            <a:endCxn id="8" idx="1"/>
          </p:cNvCxnSpPr>
          <p:nvPr/>
        </p:nvCxnSpPr>
        <p:spPr>
          <a:xfrm rot="5400000" flipH="1" flipV="1">
            <a:off x="5584625" y="3206250"/>
            <a:ext cx="3530237" cy="327946"/>
          </a:xfrm>
          <a:prstGeom prst="curvedConnector3">
            <a:avLst/>
          </a:prstGeom>
          <a:ln>
            <a:tailEnd type="arrow"/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5" name="Imagem 2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1894" y="5846751"/>
            <a:ext cx="453380" cy="453380"/>
          </a:xfrm>
          <a:prstGeom prst="rect">
            <a:avLst/>
          </a:prstGeom>
        </p:spPr>
      </p:pic>
      <p:pic>
        <p:nvPicPr>
          <p:cNvPr id="26" name="Imagem 2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3618" y="5733256"/>
            <a:ext cx="487287" cy="487287"/>
          </a:xfrm>
          <a:prstGeom prst="rect">
            <a:avLst/>
          </a:prstGeom>
        </p:spPr>
      </p:pic>
      <p:pic>
        <p:nvPicPr>
          <p:cNvPr id="27" name="Imagem 2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5816" y="2510987"/>
            <a:ext cx="518276" cy="518276"/>
          </a:xfrm>
          <a:prstGeom prst="rect">
            <a:avLst/>
          </a:prstGeom>
        </p:spPr>
      </p:pic>
      <p:pic>
        <p:nvPicPr>
          <p:cNvPr id="28" name="Imagem 2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8144" y="2137815"/>
            <a:ext cx="467903" cy="467903"/>
          </a:xfrm>
          <a:prstGeom prst="rect">
            <a:avLst/>
          </a:prstGeom>
        </p:spPr>
      </p:pic>
      <p:pic>
        <p:nvPicPr>
          <p:cNvPr id="29" name="Imagem 2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2259" y="1414313"/>
            <a:ext cx="499120" cy="499120"/>
          </a:xfrm>
          <a:prstGeom prst="rect">
            <a:avLst/>
          </a:prstGeom>
        </p:spPr>
      </p:pic>
      <p:sp>
        <p:nvSpPr>
          <p:cNvPr id="31" name="CaixaDeTexto 30"/>
          <p:cNvSpPr txBox="1"/>
          <p:nvPr/>
        </p:nvSpPr>
        <p:spPr>
          <a:xfrm rot="20625546">
            <a:off x="4228321" y="3392415"/>
            <a:ext cx="8082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 smtClean="0"/>
              <a:t>Anúncios</a:t>
            </a:r>
            <a:endParaRPr lang="pt-BR" sz="1200" dirty="0"/>
          </a:p>
        </p:txBody>
      </p:sp>
      <p:graphicFrame>
        <p:nvGraphicFramePr>
          <p:cNvPr id="33" name="Diagrama 32"/>
          <p:cNvGraphicFramePr/>
          <p:nvPr>
            <p:extLst>
              <p:ext uri="{D42A27DB-BD31-4B8C-83A1-F6EECF244321}">
                <p14:modId xmlns:p14="http://schemas.microsoft.com/office/powerpoint/2010/main" val="294838920"/>
              </p:ext>
            </p:extLst>
          </p:nvPr>
        </p:nvGraphicFramePr>
        <p:xfrm>
          <a:off x="2987824" y="3104838"/>
          <a:ext cx="3603145" cy="26422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71" name="Imagem 70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7311" y="3524882"/>
            <a:ext cx="504056" cy="504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93515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/>
          <p:cNvSpPr/>
          <p:nvPr/>
        </p:nvSpPr>
        <p:spPr>
          <a:xfrm>
            <a:off x="179512" y="4437112"/>
            <a:ext cx="8352928" cy="1224136"/>
          </a:xfrm>
          <a:prstGeom prst="rect">
            <a:avLst/>
          </a:prstGeom>
          <a:solidFill>
            <a:srgbClr val="C03667">
              <a:alpha val="2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b="0" dirty="0" err="1" smtClean="0">
                <a:solidFill>
                  <a:schemeClr val="bg1">
                    <a:lumMod val="95000"/>
                  </a:schemeClr>
                </a:solidFill>
              </a:rPr>
              <a:t>Mensuração</a:t>
            </a:r>
            <a:endParaRPr lang="pt-BR" b="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Adwords e Analytics para Ecommerce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3952312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 smtClean="0"/>
              <a:t>Mensurando</a:t>
            </a:r>
            <a:r>
              <a:rPr lang="en-US" sz="3600" dirty="0" smtClean="0"/>
              <a:t> </a:t>
            </a:r>
            <a:r>
              <a:rPr lang="en-US" sz="3600" dirty="0" err="1" smtClean="0"/>
              <a:t>Resultados</a:t>
            </a:r>
            <a:endParaRPr lang="pt-BR" sz="36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err="1" smtClean="0"/>
              <a:t>Primeiro</a:t>
            </a:r>
            <a:r>
              <a:rPr lang="en-US" sz="2000" dirty="0" smtClean="0"/>
              <a:t> </a:t>
            </a:r>
            <a:r>
              <a:rPr lang="en-US" sz="2000" dirty="0" err="1" smtClean="0"/>
              <a:t>passo</a:t>
            </a:r>
            <a:r>
              <a:rPr lang="en-US" sz="2000" dirty="0" smtClean="0"/>
              <a:t>: </a:t>
            </a:r>
            <a:r>
              <a:rPr lang="en-US" sz="2000" dirty="0" err="1" smtClean="0"/>
              <a:t>Definir</a:t>
            </a:r>
            <a:r>
              <a:rPr lang="en-US" sz="2000" dirty="0" smtClean="0"/>
              <a:t> KPI’s.</a:t>
            </a:r>
          </a:p>
          <a:p>
            <a:endParaRPr lang="en-US" sz="2000" dirty="0"/>
          </a:p>
          <a:p>
            <a:endParaRPr lang="en-US" sz="2000" dirty="0" smtClean="0"/>
          </a:p>
          <a:p>
            <a:endParaRPr lang="en-US" sz="2000" dirty="0" smtClean="0"/>
          </a:p>
          <a:p>
            <a:r>
              <a:rPr lang="en-US" sz="2000" dirty="0" err="1" smtClean="0"/>
              <a:t>Custo</a:t>
            </a:r>
            <a:r>
              <a:rPr lang="en-US" sz="2000" dirty="0" smtClean="0"/>
              <a:t> de </a:t>
            </a:r>
            <a:r>
              <a:rPr lang="en-US" sz="2000" dirty="0" err="1" smtClean="0"/>
              <a:t>contato</a:t>
            </a:r>
            <a:endParaRPr lang="en-US" sz="2000" dirty="0" smtClean="0"/>
          </a:p>
          <a:p>
            <a:pPr lvl="1"/>
            <a:r>
              <a:rPr lang="en-US" sz="1800" dirty="0" smtClean="0"/>
              <a:t>Valor </a:t>
            </a:r>
            <a:r>
              <a:rPr lang="en-US" sz="1800" dirty="0" err="1" smtClean="0"/>
              <a:t>gasto</a:t>
            </a:r>
            <a:r>
              <a:rPr lang="en-US" sz="1800" dirty="0" smtClean="0"/>
              <a:t> </a:t>
            </a:r>
            <a:r>
              <a:rPr lang="en-US" sz="1800" dirty="0" err="1" smtClean="0"/>
              <a:t>por</a:t>
            </a:r>
            <a:r>
              <a:rPr lang="en-US" sz="1800" dirty="0" smtClean="0"/>
              <a:t> </a:t>
            </a:r>
            <a:r>
              <a:rPr lang="en-US" sz="1800" dirty="0" err="1" smtClean="0"/>
              <a:t>número</a:t>
            </a:r>
            <a:r>
              <a:rPr lang="en-US" sz="1800" dirty="0" smtClean="0"/>
              <a:t> de </a:t>
            </a:r>
            <a:r>
              <a:rPr lang="en-US" sz="1800" dirty="0" err="1" smtClean="0"/>
              <a:t>contatos</a:t>
            </a:r>
            <a:r>
              <a:rPr lang="en-US" sz="1800" dirty="0" smtClean="0"/>
              <a:t>/</a:t>
            </a:r>
            <a:r>
              <a:rPr lang="en-US" sz="1800" dirty="0" err="1" smtClean="0"/>
              <a:t>cadastros</a:t>
            </a:r>
            <a:r>
              <a:rPr lang="en-US" sz="1800" dirty="0" smtClean="0"/>
              <a:t> </a:t>
            </a:r>
          </a:p>
          <a:p>
            <a:endParaRPr lang="en-US" sz="2000" dirty="0" smtClean="0"/>
          </a:p>
          <a:p>
            <a:r>
              <a:rPr lang="en-US" sz="2000" dirty="0" err="1" smtClean="0"/>
              <a:t>Custo</a:t>
            </a:r>
            <a:r>
              <a:rPr lang="en-US" sz="2000" dirty="0" smtClean="0"/>
              <a:t> de </a:t>
            </a:r>
            <a:r>
              <a:rPr lang="en-US" sz="2000" dirty="0" err="1" smtClean="0"/>
              <a:t>venda</a:t>
            </a:r>
            <a:endParaRPr lang="en-US" sz="2000" dirty="0" smtClean="0"/>
          </a:p>
          <a:p>
            <a:pPr lvl="1"/>
            <a:r>
              <a:rPr lang="en-US" sz="1800" dirty="0" smtClean="0"/>
              <a:t>Valor </a:t>
            </a:r>
            <a:r>
              <a:rPr lang="en-US" sz="1800" dirty="0" err="1" smtClean="0"/>
              <a:t>gasto</a:t>
            </a:r>
            <a:r>
              <a:rPr lang="en-US" sz="1800" dirty="0" smtClean="0"/>
              <a:t> </a:t>
            </a:r>
            <a:r>
              <a:rPr lang="en-US" sz="1800" dirty="0" err="1" smtClean="0"/>
              <a:t>por</a:t>
            </a:r>
            <a:r>
              <a:rPr lang="en-US" sz="1800" dirty="0" smtClean="0"/>
              <a:t> </a:t>
            </a:r>
            <a:r>
              <a:rPr lang="en-US" sz="1800" dirty="0" err="1" smtClean="0"/>
              <a:t>produto</a:t>
            </a:r>
            <a:r>
              <a:rPr lang="en-US" sz="1800" dirty="0" smtClean="0"/>
              <a:t> </a:t>
            </a:r>
            <a:r>
              <a:rPr lang="en-US" sz="1800" dirty="0" err="1" smtClean="0"/>
              <a:t>vendido</a:t>
            </a:r>
            <a:endParaRPr lang="en-US" sz="1800" dirty="0" smtClean="0"/>
          </a:p>
          <a:p>
            <a:endParaRPr lang="en-US" sz="2000" dirty="0" smtClean="0"/>
          </a:p>
          <a:p>
            <a:r>
              <a:rPr lang="en-US" sz="2000" dirty="0" err="1" smtClean="0"/>
              <a:t>Cálculo</a:t>
            </a:r>
            <a:r>
              <a:rPr lang="en-US" sz="2000" dirty="0" smtClean="0"/>
              <a:t> do ROI</a:t>
            </a:r>
          </a:p>
          <a:p>
            <a:pPr lvl="1"/>
            <a:r>
              <a:rPr lang="en-US" sz="1800" dirty="0" err="1" smtClean="0"/>
              <a:t>Lucro</a:t>
            </a:r>
            <a:r>
              <a:rPr lang="en-US" sz="1800" dirty="0" smtClean="0"/>
              <a:t> </a:t>
            </a:r>
            <a:r>
              <a:rPr lang="en-US" sz="1800" dirty="0" err="1" smtClean="0"/>
              <a:t>bruto</a:t>
            </a:r>
            <a:r>
              <a:rPr lang="en-US" sz="1800" dirty="0" smtClean="0"/>
              <a:t> (</a:t>
            </a:r>
            <a:r>
              <a:rPr lang="en-US" sz="1800" dirty="0" err="1" smtClean="0"/>
              <a:t>gasto</a:t>
            </a:r>
            <a:r>
              <a:rPr lang="en-US" sz="1800" dirty="0" smtClean="0"/>
              <a:t> – </a:t>
            </a:r>
            <a:r>
              <a:rPr lang="en-US" sz="1800" dirty="0" err="1" smtClean="0"/>
              <a:t>venda</a:t>
            </a:r>
            <a:r>
              <a:rPr lang="en-US" sz="1800" dirty="0" smtClean="0"/>
              <a:t>) </a:t>
            </a:r>
            <a:r>
              <a:rPr lang="en-US" sz="1800" dirty="0" err="1" smtClean="0"/>
              <a:t>por</a:t>
            </a:r>
            <a:r>
              <a:rPr lang="en-US" sz="1800" dirty="0" smtClean="0"/>
              <a:t> </a:t>
            </a:r>
            <a:r>
              <a:rPr lang="en-US" sz="1800" dirty="0" err="1" smtClean="0"/>
              <a:t>gasto</a:t>
            </a:r>
            <a:endParaRPr 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849316129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Google Analytics</a:t>
            </a:r>
            <a:endParaRPr lang="pt-BR" sz="36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400" dirty="0" smtClean="0"/>
          </a:p>
          <a:p>
            <a:r>
              <a:rPr lang="en-US" sz="2400" dirty="0" err="1" smtClean="0"/>
              <a:t>Análise</a:t>
            </a:r>
            <a:r>
              <a:rPr lang="en-US" sz="2400" dirty="0" smtClean="0"/>
              <a:t> de </a:t>
            </a:r>
            <a:r>
              <a:rPr lang="en-US" sz="2400" dirty="0" err="1" smtClean="0"/>
              <a:t>tráfego</a:t>
            </a:r>
            <a:endParaRPr lang="en-US" sz="2400" dirty="0" smtClean="0"/>
          </a:p>
          <a:p>
            <a:pPr lvl="1"/>
            <a:r>
              <a:rPr lang="en-US" sz="1600" dirty="0" err="1" smtClean="0"/>
              <a:t>Termos</a:t>
            </a:r>
            <a:r>
              <a:rPr lang="en-US" sz="1600" dirty="0" smtClean="0"/>
              <a:t> </a:t>
            </a:r>
            <a:r>
              <a:rPr lang="en-US" sz="1600" dirty="0" err="1" smtClean="0"/>
              <a:t>utilizados</a:t>
            </a:r>
            <a:r>
              <a:rPr lang="en-US" sz="1600" dirty="0" smtClean="0"/>
              <a:t> (</a:t>
            </a:r>
            <a:r>
              <a:rPr lang="en-US" sz="1600" dirty="0" err="1" smtClean="0"/>
              <a:t>analise</a:t>
            </a:r>
            <a:r>
              <a:rPr lang="en-US" sz="1600" dirty="0" smtClean="0"/>
              <a:t> das keywords)</a:t>
            </a:r>
            <a:endParaRPr lang="en-US" sz="700" dirty="0" smtClean="0"/>
          </a:p>
          <a:p>
            <a:pPr lvl="1"/>
            <a:r>
              <a:rPr lang="en-US" sz="1600" dirty="0" err="1" smtClean="0"/>
              <a:t>Páginas</a:t>
            </a:r>
            <a:r>
              <a:rPr lang="en-US" sz="1600" dirty="0" smtClean="0"/>
              <a:t> </a:t>
            </a:r>
            <a:r>
              <a:rPr lang="en-US" sz="1600" dirty="0" err="1" smtClean="0"/>
              <a:t>acessadas</a:t>
            </a:r>
            <a:r>
              <a:rPr lang="en-US" sz="1600" dirty="0" smtClean="0"/>
              <a:t> (</a:t>
            </a:r>
            <a:r>
              <a:rPr lang="en-US" sz="1600" dirty="0" err="1" smtClean="0"/>
              <a:t>qual</a:t>
            </a:r>
            <a:r>
              <a:rPr lang="en-US" sz="1600" dirty="0" smtClean="0"/>
              <a:t> </a:t>
            </a:r>
            <a:r>
              <a:rPr lang="en-US" sz="1600" dirty="0" err="1" smtClean="0"/>
              <a:t>produto</a:t>
            </a:r>
            <a:r>
              <a:rPr lang="en-US" sz="1600" dirty="0" smtClean="0"/>
              <a:t> </a:t>
            </a:r>
            <a:r>
              <a:rPr lang="en-US" sz="1600" dirty="0" err="1" smtClean="0"/>
              <a:t>está</a:t>
            </a:r>
            <a:r>
              <a:rPr lang="en-US" sz="1600" dirty="0" smtClean="0"/>
              <a:t> </a:t>
            </a:r>
            <a:r>
              <a:rPr lang="en-US" sz="1600" dirty="0" err="1" smtClean="0"/>
              <a:t>mais</a:t>
            </a:r>
            <a:r>
              <a:rPr lang="en-US" sz="1600" dirty="0" smtClean="0"/>
              <a:t> </a:t>
            </a:r>
            <a:r>
              <a:rPr lang="en-US" sz="1600" dirty="0" err="1" smtClean="0"/>
              <a:t>atraente</a:t>
            </a:r>
            <a:r>
              <a:rPr lang="en-US" sz="1600" dirty="0" smtClean="0"/>
              <a:t> no </a:t>
            </a:r>
            <a:r>
              <a:rPr lang="en-US" sz="1600" dirty="0" err="1" smtClean="0"/>
              <a:t>momento</a:t>
            </a:r>
            <a:r>
              <a:rPr lang="en-US" sz="1600" dirty="0" smtClean="0"/>
              <a:t>)</a:t>
            </a:r>
          </a:p>
          <a:p>
            <a:pPr lvl="1"/>
            <a:r>
              <a:rPr lang="en-US" sz="1600" dirty="0" err="1" smtClean="0"/>
              <a:t>Por</a:t>
            </a:r>
            <a:r>
              <a:rPr lang="en-US" sz="1600" dirty="0" smtClean="0"/>
              <a:t> </a:t>
            </a:r>
            <a:r>
              <a:rPr lang="en-US" sz="1600" dirty="0" err="1" smtClean="0"/>
              <a:t>onde</a:t>
            </a:r>
            <a:r>
              <a:rPr lang="en-US" sz="1600" dirty="0" smtClean="0"/>
              <a:t> </a:t>
            </a:r>
            <a:r>
              <a:rPr lang="en-US" sz="1600" dirty="0" err="1" smtClean="0"/>
              <a:t>veio</a:t>
            </a:r>
            <a:r>
              <a:rPr lang="en-US" sz="1600" dirty="0" smtClean="0"/>
              <a:t> (</a:t>
            </a:r>
            <a:r>
              <a:rPr lang="en-US" sz="1600" dirty="0" err="1" smtClean="0"/>
              <a:t>caminhos</a:t>
            </a:r>
            <a:r>
              <a:rPr lang="en-US" sz="1600" dirty="0" smtClean="0"/>
              <a:t> de </a:t>
            </a:r>
            <a:r>
              <a:rPr lang="en-US" sz="1600" dirty="0" err="1" smtClean="0"/>
              <a:t>entrada</a:t>
            </a:r>
            <a:r>
              <a:rPr lang="en-US" sz="1600" dirty="0" smtClean="0"/>
              <a:t> – sites de </a:t>
            </a:r>
            <a:r>
              <a:rPr lang="en-US" sz="1600" dirty="0" err="1" smtClean="0"/>
              <a:t>referencia</a:t>
            </a:r>
            <a:r>
              <a:rPr lang="en-US" sz="1600" dirty="0" smtClean="0"/>
              <a:t>)</a:t>
            </a:r>
          </a:p>
          <a:p>
            <a:pPr lvl="1"/>
            <a:r>
              <a:rPr lang="en-US" sz="1600" dirty="0" err="1" smtClean="0"/>
              <a:t>Por</a:t>
            </a:r>
            <a:r>
              <a:rPr lang="en-US" sz="1600" dirty="0" smtClean="0"/>
              <a:t> </a:t>
            </a:r>
            <a:r>
              <a:rPr lang="en-US" sz="1600" dirty="0" err="1" smtClean="0"/>
              <a:t>onde</a:t>
            </a:r>
            <a:r>
              <a:rPr lang="en-US" sz="1600" dirty="0" smtClean="0"/>
              <a:t> </a:t>
            </a:r>
            <a:r>
              <a:rPr lang="en-US" sz="1600" dirty="0" err="1" smtClean="0"/>
              <a:t>saiu</a:t>
            </a:r>
            <a:r>
              <a:rPr lang="en-US" sz="1600" dirty="0" smtClean="0"/>
              <a:t> (</a:t>
            </a:r>
            <a:r>
              <a:rPr lang="en-US" sz="1600" dirty="0" err="1" smtClean="0"/>
              <a:t>páginas</a:t>
            </a:r>
            <a:r>
              <a:rPr lang="en-US" sz="1600" dirty="0" smtClean="0"/>
              <a:t> de </a:t>
            </a:r>
            <a:r>
              <a:rPr lang="en-US" sz="1600" dirty="0" err="1" smtClean="0"/>
              <a:t>saida</a:t>
            </a:r>
            <a:r>
              <a:rPr lang="en-US" sz="1600" dirty="0" smtClean="0"/>
              <a:t>)</a:t>
            </a:r>
          </a:p>
          <a:p>
            <a:pPr lvl="1"/>
            <a:r>
              <a:rPr lang="en-US" sz="1600" dirty="0" err="1" smtClean="0"/>
              <a:t>Abandono</a:t>
            </a:r>
            <a:r>
              <a:rPr lang="en-US" sz="1600" dirty="0" smtClean="0"/>
              <a:t> (</a:t>
            </a:r>
            <a:r>
              <a:rPr lang="en-US" sz="1600" dirty="0" err="1" smtClean="0"/>
              <a:t>tentar</a:t>
            </a:r>
            <a:r>
              <a:rPr lang="en-US" sz="1600" dirty="0" smtClean="0"/>
              <a:t> </a:t>
            </a:r>
            <a:r>
              <a:rPr lang="en-US" sz="1600" dirty="0" err="1" smtClean="0"/>
              <a:t>identificar</a:t>
            </a:r>
            <a:r>
              <a:rPr lang="en-US" sz="1600" dirty="0" smtClean="0"/>
              <a:t> o </a:t>
            </a:r>
            <a:r>
              <a:rPr lang="en-US" sz="1600" dirty="0" err="1" smtClean="0"/>
              <a:t>porque</a:t>
            </a:r>
            <a:r>
              <a:rPr lang="en-US" sz="1600" dirty="0" smtClean="0"/>
              <a:t>)</a:t>
            </a:r>
          </a:p>
          <a:p>
            <a:pPr lvl="1"/>
            <a:r>
              <a:rPr lang="en-US" sz="1600" dirty="0" err="1" smtClean="0"/>
              <a:t>Alinhamento</a:t>
            </a:r>
            <a:r>
              <a:rPr lang="en-US" sz="1600" dirty="0" smtClean="0"/>
              <a:t> com o Adwords (</a:t>
            </a:r>
            <a:r>
              <a:rPr lang="en-US" sz="1600" dirty="0" err="1" smtClean="0"/>
              <a:t>aproveitar</a:t>
            </a:r>
            <a:r>
              <a:rPr lang="en-US" sz="1600" dirty="0" smtClean="0"/>
              <a:t> as </a:t>
            </a:r>
            <a:r>
              <a:rPr lang="en-US" sz="1600" dirty="0" err="1" smtClean="0"/>
              <a:t>informações</a:t>
            </a:r>
            <a:r>
              <a:rPr lang="en-US" sz="1600" dirty="0" smtClean="0"/>
              <a:t> para </a:t>
            </a:r>
            <a:r>
              <a:rPr lang="en-US" sz="1600" dirty="0" err="1" smtClean="0"/>
              <a:t>melhorar</a:t>
            </a:r>
            <a:r>
              <a:rPr lang="en-US" sz="1600" dirty="0" smtClean="0"/>
              <a:t> o </a:t>
            </a:r>
            <a:r>
              <a:rPr lang="en-US" sz="1600" dirty="0" err="1" smtClean="0"/>
              <a:t>invesimento</a:t>
            </a:r>
            <a:r>
              <a:rPr lang="en-US" sz="1600" dirty="0" smtClean="0"/>
              <a:t>)</a:t>
            </a:r>
          </a:p>
          <a:p>
            <a:pPr lvl="1"/>
            <a:r>
              <a:rPr lang="en-US" sz="1600" dirty="0" err="1" smtClean="0"/>
              <a:t>Criação</a:t>
            </a:r>
            <a:r>
              <a:rPr lang="en-US" sz="1600" dirty="0" smtClean="0"/>
              <a:t> das </a:t>
            </a:r>
            <a:r>
              <a:rPr lang="en-US" sz="1600" dirty="0" err="1" smtClean="0"/>
              <a:t>metas</a:t>
            </a:r>
            <a:r>
              <a:rPr lang="en-US" sz="1600" dirty="0" smtClean="0"/>
              <a:t> (KPI’s </a:t>
            </a:r>
            <a:r>
              <a:rPr lang="en-US" sz="1600" dirty="0" err="1" smtClean="0"/>
              <a:t>primários</a:t>
            </a:r>
            <a:r>
              <a:rPr lang="en-US" sz="1600" dirty="0" smtClean="0"/>
              <a:t> e </a:t>
            </a:r>
            <a:r>
              <a:rPr lang="en-US" sz="1600" dirty="0" err="1" smtClean="0"/>
              <a:t>secundários</a:t>
            </a:r>
            <a:r>
              <a:rPr lang="en-US" sz="1600" dirty="0" smtClean="0"/>
              <a:t>)</a:t>
            </a:r>
          </a:p>
          <a:p>
            <a:pPr lvl="1"/>
            <a:r>
              <a:rPr lang="en-US" sz="1600" dirty="0" err="1" smtClean="0"/>
              <a:t>Análise</a:t>
            </a:r>
            <a:r>
              <a:rPr lang="en-US" sz="1600" dirty="0" smtClean="0"/>
              <a:t> de ROI </a:t>
            </a:r>
            <a:r>
              <a:rPr lang="en-US" sz="1600" dirty="0" err="1" smtClean="0"/>
              <a:t>não</a:t>
            </a:r>
            <a:r>
              <a:rPr lang="en-US" sz="1600" dirty="0" smtClean="0"/>
              <a:t> </a:t>
            </a:r>
            <a:r>
              <a:rPr lang="en-US" sz="1600" dirty="0" err="1" smtClean="0"/>
              <a:t>financeiro</a:t>
            </a:r>
            <a:r>
              <a:rPr lang="en-US" sz="1600" dirty="0" smtClean="0"/>
              <a:t> (</a:t>
            </a:r>
            <a:r>
              <a:rPr lang="en-US" sz="1600" dirty="0" err="1" smtClean="0"/>
              <a:t>qual</a:t>
            </a:r>
            <a:r>
              <a:rPr lang="en-US" sz="1600" dirty="0" smtClean="0"/>
              <a:t> </a:t>
            </a:r>
            <a:r>
              <a:rPr lang="en-US" sz="1600" dirty="0" err="1" smtClean="0"/>
              <a:t>palavra</a:t>
            </a:r>
            <a:r>
              <a:rPr lang="en-US" sz="1600" dirty="0" smtClean="0"/>
              <a:t>/site me </a:t>
            </a:r>
            <a:r>
              <a:rPr lang="en-US" sz="1600" dirty="0" err="1" smtClean="0"/>
              <a:t>proporcionou</a:t>
            </a:r>
            <a:r>
              <a:rPr lang="en-US" sz="1600" dirty="0" smtClean="0"/>
              <a:t> </a:t>
            </a:r>
            <a:r>
              <a:rPr lang="en-US" sz="1600" dirty="0" err="1" smtClean="0"/>
              <a:t>melhor</a:t>
            </a:r>
            <a:r>
              <a:rPr lang="en-US" sz="1600" dirty="0" smtClean="0"/>
              <a:t> </a:t>
            </a:r>
            <a:r>
              <a:rPr lang="en-US" sz="1600" dirty="0" err="1" smtClean="0"/>
              <a:t>resultado</a:t>
            </a:r>
            <a:r>
              <a:rPr lang="en-US" sz="1600" dirty="0" smtClean="0"/>
              <a:t>)</a:t>
            </a:r>
          </a:p>
          <a:p>
            <a:pPr lvl="1"/>
            <a:endParaRPr lang="en-US" sz="1600" dirty="0" smtClean="0"/>
          </a:p>
        </p:txBody>
      </p:sp>
    </p:spTree>
    <p:extLst>
      <p:ext uri="{BB962C8B-B14F-4D97-AF65-F5344CB8AC3E}">
        <p14:creationId xmlns:p14="http://schemas.microsoft.com/office/powerpoint/2010/main" val="425276827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/>
          <p:cNvSpPr/>
          <p:nvPr/>
        </p:nvSpPr>
        <p:spPr>
          <a:xfrm>
            <a:off x="179512" y="4437112"/>
            <a:ext cx="8352928" cy="1224136"/>
          </a:xfrm>
          <a:prstGeom prst="rect">
            <a:avLst/>
          </a:prstGeom>
          <a:solidFill>
            <a:srgbClr val="C03667">
              <a:alpha val="2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b="0" dirty="0" err="1" smtClean="0">
                <a:solidFill>
                  <a:schemeClr val="bg1">
                    <a:lumMod val="95000"/>
                  </a:schemeClr>
                </a:solidFill>
              </a:rPr>
              <a:t>Integrando</a:t>
            </a:r>
            <a:r>
              <a:rPr lang="en-US" b="0" dirty="0" smtClean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b="0" dirty="0" err="1" smtClean="0">
                <a:solidFill>
                  <a:schemeClr val="bg1">
                    <a:lumMod val="95000"/>
                  </a:schemeClr>
                </a:solidFill>
              </a:rPr>
              <a:t>contas</a:t>
            </a:r>
            <a:endParaRPr lang="pt-BR" b="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Adwords e Analytics para Ecommerce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4113111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 smtClean="0"/>
              <a:t>Integrando</a:t>
            </a:r>
            <a:r>
              <a:rPr lang="en-US" sz="3600" dirty="0" smtClean="0"/>
              <a:t> </a:t>
            </a:r>
            <a:r>
              <a:rPr lang="en-US" sz="3600" dirty="0" err="1" smtClean="0"/>
              <a:t>suas</a:t>
            </a:r>
            <a:r>
              <a:rPr lang="en-US" sz="3600" dirty="0" smtClean="0"/>
              <a:t> </a:t>
            </a:r>
            <a:r>
              <a:rPr lang="en-US" sz="3600" dirty="0" err="1" smtClean="0"/>
              <a:t>contas</a:t>
            </a:r>
            <a:r>
              <a:rPr lang="en-US" sz="3600" dirty="0" smtClean="0"/>
              <a:t> Google</a:t>
            </a:r>
            <a:endParaRPr lang="pt-BR" sz="3600" dirty="0"/>
          </a:p>
        </p:txBody>
      </p:sp>
      <p:graphicFrame>
        <p:nvGraphicFramePr>
          <p:cNvPr id="4" name="Espaço Reservado para Conteú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1605111"/>
              </p:ext>
            </p:extLst>
          </p:nvPr>
        </p:nvGraphicFramePr>
        <p:xfrm>
          <a:off x="456556" y="1599882"/>
          <a:ext cx="8230891" cy="45258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2796702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/>
          <p:cNvSpPr/>
          <p:nvPr/>
        </p:nvSpPr>
        <p:spPr>
          <a:xfrm>
            <a:off x="179512" y="4437112"/>
            <a:ext cx="8352928" cy="1224136"/>
          </a:xfrm>
          <a:prstGeom prst="rect">
            <a:avLst/>
          </a:prstGeom>
          <a:solidFill>
            <a:srgbClr val="C03667">
              <a:alpha val="2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b="0" dirty="0" err="1" smtClean="0">
                <a:solidFill>
                  <a:schemeClr val="bg1">
                    <a:lumMod val="95000"/>
                  </a:schemeClr>
                </a:solidFill>
              </a:rPr>
              <a:t>Alguns</a:t>
            </a:r>
            <a:r>
              <a:rPr lang="en-US" b="0" dirty="0" smtClean="0">
                <a:solidFill>
                  <a:schemeClr val="bg1">
                    <a:lumMod val="95000"/>
                  </a:schemeClr>
                </a:solidFill>
              </a:rPr>
              <a:t> cases</a:t>
            </a:r>
            <a:endParaRPr lang="pt-BR" b="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Adwords e Analytics para Ecommerce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5858070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NORIPI~1\AppData\Local\Temp\SNAGHTMLb03c5f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332" y="1764254"/>
            <a:ext cx="8669451" cy="3983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Conector de seta reta 7"/>
          <p:cNvCxnSpPr/>
          <p:nvPr/>
        </p:nvCxnSpPr>
        <p:spPr>
          <a:xfrm>
            <a:off x="2771800" y="2492896"/>
            <a:ext cx="144016" cy="14401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/>
          <p:cNvCxnSpPr/>
          <p:nvPr/>
        </p:nvCxnSpPr>
        <p:spPr>
          <a:xfrm>
            <a:off x="3419872" y="2492896"/>
            <a:ext cx="144016" cy="14401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/>
          <p:nvPr/>
        </p:nvCxnSpPr>
        <p:spPr>
          <a:xfrm>
            <a:off x="3851920" y="2348880"/>
            <a:ext cx="144016" cy="14401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ítulo 1"/>
          <p:cNvSpPr>
            <a:spLocks noGrp="1"/>
          </p:cNvSpPr>
          <p:nvPr>
            <p:ph type="title"/>
          </p:nvPr>
        </p:nvSpPr>
        <p:spPr>
          <a:xfrm>
            <a:off x="456556" y="275404"/>
            <a:ext cx="8230891" cy="1143000"/>
          </a:xfrm>
        </p:spPr>
        <p:txBody>
          <a:bodyPr anchor="ctr"/>
          <a:lstStyle/>
          <a:p>
            <a:pPr algn="ctr"/>
            <a:r>
              <a:rPr lang="en-US" sz="3600" dirty="0" err="1" smtClean="0"/>
              <a:t>Efeito</a:t>
            </a:r>
            <a:r>
              <a:rPr lang="en-US" sz="3600" dirty="0" smtClean="0"/>
              <a:t> </a:t>
            </a:r>
            <a:r>
              <a:rPr lang="en-US" sz="3600" dirty="0" err="1" smtClean="0"/>
              <a:t>otimização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403263802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178475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208183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Adwords e Analytics para Ecommerce&amp;quot;&quot;/&gt;&lt;property id=&quot;20307&quot; value=&quot;256&quot;/&gt;&lt;/object&gt;&lt;object type=&quot;3&quot; unique_id=&quot;10006&quot;&gt;&lt;property id=&quot;20148&quot; value=&quot;5&quot;/&gt;&lt;property id=&quot;20300&quot; value=&quot;Slide 5 - &amp;quot;Vocabulário principal&amp;quot;&quot;/&gt;&lt;property id=&quot;20307&quot; value=&quot;258&quot;/&gt;&lt;/object&gt;&lt;object type=&quot;3&quot; unique_id=&quot;10012&quot;&gt;&lt;property id=&quot;20148&quot; value=&quot;5&quot;/&gt;&lt;property id=&quot;20300&quot; value=&quot;Slide 35&quot;/&gt;&lt;property id=&quot;20307&quot; value=&quot;259&quot;/&gt;&lt;/object&gt;&lt;object type=&quot;3&quot; unique_id=&quot;10019&quot;&gt;&lt;property id=&quot;20148&quot; value=&quot;5&quot;/&gt;&lt;property id=&quot;20300&quot; value=&quot;Slide 3 - &amp;quot;Como funciona&amp;quot;&quot;/&gt;&lt;property id=&quot;20307&quot; value=&quot;260&quot;/&gt;&lt;/object&gt;&lt;object type=&quot;3&quot; unique_id=&quot;10048&quot;&gt;&lt;property id=&quot;20148&quot; value=&quot;5&quot;/&gt;&lt;property id=&quot;20300&quot; value=&quot;Slide 8 - &amp;quot;Conhecendo os Menus&amp;quot;&quot;/&gt;&lt;property id=&quot;20307&quot; value=&quot;261&quot;/&gt;&lt;/object&gt;&lt;object type=&quot;3&quot; unique_id=&quot;10099&quot;&gt;&lt;property id=&quot;20148&quot; value=&quot;5&quot;/&gt;&lt;property id=&quot;20300&quot; value=&quot;Slide 2 - &amp;quot;Conhecendo o Google Adwords&amp;quot;&quot;/&gt;&lt;property id=&quot;20307&quot; value=&quot;262&quot;/&gt;&lt;/object&gt;&lt;object type=&quot;3&quot; unique_id=&quot;10172&quot;&gt;&lt;property id=&quot;20148&quot; value=&quot;5&quot;/&gt;&lt;property id=&quot;20300&quot; value=&quot;Slide 4 - &amp;quot;Como funciona&amp;quot;&quot;/&gt;&lt;property id=&quot;20307&quot; value=&quot;267&quot;/&gt;&lt;/object&gt;&lt;object type=&quot;3&quot; unique_id=&quot;10173&quot;&gt;&lt;property id=&quot;20148&quot; value=&quot;5&quot;/&gt;&lt;property id=&quot;20300&quot; value=&quot;Slide 6 - &amp;quot;Formatos de patrocinado&amp;quot;&quot;/&gt;&lt;property id=&quot;20307&quot; value=&quot;268&quot;/&gt;&lt;/object&gt;&lt;object type=&quot;3&quot; unique_id=&quot;10174&quot;&gt;&lt;property id=&quot;20148&quot; value=&quot;5&quot;/&gt;&lt;property id=&quot;20300&quot; value=&quot;Slide 7 - &amp;quot;Conhecendo os Menus&amp;quot;&quot;/&gt;&lt;property id=&quot;20307&quot; value=&quot;266&quot;/&gt;&lt;/object&gt;&lt;object type=&quot;3&quot; unique_id=&quot;10175&quot;&gt;&lt;property id=&quot;20148&quot; value=&quot;5&quot;/&gt;&lt;property id=&quot;20300&quot; value=&quot;Slide 11 - &amp;quot;Estrutura do adwords&amp;quot;&quot;/&gt;&lt;property id=&quot;20307&quot; value=&quot;265&quot;/&gt;&lt;/object&gt;&lt;object type=&quot;3&quot; unique_id=&quot;10176&quot;&gt;&lt;property id=&quot;20148&quot; value=&quot;5&quot;/&gt;&lt;property id=&quot;20300&quot; value=&quot;Slide 9 - &amp;quot;Criando uma conta&amp;quot;&quot;/&gt;&lt;property id=&quot;20307&quot; value=&quot;264&quot;/&gt;&lt;/object&gt;&lt;object type=&quot;3&quot; unique_id=&quot;10177&quot;&gt;&lt;property id=&quot;20148&quot; value=&quot;5&quot;/&gt;&lt;property id=&quot;20300&quot; value=&quot;Slide 13 - &amp;quot;Principais pontos&amp;quot;&quot;/&gt;&lt;property id=&quot;20307&quot; value=&quot;263&quot;/&gt;&lt;/object&gt;&lt;object type=&quot;3&quot; unique_id=&quot;10402&quot;&gt;&lt;property id=&quot;20148&quot; value=&quot;5&quot;/&gt;&lt;property id=&quot;20300&quot; value=&quot;Slide 10 - &amp;quot;Criar uma conta&amp;quot;&quot;/&gt;&lt;property id=&quot;20307&quot; value=&quot;272&quot;/&gt;&lt;/object&gt;&lt;object type=&quot;3&quot; unique_id=&quot;10403&quot;&gt;&lt;property id=&quot;20148&quot; value=&quot;5&quot;/&gt;&lt;property id=&quot;20300&quot; value=&quot;Slide 12 - &amp;quot;MINHA PRIMEIRA CAMPANHA&amp;quot;&quot;/&gt;&lt;property id=&quot;20307&quot; value=&quot;269&quot;/&gt;&lt;/object&gt;&lt;object type=&quot;3&quot; unique_id=&quot;10404&quot;&gt;&lt;property id=&quot;20148&quot; value=&quot;5&quot;/&gt;&lt;property id=&quot;20300&quot; value=&quot;Slide 15 - &amp;quot;Elaborando anúncios&amp;quot;&quot;/&gt;&lt;property id=&quot;20307&quot; value=&quot;270&quot;/&gt;&lt;/object&gt;&lt;object type=&quot;3&quot; unique_id=&quot;10405&quot;&gt;&lt;property id=&quot;20148&quot; value=&quot;5&quot;/&gt;&lt;property id=&quot;20300&quot; value=&quot;Slide 19 - &amp;quot;Como elaborar?&amp;quot;&quot;/&gt;&lt;property id=&quot;20307&quot; value=&quot;271&quot;/&gt;&lt;/object&gt;&lt;object type=&quot;3&quot; unique_id=&quot;10406&quot;&gt;&lt;property id=&quot;20148&quot; value=&quot;5&quot;/&gt;&lt;property id=&quot;20300&quot; value=&quot;Slide 20 - &amp;quot;Escolhendo as Keywords&amp;quot;&quot;/&gt;&lt;property id=&quot;20307&quot; value=&quot;273&quot;/&gt;&lt;/object&gt;&lt;object type=&quot;3&quot; unique_id=&quot;10407&quot;&gt;&lt;property id=&quot;20148&quot; value=&quot;5&quot;/&gt;&lt;property id=&quot;20300&quot; value=&quot;Slide 21 - &amp;quot;Tipologia de palavras no Adwords&amp;quot;&quot;/&gt;&lt;property id=&quot;20307&quot; value=&quot;274&quot;/&gt;&lt;/object&gt;&lt;object type=&quot;3&quot; unique_id=&quot;10508&quot;&gt;&lt;property id=&quot;20148&quot; value=&quot;5&quot;/&gt;&lt;property id=&quot;20300&quot; value=&quot;Slide 14 - &amp;quot;Definindo orçamento&amp;quot;&quot;/&gt;&lt;property id=&quot;20307&quot; value=&quot;277&quot;/&gt;&lt;/object&gt;&lt;object type=&quot;3&quot; unique_id=&quot;10509&quot;&gt;&lt;property id=&quot;20148&quot; value=&quot;5&quot;/&gt;&lt;property id=&quot;20300&quot; value=&quot;Slide 22 - &amp;quot;Tipologia de palavras no Adwords&amp;quot;&quot;/&gt;&lt;property id=&quot;20307&quot; value=&quot;279&quot;/&gt;&lt;/object&gt;&lt;object type=&quot;3&quot; unique_id=&quot;10510&quot;&gt;&lt;property id=&quot;20148&quot; value=&quot;5&quot;/&gt;&lt;property id=&quot;20300&quot; value=&quot;Slide 23 - &amp;quot;O que adicionar e o que negativar&amp;quot;&quot;/&gt;&lt;property id=&quot;20307&quot; value=&quot;278&quot;/&gt;&lt;/object&gt;&lt;object type=&quot;3&quot; unique_id=&quot;10511&quot;&gt;&lt;property id=&quot;20148&quot; value=&quot;5&quot;/&gt;&lt;property id=&quot;20300&quot; value=&quot;Slide 25 - &amp;quot;Otimização de campanhas&amp;quot;&quot;/&gt;&lt;property id=&quot;20307&quot; value=&quot;275&quot;/&gt;&lt;/object&gt;&lt;object type=&quot;3&quot; unique_id=&quot;10512&quot;&gt;&lt;property id=&quot;20148&quot; value=&quot;5&quot;/&gt;&lt;property id=&quot;20300&quot; value=&quot;Slide 26 - &amp;quot;Divisão das campanhas&amp;quot;&quot;/&gt;&lt;property id=&quot;20307&quot; value=&quot;276&quot;/&gt;&lt;/object&gt;&lt;object type=&quot;3&quot; unique_id=&quot;10638&quot;&gt;&lt;property id=&quot;20148&quot; value=&quot;5&quot;/&gt;&lt;property id=&quot;20300&quot; value=&quot;Slide 16 - &amp;quot;Tipos de anúncios&amp;quot;&quot;/&gt;&lt;property id=&quot;20307&quot; value=&quot;280&quot;/&gt;&lt;/object&gt;&lt;object type=&quot;3&quot; unique_id=&quot;10639&quot;&gt;&lt;property id=&quot;20148&quot; value=&quot;5&quot;/&gt;&lt;property id=&quot;20300&quot; value=&quot;Slide 17 - &amp;quot;Tipos de anúncios&amp;quot;&quot;/&gt;&lt;property id=&quot;20307&quot; value=&quot;281&quot;/&gt;&lt;/object&gt;&lt;object type=&quot;3&quot; unique_id=&quot;10829&quot;&gt;&lt;property id=&quot;20148&quot; value=&quot;5&quot;/&gt;&lt;property id=&quot;20300&quot; value=&quot;Slide 18 - &amp;quot;Tipos de anúncios&amp;quot;&quot;/&gt;&lt;property id=&quot;20307&quot; value=&quot;282&quot;/&gt;&lt;/object&gt;&lt;object type=&quot;3&quot; unique_id=&quot;10830&quot;&gt;&lt;property id=&quot;20148&quot; value=&quot;5&quot;/&gt;&lt;property id=&quot;20300&quot; value=&quot;Slide 29 - &amp;quot;Mensurando Resultados&amp;quot;&quot;/&gt;&lt;property id=&quot;20307&quot; value=&quot;283&quot;/&gt;&lt;/object&gt;&lt;object type=&quot;3&quot; unique_id=&quot;11005&quot;&gt;&lt;property id=&quot;20148&quot; value=&quot;5&quot;/&gt;&lt;property id=&quot;20300&quot; value=&quot;Slide 28 - &amp;quot;Mensuração&amp;quot;&quot;/&gt;&lt;property id=&quot;20307&quot; value=&quot;284&quot;/&gt;&lt;/object&gt;&lt;object type=&quot;3&quot; unique_id=&quot;11006&quot;&gt;&lt;property id=&quot;20148&quot; value=&quot;5&quot;/&gt;&lt;property id=&quot;20300&quot; value=&quot;Slide 30 - &amp;quot;Integrando contas&amp;quot;&quot;/&gt;&lt;property id=&quot;20307&quot; value=&quot;286&quot;/&gt;&lt;/object&gt;&lt;object type=&quot;3&quot; unique_id=&quot;11007&quot;&gt;&lt;property id=&quot;20148&quot; value=&quot;5&quot;/&gt;&lt;property id=&quot;20300&quot; value=&quot;Slide 31 - &amp;quot;Integrando suas contas Google&amp;quot;&quot;/&gt;&lt;property id=&quot;20307&quot; value=&quot;285&quot;/&gt;&lt;/object&gt;&lt;object type=&quot;3&quot; unique_id=&quot;11008&quot;&gt;&lt;property id=&quot;20148&quot; value=&quot;5&quot;/&gt;&lt;property id=&quot;20300&quot; value=&quot;Slide 34&quot;/&gt;&lt;property id=&quot;20307&quot; value=&quot;287&quot;/&gt;&lt;/object&gt;&lt;object type=&quot;3&quot; unique_id=&quot;11174&quot;&gt;&lt;property id=&quot;20148&quot; value=&quot;5&quot;/&gt;&lt;property id=&quot;20300&quot; value=&quot;Slide 24 - &amp;quot;Rede de Display&amp;quot;&quot;/&gt;&lt;property id=&quot;20307&quot; value=&quot;288&quot;/&gt;&lt;/object&gt;&lt;object type=&quot;3&quot; unique_id=&quot;11175&quot;&gt;&lt;property id=&quot;20148&quot; value=&quot;5&quot;/&gt;&lt;property id=&quot;20300&quot; value=&quot;Slide 27 - &amp;quot;Remarketing&amp;quot;&quot;/&gt;&lt;property id=&quot;20307&quot; value=&quot;289&quot;/&gt;&lt;/object&gt;&lt;object type=&quot;3&quot; unique_id=&quot;11316&quot;&gt;&lt;property id=&quot;20148&quot; value=&quot;5&quot;/&gt;&lt;property id=&quot;20300&quot; value=&quot;Slide 32 - &amp;quot;Alguns cases&amp;quot;&quot;/&gt;&lt;property id=&quot;20307&quot; value=&quot;290&quot;/&gt;&lt;/object&gt;&lt;object type=&quot;3&quot; unique_id=&quot;11317&quot;&gt;&lt;property id=&quot;20148&quot; value=&quot;5&quot;/&gt;&lt;property id=&quot;20300&quot; value=&quot;Slide 33 - &amp;quot;Efeito otimização&amp;quot;&quot;/&gt;&lt;property id=&quot;20307&quot; value=&quot;291&quot;/&gt;&lt;/object&gt;&lt;/object&gt;&lt;/object&gt;&lt;/database&gt;"/>
  <p:tag name="SECTOMILLISECCONVERTED" val="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ema Iplan">
  <a:themeElements>
    <a:clrScheme name="Personalizada 1">
      <a:dk1>
        <a:srgbClr val="686868"/>
      </a:dk1>
      <a:lt1>
        <a:sysClr val="window" lastClr="FFFFFF"/>
      </a:lt1>
      <a:dk2>
        <a:srgbClr val="3F3F3F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IPlan">
      <a:majorFont>
        <a:latin typeface="Avant Garde Gothic T."/>
        <a:ea typeface=""/>
        <a:cs typeface=""/>
      </a:majorFont>
      <a:minorFont>
        <a:latin typeface="AvantGarde Bk BT"/>
        <a:ea typeface=""/>
        <a:cs typeface=""/>
      </a:minorFont>
    </a:fontScheme>
    <a:fmtScheme name="Papel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2703</TotalTime>
  <Words>1427</Words>
  <Application>Microsoft Office PowerPoint</Application>
  <PresentationFormat>Apresentação na tela (4:3)</PresentationFormat>
  <Paragraphs>316</Paragraphs>
  <Slides>36</Slides>
  <Notes>3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36</vt:i4>
      </vt:variant>
    </vt:vector>
  </HeadingPairs>
  <TitlesOfParts>
    <vt:vector size="37" baseType="lpstr">
      <vt:lpstr>Tema Iplan</vt:lpstr>
      <vt:lpstr>Adwords e Analytics para Ecommerce</vt:lpstr>
      <vt:lpstr>Conhecendo o Google Adwords</vt:lpstr>
      <vt:lpstr>Como funciona</vt:lpstr>
      <vt:lpstr>Divisão de tráfego</vt:lpstr>
      <vt:lpstr>Vocabulário principal</vt:lpstr>
      <vt:lpstr>Formatos de patrocinado</vt:lpstr>
      <vt:lpstr>Conhecendo os Menus</vt:lpstr>
      <vt:lpstr>Conhecendo os Menus</vt:lpstr>
      <vt:lpstr>Criando uma conta</vt:lpstr>
      <vt:lpstr>Criar uma conta</vt:lpstr>
      <vt:lpstr>Estrutura do adwords</vt:lpstr>
      <vt:lpstr>MINHA PRIMEIRA CAMPANHA</vt:lpstr>
      <vt:lpstr>Principais pontos</vt:lpstr>
      <vt:lpstr>Definindo orçamento</vt:lpstr>
      <vt:lpstr>Elaborando anúncios</vt:lpstr>
      <vt:lpstr>Tipos de anúncios</vt:lpstr>
      <vt:lpstr>Tipos de anúncios</vt:lpstr>
      <vt:lpstr>Tipos de anúncios</vt:lpstr>
      <vt:lpstr>Dicas para criação de anúncio</vt:lpstr>
      <vt:lpstr>Escolhendo as Keywords</vt:lpstr>
      <vt:lpstr>Tipologia de palavras no Adwords</vt:lpstr>
      <vt:lpstr>Tipologia de palavras no Adwords</vt:lpstr>
      <vt:lpstr>O que adicionar e o que negativar</vt:lpstr>
      <vt:lpstr>Rede de Display</vt:lpstr>
      <vt:lpstr>Otimização de campanhas</vt:lpstr>
      <vt:lpstr>Divisão das campanhas</vt:lpstr>
      <vt:lpstr>Remarketing</vt:lpstr>
      <vt:lpstr>Mensuração</vt:lpstr>
      <vt:lpstr>Mensurando Resultados</vt:lpstr>
      <vt:lpstr>Google Analytics</vt:lpstr>
      <vt:lpstr>Integrando contas</vt:lpstr>
      <vt:lpstr>Integrando suas contas Google</vt:lpstr>
      <vt:lpstr>Alguns cases</vt:lpstr>
      <vt:lpstr>Efeito otimização</vt:lpstr>
      <vt:lpstr>Apresentação do PowerPoint</vt:lpstr>
      <vt:lpstr>Apresentação do PowerPoint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noripichiteli</dc:creator>
  <cp:lastModifiedBy>noripichiteli</cp:lastModifiedBy>
  <cp:revision>71</cp:revision>
  <dcterms:created xsi:type="dcterms:W3CDTF">2012-11-28T12:18:43Z</dcterms:created>
  <dcterms:modified xsi:type="dcterms:W3CDTF">2012-11-30T23:26:55Z</dcterms:modified>
</cp:coreProperties>
</file>