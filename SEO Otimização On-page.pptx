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24000" y="-38100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24000" y="-38100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Apresentação na tela (4:3)</PresentationFormat>
  <Paragraphs>0</Paragraphs>
  <Slides>73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74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Hugo</dc:creator>
  <cp:lastModifiedBy>Hugo</cp:lastModifiedBy>
  <cp:revision>2</cp:revision>
  <dcterms:created xsi:type="dcterms:W3CDTF">2013-01-15T10:32:02Z</dcterms:created>
  <dcterms:modified xsi:type="dcterms:W3CDTF">2013-01-15T10:47:42Z</dcterms:modified>
</cp:coreProperties>
</file>