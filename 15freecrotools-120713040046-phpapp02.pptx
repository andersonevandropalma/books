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280" r:id="rId3"/>
    <p:sldId id="276" r:id="rId4"/>
    <p:sldId id="277" r:id="rId5"/>
    <p:sldId id="296" r:id="rId6"/>
    <p:sldId id="297" r:id="rId7"/>
    <p:sldId id="298" r:id="rId8"/>
    <p:sldId id="278" r:id="rId9"/>
    <p:sldId id="281" r:id="rId10"/>
    <p:sldId id="282" r:id="rId11"/>
    <p:sldId id="287" r:id="rId12"/>
    <p:sldId id="300" r:id="rId13"/>
    <p:sldId id="279" r:id="rId14"/>
    <p:sldId id="284" r:id="rId15"/>
    <p:sldId id="286" r:id="rId16"/>
    <p:sldId id="285" r:id="rId17"/>
    <p:sldId id="288" r:id="rId18"/>
    <p:sldId id="291" r:id="rId19"/>
    <p:sldId id="301" r:id="rId20"/>
    <p:sldId id="309" r:id="rId21"/>
    <p:sldId id="310" r:id="rId22"/>
    <p:sldId id="283" r:id="rId23"/>
    <p:sldId id="306" r:id="rId24"/>
    <p:sldId id="307" r:id="rId25"/>
    <p:sldId id="311" r:id="rId26"/>
    <p:sldId id="299" r:id="rId27"/>
    <p:sldId id="312" r:id="rId28"/>
    <p:sldId id="313" r:id="rId29"/>
    <p:sldId id="316" r:id="rId30"/>
    <p:sldId id="317" r:id="rId31"/>
    <p:sldId id="302" r:id="rId32"/>
    <p:sldId id="303" r:id="rId33"/>
    <p:sldId id="318" r:id="rId34"/>
    <p:sldId id="319" r:id="rId35"/>
    <p:sldId id="305" r:id="rId36"/>
    <p:sldId id="314" r:id="rId37"/>
    <p:sldId id="304" r:id="rId38"/>
    <p:sldId id="315" r:id="rId39"/>
    <p:sldId id="292" r:id="rId40"/>
    <p:sldId id="267" r:id="rId41"/>
  </p:sldIdLst>
  <p:sldSz cx="16259175" cy="12195175"/>
  <p:notesSz cx="6858000" cy="9144000"/>
  <p:embeddedFontLst>
    <p:embeddedFont>
      <p:font typeface="GillSans" charset="0"/>
      <p:regular r:id="rId44"/>
    </p:embeddedFont>
    <p:embeddedFont>
      <p:font typeface="Gill Sans MT" charset="0"/>
      <p:regular r:id="rId45"/>
      <p:bold r:id="rId46"/>
      <p:italic r:id="rId47"/>
      <p:boldItalic r:id="rId48"/>
    </p:embeddedFont>
    <p:embeddedFont>
      <p:font typeface="Calibri" pitchFamily="34" charset="0"/>
      <p:regular r:id="rId49"/>
      <p:bold r:id="rId50"/>
      <p:italic r:id="rId51"/>
      <p:boldItalic r:id="rId52"/>
    </p:embeddedFont>
  </p:embeddedFontLst>
  <p:custDataLst>
    <p:tags r:id="rId53"/>
  </p:custDataLst>
  <p:defaultTextStyle>
    <a:defPPr>
      <a:defRPr lang="en-US"/>
    </a:defPPr>
    <a:lvl1pPr marL="0" algn="l" defTabSz="1625895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812947" algn="l" defTabSz="1625895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625895" algn="l" defTabSz="1625895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438842" algn="l" defTabSz="1625895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251789" algn="l" defTabSz="1625895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4064737" algn="l" defTabSz="1625895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877684" algn="l" defTabSz="1625895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690631" algn="l" defTabSz="1625895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503579" algn="l" defTabSz="1625895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yeful" initials="E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668D"/>
    <a:srgbClr val="0B31D3"/>
    <a:srgbClr val="27E7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87" autoAdjust="0"/>
    <p:restoredTop sz="98491" autoAdjust="0"/>
  </p:normalViewPr>
  <p:slideViewPr>
    <p:cSldViewPr snapToGrid="0" showGuides="1">
      <p:cViewPr varScale="1">
        <p:scale>
          <a:sx n="54" d="100"/>
          <a:sy n="54" d="100"/>
        </p:scale>
        <p:origin x="-546" y="-84"/>
      </p:cViewPr>
      <p:guideLst>
        <p:guide orient="horz" pos="4483"/>
        <p:guide orient="horz" pos="2072"/>
        <p:guide orient="horz" pos="7401"/>
        <p:guide orient="horz" pos="2554"/>
        <p:guide orient="horz" pos="6333"/>
        <p:guide orient="horz" pos="569"/>
        <p:guide pos="4255"/>
        <p:guide pos="2561"/>
        <p:guide pos="1030"/>
        <p:guide pos="1114"/>
        <p:guide pos="5998"/>
        <p:guide pos="6357"/>
        <p:guide pos="9979"/>
        <p:guide pos="8213"/>
        <p:guide pos="8120"/>
        <p:guide pos="4618"/>
        <p:guide pos="5304"/>
        <p:guide pos="28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-3828" y="-78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tags" Target="tags/tag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29CC4A-AFB8-4B27-8180-B8A75C8C582B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</dgm:pt>
    <dgm:pt modelId="{8D5C5D02-1210-4DE3-A9E1-48DF2C0BF4AC}">
      <dgm:prSet phldrT="[Text]"/>
      <dgm:spPr/>
      <dgm:t>
        <a:bodyPr/>
        <a:lstStyle/>
        <a:p>
          <a:r>
            <a:rPr lang="en-GB" dirty="0" smtClean="0"/>
            <a:t>Web Analytics</a:t>
          </a:r>
          <a:endParaRPr lang="en-GB" dirty="0"/>
        </a:p>
      </dgm:t>
    </dgm:pt>
    <dgm:pt modelId="{6B6AAACD-5CF7-4D5B-A581-E8DDC4A56DD8}" type="parTrans" cxnId="{B528D299-43C7-42C2-8F57-1640F9BF36DB}">
      <dgm:prSet/>
      <dgm:spPr/>
      <dgm:t>
        <a:bodyPr/>
        <a:lstStyle/>
        <a:p>
          <a:endParaRPr lang="en-GB"/>
        </a:p>
      </dgm:t>
    </dgm:pt>
    <dgm:pt modelId="{C698C9B4-0409-4BF3-A120-48801DA7BDE6}" type="sibTrans" cxnId="{B528D299-43C7-42C2-8F57-1640F9BF36DB}">
      <dgm:prSet/>
      <dgm:spPr/>
      <dgm:t>
        <a:bodyPr/>
        <a:lstStyle/>
        <a:p>
          <a:endParaRPr lang="en-GB"/>
        </a:p>
      </dgm:t>
    </dgm:pt>
    <dgm:pt modelId="{2AE8C144-8B2F-4E47-AD58-5A74C23FFD44}">
      <dgm:prSet phldrT="[Text]"/>
      <dgm:spPr/>
      <dgm:t>
        <a:bodyPr/>
        <a:lstStyle/>
        <a:p>
          <a:r>
            <a:rPr lang="en-GB" dirty="0" smtClean="0"/>
            <a:t>Feedback</a:t>
          </a:r>
          <a:endParaRPr lang="en-GB" dirty="0"/>
        </a:p>
      </dgm:t>
    </dgm:pt>
    <dgm:pt modelId="{6164EDD2-7C9E-43BB-B139-777B16540AE0}" type="parTrans" cxnId="{48C8EA12-C420-4C22-89ED-3EEABB046843}">
      <dgm:prSet/>
      <dgm:spPr/>
      <dgm:t>
        <a:bodyPr/>
        <a:lstStyle/>
        <a:p>
          <a:endParaRPr lang="en-GB"/>
        </a:p>
      </dgm:t>
    </dgm:pt>
    <dgm:pt modelId="{38B46521-9FD0-4FF5-ADA3-E900899FFF77}" type="sibTrans" cxnId="{48C8EA12-C420-4C22-89ED-3EEABB046843}">
      <dgm:prSet/>
      <dgm:spPr/>
      <dgm:t>
        <a:bodyPr/>
        <a:lstStyle/>
        <a:p>
          <a:endParaRPr lang="en-GB"/>
        </a:p>
      </dgm:t>
    </dgm:pt>
    <dgm:pt modelId="{8C5078F6-E4F5-40B7-80B0-0F6063421499}">
      <dgm:prSet phldrT="[Text]"/>
      <dgm:spPr/>
      <dgm:t>
        <a:bodyPr/>
        <a:lstStyle/>
        <a:p>
          <a:r>
            <a:rPr lang="en-GB" dirty="0" smtClean="0"/>
            <a:t>Usability</a:t>
          </a:r>
          <a:endParaRPr lang="en-GB" dirty="0"/>
        </a:p>
      </dgm:t>
    </dgm:pt>
    <dgm:pt modelId="{2BBDA6EB-B19F-4C74-8AFF-90B9538FCC3D}" type="parTrans" cxnId="{C89ADAC9-2199-438A-9EDC-482F1A7A088F}">
      <dgm:prSet/>
      <dgm:spPr/>
      <dgm:t>
        <a:bodyPr/>
        <a:lstStyle/>
        <a:p>
          <a:endParaRPr lang="en-GB"/>
        </a:p>
      </dgm:t>
    </dgm:pt>
    <dgm:pt modelId="{BB3E1B20-A939-425E-8AC4-4CFAEF769F75}" type="sibTrans" cxnId="{C89ADAC9-2199-438A-9EDC-482F1A7A088F}">
      <dgm:prSet/>
      <dgm:spPr/>
      <dgm:t>
        <a:bodyPr/>
        <a:lstStyle/>
        <a:p>
          <a:endParaRPr lang="en-GB"/>
        </a:p>
      </dgm:t>
    </dgm:pt>
    <dgm:pt modelId="{63CA378E-D8D6-447A-B864-413368335359}">
      <dgm:prSet phldrT="[Text]"/>
      <dgm:spPr/>
      <dgm:t>
        <a:bodyPr/>
        <a:lstStyle/>
        <a:p>
          <a:r>
            <a:rPr lang="en-GB" dirty="0" smtClean="0"/>
            <a:t>Wire</a:t>
          </a:r>
        </a:p>
        <a:p>
          <a:r>
            <a:rPr lang="en-GB" dirty="0" smtClean="0"/>
            <a:t>framing</a:t>
          </a:r>
          <a:endParaRPr lang="en-GB" dirty="0"/>
        </a:p>
      </dgm:t>
    </dgm:pt>
    <dgm:pt modelId="{760B4981-0275-4C9D-B59C-CC46E2D99D05}" type="parTrans" cxnId="{209E5603-3D0B-4626-9CA2-5A93C53FF458}">
      <dgm:prSet/>
      <dgm:spPr/>
      <dgm:t>
        <a:bodyPr/>
        <a:lstStyle/>
        <a:p>
          <a:endParaRPr lang="en-GB"/>
        </a:p>
      </dgm:t>
    </dgm:pt>
    <dgm:pt modelId="{3A237120-C5D9-4332-9C3C-C562649A11F0}" type="sibTrans" cxnId="{209E5603-3D0B-4626-9CA2-5A93C53FF458}">
      <dgm:prSet/>
      <dgm:spPr/>
      <dgm:t>
        <a:bodyPr/>
        <a:lstStyle/>
        <a:p>
          <a:endParaRPr lang="en-GB"/>
        </a:p>
      </dgm:t>
    </dgm:pt>
    <dgm:pt modelId="{153ED75F-A8A8-4FA1-BA5C-E4D4CD8C703E}">
      <dgm:prSet phldrT="[Text]"/>
      <dgm:spPr/>
      <dgm:t>
        <a:bodyPr/>
        <a:lstStyle/>
        <a:p>
          <a:r>
            <a:rPr lang="en-GB" dirty="0" smtClean="0"/>
            <a:t>Test</a:t>
          </a:r>
        </a:p>
      </dgm:t>
    </dgm:pt>
    <dgm:pt modelId="{56F45115-B2BD-468B-BEE9-1B3F0591DB7B}" type="parTrans" cxnId="{FFF42BF1-7717-497E-96B8-8D4C4C035C6D}">
      <dgm:prSet/>
      <dgm:spPr/>
      <dgm:t>
        <a:bodyPr/>
        <a:lstStyle/>
        <a:p>
          <a:endParaRPr lang="en-GB"/>
        </a:p>
      </dgm:t>
    </dgm:pt>
    <dgm:pt modelId="{812ECBF5-D58E-4B1A-BF03-89F06D07E8B1}" type="sibTrans" cxnId="{FFF42BF1-7717-497E-96B8-8D4C4C035C6D}">
      <dgm:prSet/>
      <dgm:spPr/>
      <dgm:t>
        <a:bodyPr/>
        <a:lstStyle/>
        <a:p>
          <a:endParaRPr lang="en-GB"/>
        </a:p>
      </dgm:t>
    </dgm:pt>
    <dgm:pt modelId="{B11229F7-FE3A-41EA-94C9-7FD87493E2D0}">
      <dgm:prSet phldrT="[Text]"/>
      <dgm:spPr/>
      <dgm:t>
        <a:bodyPr/>
        <a:lstStyle/>
        <a:p>
          <a:r>
            <a:rPr lang="en-GB" dirty="0" smtClean="0"/>
            <a:t>Review, Iterate</a:t>
          </a:r>
        </a:p>
      </dgm:t>
    </dgm:pt>
    <dgm:pt modelId="{CC36A4DD-9C06-47B8-8C3B-A2A9B249447E}" type="parTrans" cxnId="{B9739F6F-677F-412E-B4F3-2E0138E10256}">
      <dgm:prSet/>
      <dgm:spPr/>
      <dgm:t>
        <a:bodyPr/>
        <a:lstStyle/>
        <a:p>
          <a:endParaRPr lang="en-GB"/>
        </a:p>
      </dgm:t>
    </dgm:pt>
    <dgm:pt modelId="{E041DD8A-3E13-4660-A32B-F209FC5B071B}" type="sibTrans" cxnId="{B9739F6F-677F-412E-B4F3-2E0138E10256}">
      <dgm:prSet/>
      <dgm:spPr/>
      <dgm:t>
        <a:bodyPr/>
        <a:lstStyle/>
        <a:p>
          <a:endParaRPr lang="en-GB"/>
        </a:p>
      </dgm:t>
    </dgm:pt>
    <dgm:pt modelId="{E453B2F4-1561-42E8-B04A-030DF620F247}" type="pres">
      <dgm:prSet presAssocID="{3029CC4A-AFB8-4B27-8180-B8A75C8C582B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A04209EB-5EA9-4B60-ABC2-239D12D35571}" type="pres">
      <dgm:prSet presAssocID="{B11229F7-FE3A-41EA-94C9-7FD87493E2D0}" presName="Accent6" presStyleCnt="0"/>
      <dgm:spPr/>
    </dgm:pt>
    <dgm:pt modelId="{B93FE88B-7B7D-48C3-B836-DCB778816807}" type="pres">
      <dgm:prSet presAssocID="{B11229F7-FE3A-41EA-94C9-7FD87493E2D0}" presName="Accent" presStyleLbl="node1" presStyleIdx="0" presStyleCnt="6"/>
      <dgm:spPr/>
    </dgm:pt>
    <dgm:pt modelId="{6209BED2-A9FC-4D20-9C4B-09A197A1EACB}" type="pres">
      <dgm:prSet presAssocID="{B11229F7-FE3A-41EA-94C9-7FD87493E2D0}" presName="ParentBackground6" presStyleCnt="0"/>
      <dgm:spPr/>
    </dgm:pt>
    <dgm:pt modelId="{7B1AC9A5-8D7C-4EEE-AD4A-B2E5B5BB8B21}" type="pres">
      <dgm:prSet presAssocID="{B11229F7-FE3A-41EA-94C9-7FD87493E2D0}" presName="ParentBackground" presStyleLbl="fgAcc1" presStyleIdx="0" presStyleCnt="6"/>
      <dgm:spPr/>
    </dgm:pt>
    <dgm:pt modelId="{5BE1CF5F-C646-427E-82E0-16DA6449E347}" type="pres">
      <dgm:prSet presAssocID="{B11229F7-FE3A-41EA-94C9-7FD87493E2D0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CC4CEEA-BAAC-4B71-BABE-5F65FC9261F1}" type="pres">
      <dgm:prSet presAssocID="{153ED75F-A8A8-4FA1-BA5C-E4D4CD8C703E}" presName="Accent5" presStyleCnt="0"/>
      <dgm:spPr/>
    </dgm:pt>
    <dgm:pt modelId="{17E9F571-8F55-4EDF-800B-3BF1004E15DD}" type="pres">
      <dgm:prSet presAssocID="{153ED75F-A8A8-4FA1-BA5C-E4D4CD8C703E}" presName="Accent" presStyleLbl="node1" presStyleIdx="1" presStyleCnt="6"/>
      <dgm:spPr/>
    </dgm:pt>
    <dgm:pt modelId="{BD8171A0-4626-440E-BDB6-9FED87B03FF9}" type="pres">
      <dgm:prSet presAssocID="{153ED75F-A8A8-4FA1-BA5C-E4D4CD8C703E}" presName="ParentBackground5" presStyleCnt="0"/>
      <dgm:spPr/>
    </dgm:pt>
    <dgm:pt modelId="{B4D5957A-DC04-4D00-B08B-9B9236C03749}" type="pres">
      <dgm:prSet presAssocID="{153ED75F-A8A8-4FA1-BA5C-E4D4CD8C703E}" presName="ParentBackground" presStyleLbl="fgAcc1" presStyleIdx="1" presStyleCnt="6"/>
      <dgm:spPr/>
    </dgm:pt>
    <dgm:pt modelId="{B4CE2563-84A0-47DB-ABE1-6CF5B37C3DAB}" type="pres">
      <dgm:prSet presAssocID="{153ED75F-A8A8-4FA1-BA5C-E4D4CD8C703E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8650DD7-7A9D-4AEA-8A54-6A0DB49E1847}" type="pres">
      <dgm:prSet presAssocID="{63CA378E-D8D6-447A-B864-413368335359}" presName="Accent4" presStyleCnt="0"/>
      <dgm:spPr/>
    </dgm:pt>
    <dgm:pt modelId="{F7E343C4-5576-4368-AABD-F518EAD9E72F}" type="pres">
      <dgm:prSet presAssocID="{63CA378E-D8D6-447A-B864-413368335359}" presName="Accent" presStyleLbl="node1" presStyleIdx="2" presStyleCnt="6"/>
      <dgm:spPr/>
    </dgm:pt>
    <dgm:pt modelId="{1C1C17A8-4598-4D02-A5AD-3F61841B9DE2}" type="pres">
      <dgm:prSet presAssocID="{63CA378E-D8D6-447A-B864-413368335359}" presName="ParentBackground4" presStyleCnt="0"/>
      <dgm:spPr/>
    </dgm:pt>
    <dgm:pt modelId="{F72F8090-9C8B-4497-93DD-32EA5D02D605}" type="pres">
      <dgm:prSet presAssocID="{63CA378E-D8D6-447A-B864-413368335359}" presName="ParentBackground" presStyleLbl="fgAcc1" presStyleIdx="2" presStyleCnt="6"/>
      <dgm:spPr/>
      <dgm:t>
        <a:bodyPr/>
        <a:lstStyle/>
        <a:p>
          <a:endParaRPr lang="en-GB"/>
        </a:p>
      </dgm:t>
    </dgm:pt>
    <dgm:pt modelId="{38E88DBD-6DC5-4D39-8C2E-C910422961C6}" type="pres">
      <dgm:prSet presAssocID="{63CA378E-D8D6-447A-B864-413368335359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55751E8-5F18-4F96-AB6E-AF19595B285A}" type="pres">
      <dgm:prSet presAssocID="{8C5078F6-E4F5-40B7-80B0-0F6063421499}" presName="Accent3" presStyleCnt="0"/>
      <dgm:spPr/>
    </dgm:pt>
    <dgm:pt modelId="{A4B7A84D-1790-4925-A763-B733637B5643}" type="pres">
      <dgm:prSet presAssocID="{8C5078F6-E4F5-40B7-80B0-0F6063421499}" presName="Accent" presStyleLbl="node1" presStyleIdx="3" presStyleCnt="6"/>
      <dgm:spPr/>
    </dgm:pt>
    <dgm:pt modelId="{F4886E53-7D70-4C1E-8137-E525E6547DDD}" type="pres">
      <dgm:prSet presAssocID="{8C5078F6-E4F5-40B7-80B0-0F6063421499}" presName="ParentBackground3" presStyleCnt="0"/>
      <dgm:spPr/>
    </dgm:pt>
    <dgm:pt modelId="{164D72BC-E990-4EF5-BBFC-BB7FE0A5A5B0}" type="pres">
      <dgm:prSet presAssocID="{8C5078F6-E4F5-40B7-80B0-0F6063421499}" presName="ParentBackground" presStyleLbl="fgAcc1" presStyleIdx="3" presStyleCnt="6"/>
      <dgm:spPr/>
    </dgm:pt>
    <dgm:pt modelId="{E9EE6AB2-ADA1-47A5-9BFD-1BC39CF6FB3B}" type="pres">
      <dgm:prSet presAssocID="{8C5078F6-E4F5-40B7-80B0-0F6063421499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2816058-DA3F-48BE-B4AF-2BF964412574}" type="pres">
      <dgm:prSet presAssocID="{2AE8C144-8B2F-4E47-AD58-5A74C23FFD44}" presName="Accent2" presStyleCnt="0"/>
      <dgm:spPr/>
    </dgm:pt>
    <dgm:pt modelId="{A4AE2605-4B3F-46EF-BC84-DA0D760DB350}" type="pres">
      <dgm:prSet presAssocID="{2AE8C144-8B2F-4E47-AD58-5A74C23FFD44}" presName="Accent" presStyleLbl="node1" presStyleIdx="4" presStyleCnt="6"/>
      <dgm:spPr/>
    </dgm:pt>
    <dgm:pt modelId="{95463F05-BEA0-4D1D-A303-158D7F7B4411}" type="pres">
      <dgm:prSet presAssocID="{2AE8C144-8B2F-4E47-AD58-5A74C23FFD44}" presName="ParentBackground2" presStyleCnt="0"/>
      <dgm:spPr/>
    </dgm:pt>
    <dgm:pt modelId="{EDE71A35-A684-4CA6-9A8B-FBF8098FA9A4}" type="pres">
      <dgm:prSet presAssocID="{2AE8C144-8B2F-4E47-AD58-5A74C23FFD44}" presName="ParentBackground" presStyleLbl="fgAcc1" presStyleIdx="4" presStyleCnt="6"/>
      <dgm:spPr/>
      <dgm:t>
        <a:bodyPr/>
        <a:lstStyle/>
        <a:p>
          <a:endParaRPr lang="en-GB"/>
        </a:p>
      </dgm:t>
    </dgm:pt>
    <dgm:pt modelId="{AEF17D23-8A72-45CA-8860-946240783D88}" type="pres">
      <dgm:prSet presAssocID="{2AE8C144-8B2F-4E47-AD58-5A74C23FFD44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3CF22F6-6AEA-4B60-8D9B-ED371DA9CA3B}" type="pres">
      <dgm:prSet presAssocID="{8D5C5D02-1210-4DE3-A9E1-48DF2C0BF4AC}" presName="Accent1" presStyleCnt="0"/>
      <dgm:spPr/>
    </dgm:pt>
    <dgm:pt modelId="{77F291E6-B905-4B39-A869-9BA31FFE7E16}" type="pres">
      <dgm:prSet presAssocID="{8D5C5D02-1210-4DE3-A9E1-48DF2C0BF4AC}" presName="Accent" presStyleLbl="node1" presStyleIdx="5" presStyleCnt="6"/>
      <dgm:spPr/>
    </dgm:pt>
    <dgm:pt modelId="{1E1F485C-3291-4803-A836-8B5A0619103D}" type="pres">
      <dgm:prSet presAssocID="{8D5C5D02-1210-4DE3-A9E1-48DF2C0BF4AC}" presName="ParentBackground1" presStyleCnt="0"/>
      <dgm:spPr/>
    </dgm:pt>
    <dgm:pt modelId="{E017CB32-706A-48F3-9ADA-CA161114B6C6}" type="pres">
      <dgm:prSet presAssocID="{8D5C5D02-1210-4DE3-A9E1-48DF2C0BF4AC}" presName="ParentBackground" presStyleLbl="fgAcc1" presStyleIdx="5" presStyleCnt="6"/>
      <dgm:spPr/>
    </dgm:pt>
    <dgm:pt modelId="{6AAF9076-62B7-4CDA-94EF-28478285EFE9}" type="pres">
      <dgm:prSet presAssocID="{8D5C5D02-1210-4DE3-A9E1-48DF2C0BF4A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64D3AAA5-68C7-4E92-A908-FA2614252873}" type="presOf" srcId="{2AE8C144-8B2F-4E47-AD58-5A74C23FFD44}" destId="{EDE71A35-A684-4CA6-9A8B-FBF8098FA9A4}" srcOrd="0" destOrd="0" presId="urn:microsoft.com/office/officeart/2011/layout/CircleProcess"/>
    <dgm:cxn modelId="{209E5603-3D0B-4626-9CA2-5A93C53FF458}" srcId="{3029CC4A-AFB8-4B27-8180-B8A75C8C582B}" destId="{63CA378E-D8D6-447A-B864-413368335359}" srcOrd="3" destOrd="0" parTransId="{760B4981-0275-4C9D-B59C-CC46E2D99D05}" sibTransId="{3A237120-C5D9-4332-9C3C-C562649A11F0}"/>
    <dgm:cxn modelId="{B528D299-43C7-42C2-8F57-1640F9BF36DB}" srcId="{3029CC4A-AFB8-4B27-8180-B8A75C8C582B}" destId="{8D5C5D02-1210-4DE3-A9E1-48DF2C0BF4AC}" srcOrd="0" destOrd="0" parTransId="{6B6AAACD-5CF7-4D5B-A581-E8DDC4A56DD8}" sibTransId="{C698C9B4-0409-4BF3-A120-48801DA7BDE6}"/>
    <dgm:cxn modelId="{B9739F6F-677F-412E-B4F3-2E0138E10256}" srcId="{3029CC4A-AFB8-4B27-8180-B8A75C8C582B}" destId="{B11229F7-FE3A-41EA-94C9-7FD87493E2D0}" srcOrd="5" destOrd="0" parTransId="{CC36A4DD-9C06-47B8-8C3B-A2A9B249447E}" sibTransId="{E041DD8A-3E13-4660-A32B-F209FC5B071B}"/>
    <dgm:cxn modelId="{7524BE7F-96BA-4B2E-BF64-BA93C46F712A}" type="presOf" srcId="{63CA378E-D8D6-447A-B864-413368335359}" destId="{38E88DBD-6DC5-4D39-8C2E-C910422961C6}" srcOrd="1" destOrd="0" presId="urn:microsoft.com/office/officeart/2011/layout/CircleProcess"/>
    <dgm:cxn modelId="{C89ADAC9-2199-438A-9EDC-482F1A7A088F}" srcId="{3029CC4A-AFB8-4B27-8180-B8A75C8C582B}" destId="{8C5078F6-E4F5-40B7-80B0-0F6063421499}" srcOrd="2" destOrd="0" parTransId="{2BBDA6EB-B19F-4C74-8AFF-90B9538FCC3D}" sibTransId="{BB3E1B20-A939-425E-8AC4-4CFAEF769F75}"/>
    <dgm:cxn modelId="{0C2AAF0A-4915-4DAC-BB45-BD872EC9134A}" type="presOf" srcId="{B11229F7-FE3A-41EA-94C9-7FD87493E2D0}" destId="{5BE1CF5F-C646-427E-82E0-16DA6449E347}" srcOrd="1" destOrd="0" presId="urn:microsoft.com/office/officeart/2011/layout/CircleProcess"/>
    <dgm:cxn modelId="{6C21DA7E-CDC7-4552-9F63-33387347F9C9}" type="presOf" srcId="{63CA378E-D8D6-447A-B864-413368335359}" destId="{F72F8090-9C8B-4497-93DD-32EA5D02D605}" srcOrd="0" destOrd="0" presId="urn:microsoft.com/office/officeart/2011/layout/CircleProcess"/>
    <dgm:cxn modelId="{B54741C2-338C-48D7-AA88-5FCBF2132C04}" type="presOf" srcId="{153ED75F-A8A8-4FA1-BA5C-E4D4CD8C703E}" destId="{B4CE2563-84A0-47DB-ABE1-6CF5B37C3DAB}" srcOrd="1" destOrd="0" presId="urn:microsoft.com/office/officeart/2011/layout/CircleProcess"/>
    <dgm:cxn modelId="{1409A58C-9F8E-4629-9AB3-F25A0FEE9EFE}" type="presOf" srcId="{2AE8C144-8B2F-4E47-AD58-5A74C23FFD44}" destId="{AEF17D23-8A72-45CA-8860-946240783D88}" srcOrd="1" destOrd="0" presId="urn:microsoft.com/office/officeart/2011/layout/CircleProcess"/>
    <dgm:cxn modelId="{FF10023F-5A1B-495D-94F6-AF8667F963AB}" type="presOf" srcId="{8D5C5D02-1210-4DE3-A9E1-48DF2C0BF4AC}" destId="{E017CB32-706A-48F3-9ADA-CA161114B6C6}" srcOrd="0" destOrd="0" presId="urn:microsoft.com/office/officeart/2011/layout/CircleProcess"/>
    <dgm:cxn modelId="{4C266243-1E20-4617-99D7-177A2F2376AD}" type="presOf" srcId="{8C5078F6-E4F5-40B7-80B0-0F6063421499}" destId="{164D72BC-E990-4EF5-BBFC-BB7FE0A5A5B0}" srcOrd="0" destOrd="0" presId="urn:microsoft.com/office/officeart/2011/layout/CircleProcess"/>
    <dgm:cxn modelId="{8B56837B-1D6A-42CD-800E-226C7285152D}" type="presOf" srcId="{B11229F7-FE3A-41EA-94C9-7FD87493E2D0}" destId="{7B1AC9A5-8D7C-4EEE-AD4A-B2E5B5BB8B21}" srcOrd="0" destOrd="0" presId="urn:microsoft.com/office/officeart/2011/layout/CircleProcess"/>
    <dgm:cxn modelId="{60203969-BFAE-4816-A42B-20BB0F97EE17}" type="presOf" srcId="{153ED75F-A8A8-4FA1-BA5C-E4D4CD8C703E}" destId="{B4D5957A-DC04-4D00-B08B-9B9236C03749}" srcOrd="0" destOrd="0" presId="urn:microsoft.com/office/officeart/2011/layout/CircleProcess"/>
    <dgm:cxn modelId="{64E6FBFF-748E-4CA9-9B00-5A422C3818D6}" type="presOf" srcId="{8C5078F6-E4F5-40B7-80B0-0F6063421499}" destId="{E9EE6AB2-ADA1-47A5-9BFD-1BC39CF6FB3B}" srcOrd="1" destOrd="0" presId="urn:microsoft.com/office/officeart/2011/layout/CircleProcess"/>
    <dgm:cxn modelId="{042CAF78-C68F-43D3-8AE5-F81B044B4870}" type="presOf" srcId="{3029CC4A-AFB8-4B27-8180-B8A75C8C582B}" destId="{E453B2F4-1561-42E8-B04A-030DF620F247}" srcOrd="0" destOrd="0" presId="urn:microsoft.com/office/officeart/2011/layout/CircleProcess"/>
    <dgm:cxn modelId="{FFF42BF1-7717-497E-96B8-8D4C4C035C6D}" srcId="{3029CC4A-AFB8-4B27-8180-B8A75C8C582B}" destId="{153ED75F-A8A8-4FA1-BA5C-E4D4CD8C703E}" srcOrd="4" destOrd="0" parTransId="{56F45115-B2BD-468B-BEE9-1B3F0591DB7B}" sibTransId="{812ECBF5-D58E-4B1A-BF03-89F06D07E8B1}"/>
    <dgm:cxn modelId="{48C8EA12-C420-4C22-89ED-3EEABB046843}" srcId="{3029CC4A-AFB8-4B27-8180-B8A75C8C582B}" destId="{2AE8C144-8B2F-4E47-AD58-5A74C23FFD44}" srcOrd="1" destOrd="0" parTransId="{6164EDD2-7C9E-43BB-B139-777B16540AE0}" sibTransId="{38B46521-9FD0-4FF5-ADA3-E900899FFF77}"/>
    <dgm:cxn modelId="{3D1BE7B8-E46B-47FD-A10B-2062C227747E}" type="presOf" srcId="{8D5C5D02-1210-4DE3-A9E1-48DF2C0BF4AC}" destId="{6AAF9076-62B7-4CDA-94EF-28478285EFE9}" srcOrd="1" destOrd="0" presId="urn:microsoft.com/office/officeart/2011/layout/CircleProcess"/>
    <dgm:cxn modelId="{A29970F8-9AD5-4E88-BA9E-409359D42964}" type="presParOf" srcId="{E453B2F4-1561-42E8-B04A-030DF620F247}" destId="{A04209EB-5EA9-4B60-ABC2-239D12D35571}" srcOrd="0" destOrd="0" presId="urn:microsoft.com/office/officeart/2011/layout/CircleProcess"/>
    <dgm:cxn modelId="{04803EBF-D6E9-4FA6-9CED-652902911311}" type="presParOf" srcId="{A04209EB-5EA9-4B60-ABC2-239D12D35571}" destId="{B93FE88B-7B7D-48C3-B836-DCB778816807}" srcOrd="0" destOrd="0" presId="urn:microsoft.com/office/officeart/2011/layout/CircleProcess"/>
    <dgm:cxn modelId="{8CDFFC07-37B1-4554-BA55-EDB0374ED291}" type="presParOf" srcId="{E453B2F4-1561-42E8-B04A-030DF620F247}" destId="{6209BED2-A9FC-4D20-9C4B-09A197A1EACB}" srcOrd="1" destOrd="0" presId="urn:microsoft.com/office/officeart/2011/layout/CircleProcess"/>
    <dgm:cxn modelId="{38DC723B-CA0D-4CB1-9857-2128A1CE7FA9}" type="presParOf" srcId="{6209BED2-A9FC-4D20-9C4B-09A197A1EACB}" destId="{7B1AC9A5-8D7C-4EEE-AD4A-B2E5B5BB8B21}" srcOrd="0" destOrd="0" presId="urn:microsoft.com/office/officeart/2011/layout/CircleProcess"/>
    <dgm:cxn modelId="{D0B397AE-FFA1-4589-BE14-E363061A21EE}" type="presParOf" srcId="{E453B2F4-1561-42E8-B04A-030DF620F247}" destId="{5BE1CF5F-C646-427E-82E0-16DA6449E347}" srcOrd="2" destOrd="0" presId="urn:microsoft.com/office/officeart/2011/layout/CircleProcess"/>
    <dgm:cxn modelId="{B15BD9FE-6842-47C1-9CEE-733133840CFF}" type="presParOf" srcId="{E453B2F4-1561-42E8-B04A-030DF620F247}" destId="{6CC4CEEA-BAAC-4B71-BABE-5F65FC9261F1}" srcOrd="3" destOrd="0" presId="urn:microsoft.com/office/officeart/2011/layout/CircleProcess"/>
    <dgm:cxn modelId="{2E23DD6D-E861-4289-ABED-D4D8E14721EA}" type="presParOf" srcId="{6CC4CEEA-BAAC-4B71-BABE-5F65FC9261F1}" destId="{17E9F571-8F55-4EDF-800B-3BF1004E15DD}" srcOrd="0" destOrd="0" presId="urn:microsoft.com/office/officeart/2011/layout/CircleProcess"/>
    <dgm:cxn modelId="{0B4B9436-F806-43C1-9F2E-2CCCD0794052}" type="presParOf" srcId="{E453B2F4-1561-42E8-B04A-030DF620F247}" destId="{BD8171A0-4626-440E-BDB6-9FED87B03FF9}" srcOrd="4" destOrd="0" presId="urn:microsoft.com/office/officeart/2011/layout/CircleProcess"/>
    <dgm:cxn modelId="{5365F5B5-4B40-4A48-8E8F-F6E4C055D591}" type="presParOf" srcId="{BD8171A0-4626-440E-BDB6-9FED87B03FF9}" destId="{B4D5957A-DC04-4D00-B08B-9B9236C03749}" srcOrd="0" destOrd="0" presId="urn:microsoft.com/office/officeart/2011/layout/CircleProcess"/>
    <dgm:cxn modelId="{9FD6E34B-5231-45A5-946A-F005662CE146}" type="presParOf" srcId="{E453B2F4-1561-42E8-B04A-030DF620F247}" destId="{B4CE2563-84A0-47DB-ABE1-6CF5B37C3DAB}" srcOrd="5" destOrd="0" presId="urn:microsoft.com/office/officeart/2011/layout/CircleProcess"/>
    <dgm:cxn modelId="{F3982A49-4836-4569-B47B-D2183D2687F0}" type="presParOf" srcId="{E453B2F4-1561-42E8-B04A-030DF620F247}" destId="{08650DD7-7A9D-4AEA-8A54-6A0DB49E1847}" srcOrd="6" destOrd="0" presId="urn:microsoft.com/office/officeart/2011/layout/CircleProcess"/>
    <dgm:cxn modelId="{B16AEF71-985D-4957-BDE9-E3B6428D6560}" type="presParOf" srcId="{08650DD7-7A9D-4AEA-8A54-6A0DB49E1847}" destId="{F7E343C4-5576-4368-AABD-F518EAD9E72F}" srcOrd="0" destOrd="0" presId="urn:microsoft.com/office/officeart/2011/layout/CircleProcess"/>
    <dgm:cxn modelId="{F8676FBB-6EB1-43B3-9005-DDDAE011DB0E}" type="presParOf" srcId="{E453B2F4-1561-42E8-B04A-030DF620F247}" destId="{1C1C17A8-4598-4D02-A5AD-3F61841B9DE2}" srcOrd="7" destOrd="0" presId="urn:microsoft.com/office/officeart/2011/layout/CircleProcess"/>
    <dgm:cxn modelId="{1700363E-1FF5-4C98-9B4E-0BDFE039E309}" type="presParOf" srcId="{1C1C17A8-4598-4D02-A5AD-3F61841B9DE2}" destId="{F72F8090-9C8B-4497-93DD-32EA5D02D605}" srcOrd="0" destOrd="0" presId="urn:microsoft.com/office/officeart/2011/layout/CircleProcess"/>
    <dgm:cxn modelId="{C9C84C1C-8B44-4EA8-92A7-FF1DF5A7E0BF}" type="presParOf" srcId="{E453B2F4-1561-42E8-B04A-030DF620F247}" destId="{38E88DBD-6DC5-4D39-8C2E-C910422961C6}" srcOrd="8" destOrd="0" presId="urn:microsoft.com/office/officeart/2011/layout/CircleProcess"/>
    <dgm:cxn modelId="{E3783E54-CC4B-4C5F-AC76-7CB3460CE41D}" type="presParOf" srcId="{E453B2F4-1561-42E8-B04A-030DF620F247}" destId="{655751E8-5F18-4F96-AB6E-AF19595B285A}" srcOrd="9" destOrd="0" presId="urn:microsoft.com/office/officeart/2011/layout/CircleProcess"/>
    <dgm:cxn modelId="{A0991869-1F9C-482D-8E55-F39F89EB1E25}" type="presParOf" srcId="{655751E8-5F18-4F96-AB6E-AF19595B285A}" destId="{A4B7A84D-1790-4925-A763-B733637B5643}" srcOrd="0" destOrd="0" presId="urn:microsoft.com/office/officeart/2011/layout/CircleProcess"/>
    <dgm:cxn modelId="{606DB109-AA9D-4D47-809F-393380F7A43F}" type="presParOf" srcId="{E453B2F4-1561-42E8-B04A-030DF620F247}" destId="{F4886E53-7D70-4C1E-8137-E525E6547DDD}" srcOrd="10" destOrd="0" presId="urn:microsoft.com/office/officeart/2011/layout/CircleProcess"/>
    <dgm:cxn modelId="{DD8E2EC1-2B99-461B-B695-66864B200DC3}" type="presParOf" srcId="{F4886E53-7D70-4C1E-8137-E525E6547DDD}" destId="{164D72BC-E990-4EF5-BBFC-BB7FE0A5A5B0}" srcOrd="0" destOrd="0" presId="urn:microsoft.com/office/officeart/2011/layout/CircleProcess"/>
    <dgm:cxn modelId="{0557BAFD-3C04-40A2-897E-204E0FCC1E9E}" type="presParOf" srcId="{E453B2F4-1561-42E8-B04A-030DF620F247}" destId="{E9EE6AB2-ADA1-47A5-9BFD-1BC39CF6FB3B}" srcOrd="11" destOrd="0" presId="urn:microsoft.com/office/officeart/2011/layout/CircleProcess"/>
    <dgm:cxn modelId="{993D6AA5-9DA1-4757-80E9-4669FA18C127}" type="presParOf" srcId="{E453B2F4-1561-42E8-B04A-030DF620F247}" destId="{62816058-DA3F-48BE-B4AF-2BF964412574}" srcOrd="12" destOrd="0" presId="urn:microsoft.com/office/officeart/2011/layout/CircleProcess"/>
    <dgm:cxn modelId="{F8DB58A7-415B-41F2-A0F3-19C79A2353D7}" type="presParOf" srcId="{62816058-DA3F-48BE-B4AF-2BF964412574}" destId="{A4AE2605-4B3F-46EF-BC84-DA0D760DB350}" srcOrd="0" destOrd="0" presId="urn:microsoft.com/office/officeart/2011/layout/CircleProcess"/>
    <dgm:cxn modelId="{55CC0253-DCAB-406D-8C2D-57AC2BADF75E}" type="presParOf" srcId="{E453B2F4-1561-42E8-B04A-030DF620F247}" destId="{95463F05-BEA0-4D1D-A303-158D7F7B4411}" srcOrd="13" destOrd="0" presId="urn:microsoft.com/office/officeart/2011/layout/CircleProcess"/>
    <dgm:cxn modelId="{7C7CAC4F-F75B-474B-A2DC-C05E8A5E704E}" type="presParOf" srcId="{95463F05-BEA0-4D1D-A303-158D7F7B4411}" destId="{EDE71A35-A684-4CA6-9A8B-FBF8098FA9A4}" srcOrd="0" destOrd="0" presId="urn:microsoft.com/office/officeart/2011/layout/CircleProcess"/>
    <dgm:cxn modelId="{8A629F6A-244F-4387-8AEA-27B1B9619077}" type="presParOf" srcId="{E453B2F4-1561-42E8-B04A-030DF620F247}" destId="{AEF17D23-8A72-45CA-8860-946240783D88}" srcOrd="14" destOrd="0" presId="urn:microsoft.com/office/officeart/2011/layout/CircleProcess"/>
    <dgm:cxn modelId="{ADC3437C-2BAA-42BB-A708-7185AF806A25}" type="presParOf" srcId="{E453B2F4-1561-42E8-B04A-030DF620F247}" destId="{83CF22F6-6AEA-4B60-8D9B-ED371DA9CA3B}" srcOrd="15" destOrd="0" presId="urn:microsoft.com/office/officeart/2011/layout/CircleProcess"/>
    <dgm:cxn modelId="{9D99F57E-92E8-4549-847B-84AAA7F568B6}" type="presParOf" srcId="{83CF22F6-6AEA-4B60-8D9B-ED371DA9CA3B}" destId="{77F291E6-B905-4B39-A869-9BA31FFE7E16}" srcOrd="0" destOrd="0" presId="urn:microsoft.com/office/officeart/2011/layout/CircleProcess"/>
    <dgm:cxn modelId="{D47D6B17-E314-4270-9FCB-D226B32432D4}" type="presParOf" srcId="{E453B2F4-1561-42E8-B04A-030DF620F247}" destId="{1E1F485C-3291-4803-A836-8B5A0619103D}" srcOrd="16" destOrd="0" presId="urn:microsoft.com/office/officeart/2011/layout/CircleProcess"/>
    <dgm:cxn modelId="{8287D953-833F-4AC1-83BB-3E2B431CE7F5}" type="presParOf" srcId="{1E1F485C-3291-4803-A836-8B5A0619103D}" destId="{E017CB32-706A-48F3-9ADA-CA161114B6C6}" srcOrd="0" destOrd="0" presId="urn:microsoft.com/office/officeart/2011/layout/CircleProcess"/>
    <dgm:cxn modelId="{B92713DD-69BC-48E0-A526-9B7E824E8ACB}" type="presParOf" srcId="{E453B2F4-1561-42E8-B04A-030DF620F247}" destId="{6AAF9076-62B7-4CDA-94EF-28478285EFE9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252925-52FB-4A00-961B-F0EA10955453}" type="doc">
      <dgm:prSet loTypeId="urn:microsoft.com/office/officeart/2005/8/layout/radial1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A7B2FB48-451E-41B4-9CE3-9E730FB9048E}">
      <dgm:prSet phldrT="[Text]"/>
      <dgm:spPr/>
      <dgm:t>
        <a:bodyPr/>
        <a:lstStyle/>
        <a:p>
          <a:r>
            <a:rPr lang="en-GB" dirty="0" smtClean="0"/>
            <a:t>GA</a:t>
          </a:r>
          <a:endParaRPr lang="en-GB" dirty="0"/>
        </a:p>
      </dgm:t>
    </dgm:pt>
    <dgm:pt modelId="{AFFADEE5-57A9-4E9D-8434-04BEC3ABFB6A}" type="parTrans" cxnId="{EB53AE8F-9C3C-4FBF-88D5-185DF8238BB1}">
      <dgm:prSet/>
      <dgm:spPr/>
      <dgm:t>
        <a:bodyPr/>
        <a:lstStyle/>
        <a:p>
          <a:endParaRPr lang="en-GB"/>
        </a:p>
      </dgm:t>
    </dgm:pt>
    <dgm:pt modelId="{63873373-85B6-4482-BFBA-CAF8C9CCB328}" type="sibTrans" cxnId="{EB53AE8F-9C3C-4FBF-88D5-185DF8238BB1}">
      <dgm:prSet/>
      <dgm:spPr/>
      <dgm:t>
        <a:bodyPr/>
        <a:lstStyle/>
        <a:p>
          <a:endParaRPr lang="en-GB"/>
        </a:p>
      </dgm:t>
    </dgm:pt>
    <dgm:pt modelId="{CC75BF48-BD74-4900-B07E-3BB1BF4AE4E3}">
      <dgm:prSet phldrT="[Text]"/>
      <dgm:spPr/>
      <dgm:t>
        <a:bodyPr/>
        <a:lstStyle/>
        <a:p>
          <a:r>
            <a:rPr lang="en-GB" b="1" dirty="0" smtClean="0"/>
            <a:t>Goals</a:t>
          </a:r>
          <a:endParaRPr lang="en-GB" b="1" dirty="0"/>
        </a:p>
      </dgm:t>
    </dgm:pt>
    <dgm:pt modelId="{37F1486E-05B0-4319-BE60-20F478939AD4}" type="parTrans" cxnId="{4A39CAB1-A48A-4169-B588-CA995AC90ACB}">
      <dgm:prSet/>
      <dgm:spPr/>
      <dgm:t>
        <a:bodyPr/>
        <a:lstStyle/>
        <a:p>
          <a:endParaRPr lang="en-GB"/>
        </a:p>
      </dgm:t>
    </dgm:pt>
    <dgm:pt modelId="{CCF91889-600A-4CF7-966B-02075A85C5F4}" type="sibTrans" cxnId="{4A39CAB1-A48A-4169-B588-CA995AC90ACB}">
      <dgm:prSet/>
      <dgm:spPr/>
      <dgm:t>
        <a:bodyPr/>
        <a:lstStyle/>
        <a:p>
          <a:endParaRPr lang="en-GB"/>
        </a:p>
      </dgm:t>
    </dgm:pt>
    <dgm:pt modelId="{7AA857ED-0F65-4BE2-BA19-9366E0B5FE1A}">
      <dgm:prSet phldrT="[Text]"/>
      <dgm:spPr/>
      <dgm:t>
        <a:bodyPr/>
        <a:lstStyle/>
        <a:p>
          <a:r>
            <a:rPr lang="en-GB" b="1" dirty="0" smtClean="0"/>
            <a:t>Ecommerce</a:t>
          </a:r>
          <a:endParaRPr lang="en-GB" b="1" dirty="0"/>
        </a:p>
      </dgm:t>
    </dgm:pt>
    <dgm:pt modelId="{88AC0D3D-5E67-42DD-9D81-058AD2D52E0A}" type="parTrans" cxnId="{8C4F5531-25CD-45C3-8B9C-3EB5F7AA1D43}">
      <dgm:prSet/>
      <dgm:spPr/>
      <dgm:t>
        <a:bodyPr/>
        <a:lstStyle/>
        <a:p>
          <a:endParaRPr lang="en-GB"/>
        </a:p>
      </dgm:t>
    </dgm:pt>
    <dgm:pt modelId="{90046EAC-822E-4CEC-854F-E59BD48DCBD2}" type="sibTrans" cxnId="{8C4F5531-25CD-45C3-8B9C-3EB5F7AA1D43}">
      <dgm:prSet/>
      <dgm:spPr/>
      <dgm:t>
        <a:bodyPr/>
        <a:lstStyle/>
        <a:p>
          <a:endParaRPr lang="en-GB"/>
        </a:p>
      </dgm:t>
    </dgm:pt>
    <dgm:pt modelId="{689ABF0C-0E88-4F02-9A20-359795F75EE7}">
      <dgm:prSet phldrT="[Text]"/>
      <dgm:spPr/>
      <dgm:t>
        <a:bodyPr/>
        <a:lstStyle/>
        <a:p>
          <a:r>
            <a:rPr lang="en-GB" b="1" dirty="0" smtClean="0"/>
            <a:t>Funnel Visualisation</a:t>
          </a:r>
          <a:endParaRPr lang="en-GB" b="1" dirty="0"/>
        </a:p>
      </dgm:t>
    </dgm:pt>
    <dgm:pt modelId="{7C491008-061C-45D4-836F-C0B6A4C25BCF}" type="parTrans" cxnId="{224B62DC-740D-45E9-A2E8-37AFCB89F2F0}">
      <dgm:prSet/>
      <dgm:spPr/>
      <dgm:t>
        <a:bodyPr/>
        <a:lstStyle/>
        <a:p>
          <a:endParaRPr lang="en-GB"/>
        </a:p>
      </dgm:t>
    </dgm:pt>
    <dgm:pt modelId="{710D0763-9A07-4DBF-8476-27004CDFF4C8}" type="sibTrans" cxnId="{224B62DC-740D-45E9-A2E8-37AFCB89F2F0}">
      <dgm:prSet/>
      <dgm:spPr/>
      <dgm:t>
        <a:bodyPr/>
        <a:lstStyle/>
        <a:p>
          <a:endParaRPr lang="en-GB"/>
        </a:p>
      </dgm:t>
    </dgm:pt>
    <dgm:pt modelId="{C7937A66-C3D7-469B-ADEB-A3363C941A7A}">
      <dgm:prSet phldrT="[Text]"/>
      <dgm:spPr/>
      <dgm:t>
        <a:bodyPr/>
        <a:lstStyle/>
        <a:p>
          <a:r>
            <a:rPr lang="en-GB" b="1" dirty="0" smtClean="0"/>
            <a:t>Bounce Rates</a:t>
          </a:r>
          <a:endParaRPr lang="en-GB" b="1" dirty="0"/>
        </a:p>
      </dgm:t>
    </dgm:pt>
    <dgm:pt modelId="{90F8817B-EA17-486D-82A5-6D9763BCC614}" type="parTrans" cxnId="{7E9F2224-B302-49E1-A6F8-4DC0731C088D}">
      <dgm:prSet/>
      <dgm:spPr/>
      <dgm:t>
        <a:bodyPr/>
        <a:lstStyle/>
        <a:p>
          <a:endParaRPr lang="en-GB"/>
        </a:p>
      </dgm:t>
    </dgm:pt>
    <dgm:pt modelId="{6F3C4E36-1783-4AA0-B406-B6F0A2DCD778}" type="sibTrans" cxnId="{7E9F2224-B302-49E1-A6F8-4DC0731C088D}">
      <dgm:prSet/>
      <dgm:spPr/>
      <dgm:t>
        <a:bodyPr/>
        <a:lstStyle/>
        <a:p>
          <a:endParaRPr lang="en-GB"/>
        </a:p>
      </dgm:t>
    </dgm:pt>
    <dgm:pt modelId="{9349CCD8-7305-412F-8C2C-EC526152B71F}">
      <dgm:prSet phldrT="[Text]"/>
      <dgm:spPr/>
      <dgm:t>
        <a:bodyPr/>
        <a:lstStyle/>
        <a:p>
          <a:r>
            <a:rPr lang="en-GB" b="1" dirty="0" smtClean="0"/>
            <a:t>Segmentation</a:t>
          </a:r>
          <a:endParaRPr lang="en-GB" b="1" dirty="0"/>
        </a:p>
      </dgm:t>
    </dgm:pt>
    <dgm:pt modelId="{920CD07F-4F54-4B2A-B024-E2D6F0EE6FB2}" type="parTrans" cxnId="{B1EF6133-53B3-433D-9E37-AD5520CC4BF4}">
      <dgm:prSet/>
      <dgm:spPr/>
      <dgm:t>
        <a:bodyPr/>
        <a:lstStyle/>
        <a:p>
          <a:endParaRPr lang="en-GB"/>
        </a:p>
      </dgm:t>
    </dgm:pt>
    <dgm:pt modelId="{2EF1D384-32C0-4D03-B826-B1512C9D34BD}" type="sibTrans" cxnId="{B1EF6133-53B3-433D-9E37-AD5520CC4BF4}">
      <dgm:prSet/>
      <dgm:spPr/>
      <dgm:t>
        <a:bodyPr/>
        <a:lstStyle/>
        <a:p>
          <a:endParaRPr lang="en-GB"/>
        </a:p>
      </dgm:t>
    </dgm:pt>
    <dgm:pt modelId="{53A467B2-7825-4C00-8201-D2E22E5CD562}">
      <dgm:prSet phldrT="[Text]"/>
      <dgm:spPr/>
      <dgm:t>
        <a:bodyPr/>
        <a:lstStyle/>
        <a:p>
          <a:r>
            <a:rPr lang="en-GB" b="1" dirty="0" smtClean="0"/>
            <a:t>New vs. Returning</a:t>
          </a:r>
        </a:p>
      </dgm:t>
    </dgm:pt>
    <dgm:pt modelId="{84EA177B-6C21-4BF1-AA06-131EE9D12F4E}" type="parTrans" cxnId="{9CEE0908-51C8-4CBB-9122-FB2CB24D0536}">
      <dgm:prSet/>
      <dgm:spPr/>
      <dgm:t>
        <a:bodyPr/>
        <a:lstStyle/>
        <a:p>
          <a:endParaRPr lang="en-GB"/>
        </a:p>
      </dgm:t>
    </dgm:pt>
    <dgm:pt modelId="{3988F011-3B1A-45B9-9E2F-4B5CCBF9CAAE}" type="sibTrans" cxnId="{9CEE0908-51C8-4CBB-9122-FB2CB24D0536}">
      <dgm:prSet/>
      <dgm:spPr/>
      <dgm:t>
        <a:bodyPr/>
        <a:lstStyle/>
        <a:p>
          <a:endParaRPr lang="en-GB"/>
        </a:p>
      </dgm:t>
    </dgm:pt>
    <dgm:pt modelId="{F361CDA6-D9CE-48B6-BC63-F96B8ECF0A3D}">
      <dgm:prSet phldrT="[Text]"/>
      <dgm:spPr/>
      <dgm:t>
        <a:bodyPr/>
        <a:lstStyle/>
        <a:p>
          <a:r>
            <a:rPr lang="en-GB" b="1" dirty="0" smtClean="0"/>
            <a:t>Exit Rates</a:t>
          </a:r>
        </a:p>
      </dgm:t>
    </dgm:pt>
    <dgm:pt modelId="{8AB465A8-96AC-428A-8D6F-C22F367FC3D7}" type="parTrans" cxnId="{A842FB71-E140-4B29-A959-EE3E6C968E15}">
      <dgm:prSet/>
      <dgm:spPr/>
      <dgm:t>
        <a:bodyPr/>
        <a:lstStyle/>
        <a:p>
          <a:endParaRPr lang="en-GB"/>
        </a:p>
      </dgm:t>
    </dgm:pt>
    <dgm:pt modelId="{43A1BE5E-1044-49B5-AF6C-80C013887E8A}" type="sibTrans" cxnId="{A842FB71-E140-4B29-A959-EE3E6C968E15}">
      <dgm:prSet/>
      <dgm:spPr/>
      <dgm:t>
        <a:bodyPr/>
        <a:lstStyle/>
        <a:p>
          <a:endParaRPr lang="en-GB"/>
        </a:p>
      </dgm:t>
    </dgm:pt>
    <dgm:pt modelId="{4EA47AB7-427D-41C6-B6F6-9A76FC0D5B0A}">
      <dgm:prSet phldrT="[Text]"/>
      <dgm:spPr/>
      <dgm:t>
        <a:bodyPr/>
        <a:lstStyle/>
        <a:p>
          <a:r>
            <a:rPr lang="en-GB" b="1" dirty="0" smtClean="0"/>
            <a:t>Navigation Summary</a:t>
          </a:r>
        </a:p>
      </dgm:t>
    </dgm:pt>
    <dgm:pt modelId="{5246BB2D-F649-46B3-A244-8A7EB939FF0F}" type="parTrans" cxnId="{D5A279F2-E475-4524-BF53-BE777E3198DC}">
      <dgm:prSet/>
      <dgm:spPr/>
      <dgm:t>
        <a:bodyPr/>
        <a:lstStyle/>
        <a:p>
          <a:endParaRPr lang="en-GB"/>
        </a:p>
      </dgm:t>
    </dgm:pt>
    <dgm:pt modelId="{C157A95B-7CF3-493D-8C13-FE7A47703545}" type="sibTrans" cxnId="{D5A279F2-E475-4524-BF53-BE777E3198DC}">
      <dgm:prSet/>
      <dgm:spPr/>
      <dgm:t>
        <a:bodyPr/>
        <a:lstStyle/>
        <a:p>
          <a:endParaRPr lang="en-GB"/>
        </a:p>
      </dgm:t>
    </dgm:pt>
    <dgm:pt modelId="{7D5F208A-B796-4298-8182-C3221023A93A}" type="pres">
      <dgm:prSet presAssocID="{73252925-52FB-4A00-961B-F0EA10955453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E08B172-939A-416B-B694-3C98C6B82238}" type="pres">
      <dgm:prSet presAssocID="{A7B2FB48-451E-41B4-9CE3-9E730FB9048E}" presName="centerShape" presStyleLbl="node0" presStyleIdx="0" presStyleCnt="1"/>
      <dgm:spPr/>
    </dgm:pt>
    <dgm:pt modelId="{CF328DFF-3775-4282-BE36-5FA23081194E}" type="pres">
      <dgm:prSet presAssocID="{37F1486E-05B0-4319-BE60-20F478939AD4}" presName="Name9" presStyleLbl="parChTrans1D2" presStyleIdx="0" presStyleCnt="8"/>
      <dgm:spPr/>
    </dgm:pt>
    <dgm:pt modelId="{BB964969-31E4-4E93-831C-8E6089FBBAE5}" type="pres">
      <dgm:prSet presAssocID="{37F1486E-05B0-4319-BE60-20F478939AD4}" presName="connTx" presStyleLbl="parChTrans1D2" presStyleIdx="0" presStyleCnt="8"/>
      <dgm:spPr/>
    </dgm:pt>
    <dgm:pt modelId="{A5E679BB-FBB3-4F7C-B6F4-6B7B0F0A9B2E}" type="pres">
      <dgm:prSet presAssocID="{CC75BF48-BD74-4900-B07E-3BB1BF4AE4E3}" presName="node" presStyleLbl="node1" presStyleIdx="0" presStyleCnt="8">
        <dgm:presLayoutVars>
          <dgm:bulletEnabled val="1"/>
        </dgm:presLayoutVars>
      </dgm:prSet>
      <dgm:spPr/>
    </dgm:pt>
    <dgm:pt modelId="{C45631DB-737C-406A-8B20-7BFF5D5E62DE}" type="pres">
      <dgm:prSet presAssocID="{88AC0D3D-5E67-42DD-9D81-058AD2D52E0A}" presName="Name9" presStyleLbl="parChTrans1D2" presStyleIdx="1" presStyleCnt="8"/>
      <dgm:spPr/>
    </dgm:pt>
    <dgm:pt modelId="{A5FEA1B5-46B6-4A9C-ADC7-E73016F2DCEE}" type="pres">
      <dgm:prSet presAssocID="{88AC0D3D-5E67-42DD-9D81-058AD2D52E0A}" presName="connTx" presStyleLbl="parChTrans1D2" presStyleIdx="1" presStyleCnt="8"/>
      <dgm:spPr/>
    </dgm:pt>
    <dgm:pt modelId="{AFECDA05-03EB-4D73-9F32-3ABF28351630}" type="pres">
      <dgm:prSet presAssocID="{7AA857ED-0F65-4BE2-BA19-9366E0B5FE1A}" presName="node" presStyleLbl="node1" presStyleIdx="1" presStyleCnt="8">
        <dgm:presLayoutVars>
          <dgm:bulletEnabled val="1"/>
        </dgm:presLayoutVars>
      </dgm:prSet>
      <dgm:spPr/>
    </dgm:pt>
    <dgm:pt modelId="{01A67D2B-5626-4254-8E6D-3A3C568E13C0}" type="pres">
      <dgm:prSet presAssocID="{7C491008-061C-45D4-836F-C0B6A4C25BCF}" presName="Name9" presStyleLbl="parChTrans1D2" presStyleIdx="2" presStyleCnt="8"/>
      <dgm:spPr/>
    </dgm:pt>
    <dgm:pt modelId="{8C2BB402-F5C2-4D05-8BD1-BB44AA31E46A}" type="pres">
      <dgm:prSet presAssocID="{7C491008-061C-45D4-836F-C0B6A4C25BCF}" presName="connTx" presStyleLbl="parChTrans1D2" presStyleIdx="2" presStyleCnt="8"/>
      <dgm:spPr/>
    </dgm:pt>
    <dgm:pt modelId="{C02AF671-81A2-44D7-AB60-F7BB39450BDD}" type="pres">
      <dgm:prSet presAssocID="{689ABF0C-0E88-4F02-9A20-359795F75EE7}" presName="node" presStyleLbl="node1" presStyleIdx="2" presStyleCnt="8">
        <dgm:presLayoutVars>
          <dgm:bulletEnabled val="1"/>
        </dgm:presLayoutVars>
      </dgm:prSet>
      <dgm:spPr/>
    </dgm:pt>
    <dgm:pt modelId="{C6534C0F-A2CE-4935-9CD1-703E73E40C7E}" type="pres">
      <dgm:prSet presAssocID="{90F8817B-EA17-486D-82A5-6D9763BCC614}" presName="Name9" presStyleLbl="parChTrans1D2" presStyleIdx="3" presStyleCnt="8"/>
      <dgm:spPr/>
    </dgm:pt>
    <dgm:pt modelId="{FFE22939-6B3B-4B87-BEBD-28E1379832FB}" type="pres">
      <dgm:prSet presAssocID="{90F8817B-EA17-486D-82A5-6D9763BCC614}" presName="connTx" presStyleLbl="parChTrans1D2" presStyleIdx="3" presStyleCnt="8"/>
      <dgm:spPr/>
    </dgm:pt>
    <dgm:pt modelId="{4577CFFB-5325-4BD1-A736-75EED1AB67B5}" type="pres">
      <dgm:prSet presAssocID="{C7937A66-C3D7-469B-ADEB-A3363C941A7A}" presName="node" presStyleLbl="node1" presStyleIdx="3" presStyleCnt="8">
        <dgm:presLayoutVars>
          <dgm:bulletEnabled val="1"/>
        </dgm:presLayoutVars>
      </dgm:prSet>
      <dgm:spPr/>
    </dgm:pt>
    <dgm:pt modelId="{D5964CC5-1212-4020-B3F4-B2389604C68F}" type="pres">
      <dgm:prSet presAssocID="{920CD07F-4F54-4B2A-B024-E2D6F0EE6FB2}" presName="Name9" presStyleLbl="parChTrans1D2" presStyleIdx="4" presStyleCnt="8"/>
      <dgm:spPr/>
    </dgm:pt>
    <dgm:pt modelId="{8CE9E54F-DDC1-48BF-B2E9-5075046D6060}" type="pres">
      <dgm:prSet presAssocID="{920CD07F-4F54-4B2A-B024-E2D6F0EE6FB2}" presName="connTx" presStyleLbl="parChTrans1D2" presStyleIdx="4" presStyleCnt="8"/>
      <dgm:spPr/>
    </dgm:pt>
    <dgm:pt modelId="{BCACD217-4F34-4B5F-9802-D56421FA09D5}" type="pres">
      <dgm:prSet presAssocID="{9349CCD8-7305-412F-8C2C-EC526152B71F}" presName="node" presStyleLbl="node1" presStyleIdx="4" presStyleCnt="8">
        <dgm:presLayoutVars>
          <dgm:bulletEnabled val="1"/>
        </dgm:presLayoutVars>
      </dgm:prSet>
      <dgm:spPr/>
    </dgm:pt>
    <dgm:pt modelId="{46709D75-A533-4AA4-A82A-B20FDD2B526A}" type="pres">
      <dgm:prSet presAssocID="{84EA177B-6C21-4BF1-AA06-131EE9D12F4E}" presName="Name9" presStyleLbl="parChTrans1D2" presStyleIdx="5" presStyleCnt="8"/>
      <dgm:spPr/>
    </dgm:pt>
    <dgm:pt modelId="{4E4A2458-D3BF-49AF-B1AD-A5E1CE7D2B1A}" type="pres">
      <dgm:prSet presAssocID="{84EA177B-6C21-4BF1-AA06-131EE9D12F4E}" presName="connTx" presStyleLbl="parChTrans1D2" presStyleIdx="5" presStyleCnt="8"/>
      <dgm:spPr/>
    </dgm:pt>
    <dgm:pt modelId="{B3F741C6-9F8E-402F-92AF-6F177DFB8B99}" type="pres">
      <dgm:prSet presAssocID="{53A467B2-7825-4C00-8201-D2E22E5CD562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087B54B-65B6-4EAC-86F0-78672CC05F52}" type="pres">
      <dgm:prSet presAssocID="{8AB465A8-96AC-428A-8D6F-C22F367FC3D7}" presName="Name9" presStyleLbl="parChTrans1D2" presStyleIdx="6" presStyleCnt="8"/>
      <dgm:spPr/>
    </dgm:pt>
    <dgm:pt modelId="{F0593A0E-3F3D-43A8-96CC-BFDD5E80C692}" type="pres">
      <dgm:prSet presAssocID="{8AB465A8-96AC-428A-8D6F-C22F367FC3D7}" presName="connTx" presStyleLbl="parChTrans1D2" presStyleIdx="6" presStyleCnt="8"/>
      <dgm:spPr/>
    </dgm:pt>
    <dgm:pt modelId="{6EDDB7DC-AB35-48A9-BF25-A8CEBBE94A93}" type="pres">
      <dgm:prSet presAssocID="{F361CDA6-D9CE-48B6-BC63-F96B8ECF0A3D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F6C597F-7682-476D-8FB5-27DCE42619A6}" type="pres">
      <dgm:prSet presAssocID="{5246BB2D-F649-46B3-A244-8A7EB939FF0F}" presName="Name9" presStyleLbl="parChTrans1D2" presStyleIdx="7" presStyleCnt="8"/>
      <dgm:spPr/>
    </dgm:pt>
    <dgm:pt modelId="{E25322FB-6460-4EA8-9C6A-6581372CFD85}" type="pres">
      <dgm:prSet presAssocID="{5246BB2D-F649-46B3-A244-8A7EB939FF0F}" presName="connTx" presStyleLbl="parChTrans1D2" presStyleIdx="7" presStyleCnt="8"/>
      <dgm:spPr/>
    </dgm:pt>
    <dgm:pt modelId="{A4E6DD9C-8C4C-4AE9-B5D4-E9066DFB63CF}" type="pres">
      <dgm:prSet presAssocID="{4EA47AB7-427D-41C6-B6F6-9A76FC0D5B0A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1EA2426-C212-468D-B160-DD311ADF0B4F}" type="presOf" srcId="{37F1486E-05B0-4319-BE60-20F478939AD4}" destId="{CF328DFF-3775-4282-BE36-5FA23081194E}" srcOrd="0" destOrd="0" presId="urn:microsoft.com/office/officeart/2005/8/layout/radial1"/>
    <dgm:cxn modelId="{9CEE0908-51C8-4CBB-9122-FB2CB24D0536}" srcId="{A7B2FB48-451E-41B4-9CE3-9E730FB9048E}" destId="{53A467B2-7825-4C00-8201-D2E22E5CD562}" srcOrd="5" destOrd="0" parTransId="{84EA177B-6C21-4BF1-AA06-131EE9D12F4E}" sibTransId="{3988F011-3B1A-45B9-9E2F-4B5CCBF9CAAE}"/>
    <dgm:cxn modelId="{9A411EAA-6B1F-42A1-8770-BAA63C5E92F1}" type="presOf" srcId="{7C491008-061C-45D4-836F-C0B6A4C25BCF}" destId="{8C2BB402-F5C2-4D05-8BD1-BB44AA31E46A}" srcOrd="1" destOrd="0" presId="urn:microsoft.com/office/officeart/2005/8/layout/radial1"/>
    <dgm:cxn modelId="{1EA4A4EF-8875-4FF8-AD3F-AC877AC7C408}" type="presOf" srcId="{8AB465A8-96AC-428A-8D6F-C22F367FC3D7}" destId="{F0593A0E-3F3D-43A8-96CC-BFDD5E80C692}" srcOrd="1" destOrd="0" presId="urn:microsoft.com/office/officeart/2005/8/layout/radial1"/>
    <dgm:cxn modelId="{F2D3BACC-7981-4448-9EF4-2EF8BE3F3208}" type="presOf" srcId="{A7B2FB48-451E-41B4-9CE3-9E730FB9048E}" destId="{7E08B172-939A-416B-B694-3C98C6B82238}" srcOrd="0" destOrd="0" presId="urn:microsoft.com/office/officeart/2005/8/layout/radial1"/>
    <dgm:cxn modelId="{B1EF6133-53B3-433D-9E37-AD5520CC4BF4}" srcId="{A7B2FB48-451E-41B4-9CE3-9E730FB9048E}" destId="{9349CCD8-7305-412F-8C2C-EC526152B71F}" srcOrd="4" destOrd="0" parTransId="{920CD07F-4F54-4B2A-B024-E2D6F0EE6FB2}" sibTransId="{2EF1D384-32C0-4D03-B826-B1512C9D34BD}"/>
    <dgm:cxn modelId="{1E1AB7C2-34DE-4BE0-B7A8-C79822166B3F}" type="presOf" srcId="{920CD07F-4F54-4B2A-B024-E2D6F0EE6FB2}" destId="{8CE9E54F-DDC1-48BF-B2E9-5075046D6060}" srcOrd="1" destOrd="0" presId="urn:microsoft.com/office/officeart/2005/8/layout/radial1"/>
    <dgm:cxn modelId="{851F72E3-2858-49C7-A5A3-D2A0E00C9D1D}" type="presOf" srcId="{7C491008-061C-45D4-836F-C0B6A4C25BCF}" destId="{01A67D2B-5626-4254-8E6D-3A3C568E13C0}" srcOrd="0" destOrd="0" presId="urn:microsoft.com/office/officeart/2005/8/layout/radial1"/>
    <dgm:cxn modelId="{C310CC30-E02E-4B85-856D-2402399DF88B}" type="presOf" srcId="{C7937A66-C3D7-469B-ADEB-A3363C941A7A}" destId="{4577CFFB-5325-4BD1-A736-75EED1AB67B5}" srcOrd="0" destOrd="0" presId="urn:microsoft.com/office/officeart/2005/8/layout/radial1"/>
    <dgm:cxn modelId="{800A9AD3-C72C-4BFD-AE9B-B1F003D1BD85}" type="presOf" srcId="{920CD07F-4F54-4B2A-B024-E2D6F0EE6FB2}" destId="{D5964CC5-1212-4020-B3F4-B2389604C68F}" srcOrd="0" destOrd="0" presId="urn:microsoft.com/office/officeart/2005/8/layout/radial1"/>
    <dgm:cxn modelId="{953215C1-CFF0-429A-A458-85F397D90666}" type="presOf" srcId="{4EA47AB7-427D-41C6-B6F6-9A76FC0D5B0A}" destId="{A4E6DD9C-8C4C-4AE9-B5D4-E9066DFB63CF}" srcOrd="0" destOrd="0" presId="urn:microsoft.com/office/officeart/2005/8/layout/radial1"/>
    <dgm:cxn modelId="{E93FC592-D91B-4FB5-9A4D-FABB80A7E6DA}" type="presOf" srcId="{7AA857ED-0F65-4BE2-BA19-9366E0B5FE1A}" destId="{AFECDA05-03EB-4D73-9F32-3ABF28351630}" srcOrd="0" destOrd="0" presId="urn:microsoft.com/office/officeart/2005/8/layout/radial1"/>
    <dgm:cxn modelId="{224B62DC-740D-45E9-A2E8-37AFCB89F2F0}" srcId="{A7B2FB48-451E-41B4-9CE3-9E730FB9048E}" destId="{689ABF0C-0E88-4F02-9A20-359795F75EE7}" srcOrd="2" destOrd="0" parTransId="{7C491008-061C-45D4-836F-C0B6A4C25BCF}" sibTransId="{710D0763-9A07-4DBF-8476-27004CDFF4C8}"/>
    <dgm:cxn modelId="{6C970CB3-306E-423C-B40F-8D32407B1CD4}" type="presOf" srcId="{84EA177B-6C21-4BF1-AA06-131EE9D12F4E}" destId="{4E4A2458-D3BF-49AF-B1AD-A5E1CE7D2B1A}" srcOrd="1" destOrd="0" presId="urn:microsoft.com/office/officeart/2005/8/layout/radial1"/>
    <dgm:cxn modelId="{E1936207-17C0-4AF6-B9D1-DD074BA0FB5E}" type="presOf" srcId="{90F8817B-EA17-486D-82A5-6D9763BCC614}" destId="{C6534C0F-A2CE-4935-9CD1-703E73E40C7E}" srcOrd="0" destOrd="0" presId="urn:microsoft.com/office/officeart/2005/8/layout/radial1"/>
    <dgm:cxn modelId="{BE0A5829-DA03-498D-9CBE-B95D9336F20C}" type="presOf" srcId="{9349CCD8-7305-412F-8C2C-EC526152B71F}" destId="{BCACD217-4F34-4B5F-9802-D56421FA09D5}" srcOrd="0" destOrd="0" presId="urn:microsoft.com/office/officeart/2005/8/layout/radial1"/>
    <dgm:cxn modelId="{C5A9E9ED-DCC2-4CE5-BA81-76B22BD8D43D}" type="presOf" srcId="{84EA177B-6C21-4BF1-AA06-131EE9D12F4E}" destId="{46709D75-A533-4AA4-A82A-B20FDD2B526A}" srcOrd="0" destOrd="0" presId="urn:microsoft.com/office/officeart/2005/8/layout/radial1"/>
    <dgm:cxn modelId="{D5A279F2-E475-4524-BF53-BE777E3198DC}" srcId="{A7B2FB48-451E-41B4-9CE3-9E730FB9048E}" destId="{4EA47AB7-427D-41C6-B6F6-9A76FC0D5B0A}" srcOrd="7" destOrd="0" parTransId="{5246BB2D-F649-46B3-A244-8A7EB939FF0F}" sibTransId="{C157A95B-7CF3-493D-8C13-FE7A47703545}"/>
    <dgm:cxn modelId="{B455817F-F2F9-488E-98A1-B7549AFAEF93}" type="presOf" srcId="{5246BB2D-F649-46B3-A244-8A7EB939FF0F}" destId="{E25322FB-6460-4EA8-9C6A-6581372CFD85}" srcOrd="1" destOrd="0" presId="urn:microsoft.com/office/officeart/2005/8/layout/radial1"/>
    <dgm:cxn modelId="{4474B4DC-F41B-4F13-8A50-46106F854CCE}" type="presOf" srcId="{88AC0D3D-5E67-42DD-9D81-058AD2D52E0A}" destId="{A5FEA1B5-46B6-4A9C-ADC7-E73016F2DCEE}" srcOrd="1" destOrd="0" presId="urn:microsoft.com/office/officeart/2005/8/layout/radial1"/>
    <dgm:cxn modelId="{A9A62127-B766-4843-9CE2-056B587BD437}" type="presOf" srcId="{CC75BF48-BD74-4900-B07E-3BB1BF4AE4E3}" destId="{A5E679BB-FBB3-4F7C-B6F4-6B7B0F0A9B2E}" srcOrd="0" destOrd="0" presId="urn:microsoft.com/office/officeart/2005/8/layout/radial1"/>
    <dgm:cxn modelId="{AFD73ED6-7FCD-4D82-BE37-8F3C9655B5A1}" type="presOf" srcId="{90F8817B-EA17-486D-82A5-6D9763BCC614}" destId="{FFE22939-6B3B-4B87-BEBD-28E1379832FB}" srcOrd="1" destOrd="0" presId="urn:microsoft.com/office/officeart/2005/8/layout/radial1"/>
    <dgm:cxn modelId="{A842FB71-E140-4B29-A959-EE3E6C968E15}" srcId="{A7B2FB48-451E-41B4-9CE3-9E730FB9048E}" destId="{F361CDA6-D9CE-48B6-BC63-F96B8ECF0A3D}" srcOrd="6" destOrd="0" parTransId="{8AB465A8-96AC-428A-8D6F-C22F367FC3D7}" sibTransId="{43A1BE5E-1044-49B5-AF6C-80C013887E8A}"/>
    <dgm:cxn modelId="{17C93C49-E171-4ACE-A8C2-8EBB9D90DAD2}" type="presOf" srcId="{73252925-52FB-4A00-961B-F0EA10955453}" destId="{7D5F208A-B796-4298-8182-C3221023A93A}" srcOrd="0" destOrd="0" presId="urn:microsoft.com/office/officeart/2005/8/layout/radial1"/>
    <dgm:cxn modelId="{4CA2399C-A9C4-4A29-8292-0254A37C43B5}" type="presOf" srcId="{37F1486E-05B0-4319-BE60-20F478939AD4}" destId="{BB964969-31E4-4E93-831C-8E6089FBBAE5}" srcOrd="1" destOrd="0" presId="urn:microsoft.com/office/officeart/2005/8/layout/radial1"/>
    <dgm:cxn modelId="{4A39CAB1-A48A-4169-B588-CA995AC90ACB}" srcId="{A7B2FB48-451E-41B4-9CE3-9E730FB9048E}" destId="{CC75BF48-BD74-4900-B07E-3BB1BF4AE4E3}" srcOrd="0" destOrd="0" parTransId="{37F1486E-05B0-4319-BE60-20F478939AD4}" sibTransId="{CCF91889-600A-4CF7-966B-02075A85C5F4}"/>
    <dgm:cxn modelId="{323D4025-8760-4774-90E3-8CC75CA3CEA7}" type="presOf" srcId="{F361CDA6-D9CE-48B6-BC63-F96B8ECF0A3D}" destId="{6EDDB7DC-AB35-48A9-BF25-A8CEBBE94A93}" srcOrd="0" destOrd="0" presId="urn:microsoft.com/office/officeart/2005/8/layout/radial1"/>
    <dgm:cxn modelId="{7E9F2224-B302-49E1-A6F8-4DC0731C088D}" srcId="{A7B2FB48-451E-41B4-9CE3-9E730FB9048E}" destId="{C7937A66-C3D7-469B-ADEB-A3363C941A7A}" srcOrd="3" destOrd="0" parTransId="{90F8817B-EA17-486D-82A5-6D9763BCC614}" sibTransId="{6F3C4E36-1783-4AA0-B406-B6F0A2DCD778}"/>
    <dgm:cxn modelId="{49C9E353-F67E-4DD8-9424-EC1CB3AB53D0}" type="presOf" srcId="{689ABF0C-0E88-4F02-9A20-359795F75EE7}" destId="{C02AF671-81A2-44D7-AB60-F7BB39450BDD}" srcOrd="0" destOrd="0" presId="urn:microsoft.com/office/officeart/2005/8/layout/radial1"/>
    <dgm:cxn modelId="{EB53AE8F-9C3C-4FBF-88D5-185DF8238BB1}" srcId="{73252925-52FB-4A00-961B-F0EA10955453}" destId="{A7B2FB48-451E-41B4-9CE3-9E730FB9048E}" srcOrd="0" destOrd="0" parTransId="{AFFADEE5-57A9-4E9D-8434-04BEC3ABFB6A}" sibTransId="{63873373-85B6-4482-BFBA-CAF8C9CCB328}"/>
    <dgm:cxn modelId="{8C4F5531-25CD-45C3-8B9C-3EB5F7AA1D43}" srcId="{A7B2FB48-451E-41B4-9CE3-9E730FB9048E}" destId="{7AA857ED-0F65-4BE2-BA19-9366E0B5FE1A}" srcOrd="1" destOrd="0" parTransId="{88AC0D3D-5E67-42DD-9D81-058AD2D52E0A}" sibTransId="{90046EAC-822E-4CEC-854F-E59BD48DCBD2}"/>
    <dgm:cxn modelId="{EAD6A344-3177-4B40-AA43-B10F7F2A7421}" type="presOf" srcId="{88AC0D3D-5E67-42DD-9D81-058AD2D52E0A}" destId="{C45631DB-737C-406A-8B20-7BFF5D5E62DE}" srcOrd="0" destOrd="0" presId="urn:microsoft.com/office/officeart/2005/8/layout/radial1"/>
    <dgm:cxn modelId="{B6DD8255-3930-44F7-BCB2-4934D2A9F788}" type="presOf" srcId="{53A467B2-7825-4C00-8201-D2E22E5CD562}" destId="{B3F741C6-9F8E-402F-92AF-6F177DFB8B99}" srcOrd="0" destOrd="0" presId="urn:microsoft.com/office/officeart/2005/8/layout/radial1"/>
    <dgm:cxn modelId="{F07366A2-D84F-4DA9-80AD-FC970AFA856F}" type="presOf" srcId="{8AB465A8-96AC-428A-8D6F-C22F367FC3D7}" destId="{1087B54B-65B6-4EAC-86F0-78672CC05F52}" srcOrd="0" destOrd="0" presId="urn:microsoft.com/office/officeart/2005/8/layout/radial1"/>
    <dgm:cxn modelId="{8E7AF63C-8FB4-4372-AE7C-1EB738F96804}" type="presOf" srcId="{5246BB2D-F649-46B3-A244-8A7EB939FF0F}" destId="{2F6C597F-7682-476D-8FB5-27DCE42619A6}" srcOrd="0" destOrd="0" presId="urn:microsoft.com/office/officeart/2005/8/layout/radial1"/>
    <dgm:cxn modelId="{F158EFEC-9A0F-4F3C-BC6C-15BE7A8B9350}" type="presParOf" srcId="{7D5F208A-B796-4298-8182-C3221023A93A}" destId="{7E08B172-939A-416B-B694-3C98C6B82238}" srcOrd="0" destOrd="0" presId="urn:microsoft.com/office/officeart/2005/8/layout/radial1"/>
    <dgm:cxn modelId="{E9FB2CA5-9285-4451-8FD8-02FE28D96E7A}" type="presParOf" srcId="{7D5F208A-B796-4298-8182-C3221023A93A}" destId="{CF328DFF-3775-4282-BE36-5FA23081194E}" srcOrd="1" destOrd="0" presId="urn:microsoft.com/office/officeart/2005/8/layout/radial1"/>
    <dgm:cxn modelId="{C990D3ED-9D45-4C90-90F9-50BAA53117E6}" type="presParOf" srcId="{CF328DFF-3775-4282-BE36-5FA23081194E}" destId="{BB964969-31E4-4E93-831C-8E6089FBBAE5}" srcOrd="0" destOrd="0" presId="urn:microsoft.com/office/officeart/2005/8/layout/radial1"/>
    <dgm:cxn modelId="{FF62BB89-E09E-4FDB-B828-B6B13CEB9C3B}" type="presParOf" srcId="{7D5F208A-B796-4298-8182-C3221023A93A}" destId="{A5E679BB-FBB3-4F7C-B6F4-6B7B0F0A9B2E}" srcOrd="2" destOrd="0" presId="urn:microsoft.com/office/officeart/2005/8/layout/radial1"/>
    <dgm:cxn modelId="{2D51C3D7-6879-4661-9143-02AA982377C8}" type="presParOf" srcId="{7D5F208A-B796-4298-8182-C3221023A93A}" destId="{C45631DB-737C-406A-8B20-7BFF5D5E62DE}" srcOrd="3" destOrd="0" presId="urn:microsoft.com/office/officeart/2005/8/layout/radial1"/>
    <dgm:cxn modelId="{7D39B4FE-8C08-4EAF-9637-6ADC4B29B121}" type="presParOf" srcId="{C45631DB-737C-406A-8B20-7BFF5D5E62DE}" destId="{A5FEA1B5-46B6-4A9C-ADC7-E73016F2DCEE}" srcOrd="0" destOrd="0" presId="urn:microsoft.com/office/officeart/2005/8/layout/radial1"/>
    <dgm:cxn modelId="{21D5F736-B3A4-435D-8B8B-2B15556AC1AF}" type="presParOf" srcId="{7D5F208A-B796-4298-8182-C3221023A93A}" destId="{AFECDA05-03EB-4D73-9F32-3ABF28351630}" srcOrd="4" destOrd="0" presId="urn:microsoft.com/office/officeart/2005/8/layout/radial1"/>
    <dgm:cxn modelId="{B6C2F84B-4317-4521-8CE5-F365EDB46981}" type="presParOf" srcId="{7D5F208A-B796-4298-8182-C3221023A93A}" destId="{01A67D2B-5626-4254-8E6D-3A3C568E13C0}" srcOrd="5" destOrd="0" presId="urn:microsoft.com/office/officeart/2005/8/layout/radial1"/>
    <dgm:cxn modelId="{3B4037B9-B3F5-49BC-8201-D822FAAFEEB9}" type="presParOf" srcId="{01A67D2B-5626-4254-8E6D-3A3C568E13C0}" destId="{8C2BB402-F5C2-4D05-8BD1-BB44AA31E46A}" srcOrd="0" destOrd="0" presId="urn:microsoft.com/office/officeart/2005/8/layout/radial1"/>
    <dgm:cxn modelId="{29FC9564-A928-4D16-B751-BEC57B1F1A25}" type="presParOf" srcId="{7D5F208A-B796-4298-8182-C3221023A93A}" destId="{C02AF671-81A2-44D7-AB60-F7BB39450BDD}" srcOrd="6" destOrd="0" presId="urn:microsoft.com/office/officeart/2005/8/layout/radial1"/>
    <dgm:cxn modelId="{107159C4-9BA3-4C3D-8ED8-8ADC58141391}" type="presParOf" srcId="{7D5F208A-B796-4298-8182-C3221023A93A}" destId="{C6534C0F-A2CE-4935-9CD1-703E73E40C7E}" srcOrd="7" destOrd="0" presId="urn:microsoft.com/office/officeart/2005/8/layout/radial1"/>
    <dgm:cxn modelId="{83D69651-2219-42D5-A7C5-931AC10C06BF}" type="presParOf" srcId="{C6534C0F-A2CE-4935-9CD1-703E73E40C7E}" destId="{FFE22939-6B3B-4B87-BEBD-28E1379832FB}" srcOrd="0" destOrd="0" presId="urn:microsoft.com/office/officeart/2005/8/layout/radial1"/>
    <dgm:cxn modelId="{EF1E8319-9BE5-4F6E-B997-88E75F8EED6D}" type="presParOf" srcId="{7D5F208A-B796-4298-8182-C3221023A93A}" destId="{4577CFFB-5325-4BD1-A736-75EED1AB67B5}" srcOrd="8" destOrd="0" presId="urn:microsoft.com/office/officeart/2005/8/layout/radial1"/>
    <dgm:cxn modelId="{21208D00-F779-4D87-833D-1D7FC6D309DC}" type="presParOf" srcId="{7D5F208A-B796-4298-8182-C3221023A93A}" destId="{D5964CC5-1212-4020-B3F4-B2389604C68F}" srcOrd="9" destOrd="0" presId="urn:microsoft.com/office/officeart/2005/8/layout/radial1"/>
    <dgm:cxn modelId="{192216C0-3343-4E5E-8ECB-3B64A6E22C65}" type="presParOf" srcId="{D5964CC5-1212-4020-B3F4-B2389604C68F}" destId="{8CE9E54F-DDC1-48BF-B2E9-5075046D6060}" srcOrd="0" destOrd="0" presId="urn:microsoft.com/office/officeart/2005/8/layout/radial1"/>
    <dgm:cxn modelId="{F5798520-0781-4C20-9046-63A4695BED7E}" type="presParOf" srcId="{7D5F208A-B796-4298-8182-C3221023A93A}" destId="{BCACD217-4F34-4B5F-9802-D56421FA09D5}" srcOrd="10" destOrd="0" presId="urn:microsoft.com/office/officeart/2005/8/layout/radial1"/>
    <dgm:cxn modelId="{7CDCA3D6-CB3E-472F-9F4F-DE0744547333}" type="presParOf" srcId="{7D5F208A-B796-4298-8182-C3221023A93A}" destId="{46709D75-A533-4AA4-A82A-B20FDD2B526A}" srcOrd="11" destOrd="0" presId="urn:microsoft.com/office/officeart/2005/8/layout/radial1"/>
    <dgm:cxn modelId="{EBBF705C-A346-414F-97CB-1C677DEEB0D5}" type="presParOf" srcId="{46709D75-A533-4AA4-A82A-B20FDD2B526A}" destId="{4E4A2458-D3BF-49AF-B1AD-A5E1CE7D2B1A}" srcOrd="0" destOrd="0" presId="urn:microsoft.com/office/officeart/2005/8/layout/radial1"/>
    <dgm:cxn modelId="{F24BF3B6-EA51-434F-A6D5-38185635B576}" type="presParOf" srcId="{7D5F208A-B796-4298-8182-C3221023A93A}" destId="{B3F741C6-9F8E-402F-92AF-6F177DFB8B99}" srcOrd="12" destOrd="0" presId="urn:microsoft.com/office/officeart/2005/8/layout/radial1"/>
    <dgm:cxn modelId="{D65FDFB4-AFD6-4111-8053-9A4D50888600}" type="presParOf" srcId="{7D5F208A-B796-4298-8182-C3221023A93A}" destId="{1087B54B-65B6-4EAC-86F0-78672CC05F52}" srcOrd="13" destOrd="0" presId="urn:microsoft.com/office/officeart/2005/8/layout/radial1"/>
    <dgm:cxn modelId="{9F97FFB2-187C-41C2-A93B-B468966D50FD}" type="presParOf" srcId="{1087B54B-65B6-4EAC-86F0-78672CC05F52}" destId="{F0593A0E-3F3D-43A8-96CC-BFDD5E80C692}" srcOrd="0" destOrd="0" presId="urn:microsoft.com/office/officeart/2005/8/layout/radial1"/>
    <dgm:cxn modelId="{83F46300-27AA-451D-B6F1-AD6B89F5E57F}" type="presParOf" srcId="{7D5F208A-B796-4298-8182-C3221023A93A}" destId="{6EDDB7DC-AB35-48A9-BF25-A8CEBBE94A93}" srcOrd="14" destOrd="0" presId="urn:microsoft.com/office/officeart/2005/8/layout/radial1"/>
    <dgm:cxn modelId="{C46064FB-60FB-48EE-8648-6DC6159613CC}" type="presParOf" srcId="{7D5F208A-B796-4298-8182-C3221023A93A}" destId="{2F6C597F-7682-476D-8FB5-27DCE42619A6}" srcOrd="15" destOrd="0" presId="urn:microsoft.com/office/officeart/2005/8/layout/radial1"/>
    <dgm:cxn modelId="{376997DF-745E-4D72-8456-A0C4EAE2E8B4}" type="presParOf" srcId="{2F6C597F-7682-476D-8FB5-27DCE42619A6}" destId="{E25322FB-6460-4EA8-9C6A-6581372CFD85}" srcOrd="0" destOrd="0" presId="urn:microsoft.com/office/officeart/2005/8/layout/radial1"/>
    <dgm:cxn modelId="{877DABE4-40FF-4F7D-AA81-707A630C1741}" type="presParOf" srcId="{7D5F208A-B796-4298-8182-C3221023A93A}" destId="{A4E6DD9C-8C4C-4AE9-B5D4-E9066DFB63CF}" srcOrd="1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5010C0-0F70-42EB-8E9E-EBDCD22674F9}" type="doc">
      <dgm:prSet loTypeId="urn:microsoft.com/office/officeart/2005/8/layout/radial5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9FF1D316-B758-4EDA-970D-E0096287F43E}">
      <dgm:prSet phldrT="[Text]"/>
      <dgm:spPr/>
      <dgm:t>
        <a:bodyPr/>
        <a:lstStyle/>
        <a:p>
          <a:r>
            <a:rPr lang="en-GB" dirty="0" smtClean="0"/>
            <a:t>Custom Variables</a:t>
          </a:r>
          <a:endParaRPr lang="en-GB" dirty="0"/>
        </a:p>
      </dgm:t>
    </dgm:pt>
    <dgm:pt modelId="{AA07FC33-A5D0-455B-A234-DFA282CF035A}" type="parTrans" cxnId="{A99B86EE-F2BE-495E-A085-3F4782A5461D}">
      <dgm:prSet/>
      <dgm:spPr/>
      <dgm:t>
        <a:bodyPr/>
        <a:lstStyle/>
        <a:p>
          <a:endParaRPr lang="en-GB"/>
        </a:p>
      </dgm:t>
    </dgm:pt>
    <dgm:pt modelId="{56E30DB8-5F4E-4FA9-817F-D0965EB1157B}" type="sibTrans" cxnId="{A99B86EE-F2BE-495E-A085-3F4782A5461D}">
      <dgm:prSet/>
      <dgm:spPr/>
      <dgm:t>
        <a:bodyPr/>
        <a:lstStyle/>
        <a:p>
          <a:endParaRPr lang="en-GB"/>
        </a:p>
      </dgm:t>
    </dgm:pt>
    <dgm:pt modelId="{F9DB4A5F-F58D-4318-B7AA-883552FD557D}">
      <dgm:prSet phldrT="[Text]"/>
      <dgm:spPr/>
      <dgm:t>
        <a:bodyPr/>
        <a:lstStyle/>
        <a:p>
          <a:r>
            <a:rPr lang="en-GB" dirty="0" smtClean="0"/>
            <a:t>Logged in?</a:t>
          </a:r>
          <a:endParaRPr lang="en-GB" dirty="0"/>
        </a:p>
      </dgm:t>
    </dgm:pt>
    <dgm:pt modelId="{F73594BE-34A8-41F6-8DF1-07B5B11EFC4A}" type="parTrans" cxnId="{870F5D33-FADE-4357-990D-7C056F8013AF}">
      <dgm:prSet/>
      <dgm:spPr/>
      <dgm:t>
        <a:bodyPr/>
        <a:lstStyle/>
        <a:p>
          <a:endParaRPr lang="en-GB"/>
        </a:p>
      </dgm:t>
    </dgm:pt>
    <dgm:pt modelId="{EBD37E4B-8CFF-4F83-8E8D-5A56B9C0E6C4}" type="sibTrans" cxnId="{870F5D33-FADE-4357-990D-7C056F8013AF}">
      <dgm:prSet/>
      <dgm:spPr/>
      <dgm:t>
        <a:bodyPr/>
        <a:lstStyle/>
        <a:p>
          <a:endParaRPr lang="en-GB"/>
        </a:p>
      </dgm:t>
    </dgm:pt>
    <dgm:pt modelId="{53F983D7-B9EA-4190-8FA5-54CA1C3FE872}">
      <dgm:prSet phldrT="[Text]"/>
      <dgm:spPr/>
      <dgm:t>
        <a:bodyPr/>
        <a:lstStyle/>
        <a:p>
          <a:r>
            <a:rPr lang="en-GB" dirty="0" smtClean="0"/>
            <a:t>Topics</a:t>
          </a:r>
          <a:endParaRPr lang="en-GB" dirty="0"/>
        </a:p>
      </dgm:t>
    </dgm:pt>
    <dgm:pt modelId="{B751E923-0A8A-4571-9D14-900ABCE89515}" type="parTrans" cxnId="{FB8F551A-C0B2-495C-B416-0B515215287E}">
      <dgm:prSet/>
      <dgm:spPr/>
      <dgm:t>
        <a:bodyPr/>
        <a:lstStyle/>
        <a:p>
          <a:endParaRPr lang="en-GB"/>
        </a:p>
      </dgm:t>
    </dgm:pt>
    <dgm:pt modelId="{83039EE7-4A1F-4416-9C44-7C7CC8773960}" type="sibTrans" cxnId="{FB8F551A-C0B2-495C-B416-0B515215287E}">
      <dgm:prSet/>
      <dgm:spPr/>
      <dgm:t>
        <a:bodyPr/>
        <a:lstStyle/>
        <a:p>
          <a:endParaRPr lang="en-GB"/>
        </a:p>
      </dgm:t>
    </dgm:pt>
    <dgm:pt modelId="{42218F6B-C63D-4148-BB6D-0D918A0D9B33}">
      <dgm:prSet phldrT="[Text]"/>
      <dgm:spPr/>
      <dgm:t>
        <a:bodyPr/>
        <a:lstStyle/>
        <a:p>
          <a:r>
            <a:rPr lang="en-GB" dirty="0" smtClean="0"/>
            <a:t>Stock levels</a:t>
          </a:r>
          <a:endParaRPr lang="en-GB" dirty="0"/>
        </a:p>
      </dgm:t>
    </dgm:pt>
    <dgm:pt modelId="{F2C1619F-2017-48C3-A065-04064922E2B2}" type="parTrans" cxnId="{CCECCBD1-5868-4388-937E-FCB91EBBA224}">
      <dgm:prSet/>
      <dgm:spPr/>
      <dgm:t>
        <a:bodyPr/>
        <a:lstStyle/>
        <a:p>
          <a:endParaRPr lang="en-GB"/>
        </a:p>
      </dgm:t>
    </dgm:pt>
    <dgm:pt modelId="{429FAA73-010D-4CEF-8D4A-7764C7958262}" type="sibTrans" cxnId="{CCECCBD1-5868-4388-937E-FCB91EBBA224}">
      <dgm:prSet/>
      <dgm:spPr/>
      <dgm:t>
        <a:bodyPr/>
        <a:lstStyle/>
        <a:p>
          <a:endParaRPr lang="en-GB"/>
        </a:p>
      </dgm:t>
    </dgm:pt>
    <dgm:pt modelId="{6479033A-5EEF-48EE-A546-2FFFED743837}">
      <dgm:prSet phldrT="[Text]"/>
      <dgm:spPr/>
      <dgm:t>
        <a:bodyPr/>
        <a:lstStyle/>
        <a:p>
          <a:r>
            <a:rPr lang="en-GB" dirty="0" smtClean="0"/>
            <a:t>Already purchased?</a:t>
          </a:r>
          <a:endParaRPr lang="en-GB" dirty="0"/>
        </a:p>
      </dgm:t>
    </dgm:pt>
    <dgm:pt modelId="{AE9D7622-6435-4288-A40B-4A6C67F80720}" type="parTrans" cxnId="{5FC9AB21-115E-4E4F-B3C0-5F99565D5CD9}">
      <dgm:prSet/>
      <dgm:spPr/>
      <dgm:t>
        <a:bodyPr/>
        <a:lstStyle/>
        <a:p>
          <a:endParaRPr lang="en-GB"/>
        </a:p>
      </dgm:t>
    </dgm:pt>
    <dgm:pt modelId="{306BBF3D-9BBB-4866-96F1-8D1164AC6ED2}" type="sibTrans" cxnId="{5FC9AB21-115E-4E4F-B3C0-5F99565D5CD9}">
      <dgm:prSet/>
      <dgm:spPr/>
      <dgm:t>
        <a:bodyPr/>
        <a:lstStyle/>
        <a:p>
          <a:endParaRPr lang="en-GB"/>
        </a:p>
      </dgm:t>
    </dgm:pt>
    <dgm:pt modelId="{453FED37-2B82-42EA-ADBD-A628A86A7E87}" type="pres">
      <dgm:prSet presAssocID="{5B5010C0-0F70-42EB-8E9E-EBDCD22674F9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D0D9C52-99E4-49B9-B1E2-D017753DD3BE}" type="pres">
      <dgm:prSet presAssocID="{9FF1D316-B758-4EDA-970D-E0096287F43E}" presName="centerShape" presStyleLbl="node0" presStyleIdx="0" presStyleCnt="1"/>
      <dgm:spPr/>
      <dgm:t>
        <a:bodyPr/>
        <a:lstStyle/>
        <a:p>
          <a:endParaRPr lang="en-GB"/>
        </a:p>
      </dgm:t>
    </dgm:pt>
    <dgm:pt modelId="{DE52157F-87FA-4330-B69E-C344E92F1D4F}" type="pres">
      <dgm:prSet presAssocID="{F73594BE-34A8-41F6-8DF1-07B5B11EFC4A}" presName="parTrans" presStyleLbl="sibTrans2D1" presStyleIdx="0" presStyleCnt="4"/>
      <dgm:spPr/>
    </dgm:pt>
    <dgm:pt modelId="{5FDC9A93-BBFF-4783-A089-3E95F6AA6FD6}" type="pres">
      <dgm:prSet presAssocID="{F73594BE-34A8-41F6-8DF1-07B5B11EFC4A}" presName="connectorText" presStyleLbl="sibTrans2D1" presStyleIdx="0" presStyleCnt="4"/>
      <dgm:spPr/>
    </dgm:pt>
    <dgm:pt modelId="{FF9EE3BE-540E-4CD7-851A-D45F8FE2ED28}" type="pres">
      <dgm:prSet presAssocID="{F9DB4A5F-F58D-4318-B7AA-883552FD557D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ED7A278-B14B-4E35-9188-F3221E5513A7}" type="pres">
      <dgm:prSet presAssocID="{B751E923-0A8A-4571-9D14-900ABCE89515}" presName="parTrans" presStyleLbl="sibTrans2D1" presStyleIdx="1" presStyleCnt="4"/>
      <dgm:spPr/>
    </dgm:pt>
    <dgm:pt modelId="{5CC23C0B-2B17-45C3-A780-AE76C21885FF}" type="pres">
      <dgm:prSet presAssocID="{B751E923-0A8A-4571-9D14-900ABCE89515}" presName="connectorText" presStyleLbl="sibTrans2D1" presStyleIdx="1" presStyleCnt="4"/>
      <dgm:spPr/>
    </dgm:pt>
    <dgm:pt modelId="{39CBE5D0-FA63-4135-8A54-642DEA084AE1}" type="pres">
      <dgm:prSet presAssocID="{53F983D7-B9EA-4190-8FA5-54CA1C3FE872}" presName="node" presStyleLbl="node1" presStyleIdx="1" presStyleCnt="4">
        <dgm:presLayoutVars>
          <dgm:bulletEnabled val="1"/>
        </dgm:presLayoutVars>
      </dgm:prSet>
      <dgm:spPr/>
    </dgm:pt>
    <dgm:pt modelId="{1C0B2C02-B989-414C-BC1B-66F1C1025B14}" type="pres">
      <dgm:prSet presAssocID="{F2C1619F-2017-48C3-A065-04064922E2B2}" presName="parTrans" presStyleLbl="sibTrans2D1" presStyleIdx="2" presStyleCnt="4"/>
      <dgm:spPr/>
    </dgm:pt>
    <dgm:pt modelId="{9AD6A885-CBB0-4570-90CC-58A2F8E904BD}" type="pres">
      <dgm:prSet presAssocID="{F2C1619F-2017-48C3-A065-04064922E2B2}" presName="connectorText" presStyleLbl="sibTrans2D1" presStyleIdx="2" presStyleCnt="4"/>
      <dgm:spPr/>
    </dgm:pt>
    <dgm:pt modelId="{5655FEAA-FBE4-48BD-905F-340DA8C27C7E}" type="pres">
      <dgm:prSet presAssocID="{42218F6B-C63D-4148-BB6D-0D918A0D9B33}" presName="node" presStyleLbl="node1" presStyleIdx="2" presStyleCnt="4">
        <dgm:presLayoutVars>
          <dgm:bulletEnabled val="1"/>
        </dgm:presLayoutVars>
      </dgm:prSet>
      <dgm:spPr/>
    </dgm:pt>
    <dgm:pt modelId="{5F7EF7C8-4876-4B13-B1FF-07B6CCB9DF00}" type="pres">
      <dgm:prSet presAssocID="{AE9D7622-6435-4288-A40B-4A6C67F80720}" presName="parTrans" presStyleLbl="sibTrans2D1" presStyleIdx="3" presStyleCnt="4"/>
      <dgm:spPr/>
    </dgm:pt>
    <dgm:pt modelId="{3020F61E-BE21-4966-83F4-AF0D16C67150}" type="pres">
      <dgm:prSet presAssocID="{AE9D7622-6435-4288-A40B-4A6C67F80720}" presName="connectorText" presStyleLbl="sibTrans2D1" presStyleIdx="3" presStyleCnt="4"/>
      <dgm:spPr/>
    </dgm:pt>
    <dgm:pt modelId="{26E8261E-3D62-4BCD-99C0-F20113A26A18}" type="pres">
      <dgm:prSet presAssocID="{6479033A-5EEF-48EE-A546-2FFFED743837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24AE9CA6-E7ED-42F8-B656-512B33F93ECF}" type="presOf" srcId="{B751E923-0A8A-4571-9D14-900ABCE89515}" destId="{DED7A278-B14B-4E35-9188-F3221E5513A7}" srcOrd="0" destOrd="0" presId="urn:microsoft.com/office/officeart/2005/8/layout/radial5"/>
    <dgm:cxn modelId="{36F8A6CE-598B-4CD6-A1E4-5E4F4FCB4C73}" type="presOf" srcId="{53F983D7-B9EA-4190-8FA5-54CA1C3FE872}" destId="{39CBE5D0-FA63-4135-8A54-642DEA084AE1}" srcOrd="0" destOrd="0" presId="urn:microsoft.com/office/officeart/2005/8/layout/radial5"/>
    <dgm:cxn modelId="{75628E91-4B1D-412C-BE5F-AC9AD6A0DB4B}" type="presOf" srcId="{AE9D7622-6435-4288-A40B-4A6C67F80720}" destId="{3020F61E-BE21-4966-83F4-AF0D16C67150}" srcOrd="1" destOrd="0" presId="urn:microsoft.com/office/officeart/2005/8/layout/radial5"/>
    <dgm:cxn modelId="{B5098B3D-6112-40C2-8A7B-DA5F3DD059E1}" type="presOf" srcId="{F2C1619F-2017-48C3-A065-04064922E2B2}" destId="{9AD6A885-CBB0-4570-90CC-58A2F8E904BD}" srcOrd="1" destOrd="0" presId="urn:microsoft.com/office/officeart/2005/8/layout/radial5"/>
    <dgm:cxn modelId="{870F5D33-FADE-4357-990D-7C056F8013AF}" srcId="{9FF1D316-B758-4EDA-970D-E0096287F43E}" destId="{F9DB4A5F-F58D-4318-B7AA-883552FD557D}" srcOrd="0" destOrd="0" parTransId="{F73594BE-34A8-41F6-8DF1-07B5B11EFC4A}" sibTransId="{EBD37E4B-8CFF-4F83-8E8D-5A56B9C0E6C4}"/>
    <dgm:cxn modelId="{FB8F551A-C0B2-495C-B416-0B515215287E}" srcId="{9FF1D316-B758-4EDA-970D-E0096287F43E}" destId="{53F983D7-B9EA-4190-8FA5-54CA1C3FE872}" srcOrd="1" destOrd="0" parTransId="{B751E923-0A8A-4571-9D14-900ABCE89515}" sibTransId="{83039EE7-4A1F-4416-9C44-7C7CC8773960}"/>
    <dgm:cxn modelId="{C8A99AFE-1363-42C4-A058-123FBE131B28}" type="presOf" srcId="{F73594BE-34A8-41F6-8DF1-07B5B11EFC4A}" destId="{5FDC9A93-BBFF-4783-A089-3E95F6AA6FD6}" srcOrd="1" destOrd="0" presId="urn:microsoft.com/office/officeart/2005/8/layout/radial5"/>
    <dgm:cxn modelId="{A99B86EE-F2BE-495E-A085-3F4782A5461D}" srcId="{5B5010C0-0F70-42EB-8E9E-EBDCD22674F9}" destId="{9FF1D316-B758-4EDA-970D-E0096287F43E}" srcOrd="0" destOrd="0" parTransId="{AA07FC33-A5D0-455B-A234-DFA282CF035A}" sibTransId="{56E30DB8-5F4E-4FA9-817F-D0965EB1157B}"/>
    <dgm:cxn modelId="{4BC7F6B7-263B-403D-8118-920D5DAC5DD7}" type="presOf" srcId="{B751E923-0A8A-4571-9D14-900ABCE89515}" destId="{5CC23C0B-2B17-45C3-A780-AE76C21885FF}" srcOrd="1" destOrd="0" presId="urn:microsoft.com/office/officeart/2005/8/layout/radial5"/>
    <dgm:cxn modelId="{CCECCBD1-5868-4388-937E-FCB91EBBA224}" srcId="{9FF1D316-B758-4EDA-970D-E0096287F43E}" destId="{42218F6B-C63D-4148-BB6D-0D918A0D9B33}" srcOrd="2" destOrd="0" parTransId="{F2C1619F-2017-48C3-A065-04064922E2B2}" sibTransId="{429FAA73-010D-4CEF-8D4A-7764C7958262}"/>
    <dgm:cxn modelId="{1B218098-083D-4E1B-842B-7933ACAE857C}" type="presOf" srcId="{F9DB4A5F-F58D-4318-B7AA-883552FD557D}" destId="{FF9EE3BE-540E-4CD7-851A-D45F8FE2ED28}" srcOrd="0" destOrd="0" presId="urn:microsoft.com/office/officeart/2005/8/layout/radial5"/>
    <dgm:cxn modelId="{0708CDCF-00D7-461B-AD59-A2FDAA33CA3D}" type="presOf" srcId="{42218F6B-C63D-4148-BB6D-0D918A0D9B33}" destId="{5655FEAA-FBE4-48BD-905F-340DA8C27C7E}" srcOrd="0" destOrd="0" presId="urn:microsoft.com/office/officeart/2005/8/layout/radial5"/>
    <dgm:cxn modelId="{B4BE5D25-21A8-4F1C-8D63-5A2FECE4570D}" type="presOf" srcId="{5B5010C0-0F70-42EB-8E9E-EBDCD22674F9}" destId="{453FED37-2B82-42EA-ADBD-A628A86A7E87}" srcOrd="0" destOrd="0" presId="urn:microsoft.com/office/officeart/2005/8/layout/radial5"/>
    <dgm:cxn modelId="{4F562C9A-8547-4CDA-B2BA-5FDDB7269A61}" type="presOf" srcId="{F73594BE-34A8-41F6-8DF1-07B5B11EFC4A}" destId="{DE52157F-87FA-4330-B69E-C344E92F1D4F}" srcOrd="0" destOrd="0" presId="urn:microsoft.com/office/officeart/2005/8/layout/radial5"/>
    <dgm:cxn modelId="{5FC9AB21-115E-4E4F-B3C0-5F99565D5CD9}" srcId="{9FF1D316-B758-4EDA-970D-E0096287F43E}" destId="{6479033A-5EEF-48EE-A546-2FFFED743837}" srcOrd="3" destOrd="0" parTransId="{AE9D7622-6435-4288-A40B-4A6C67F80720}" sibTransId="{306BBF3D-9BBB-4866-96F1-8D1164AC6ED2}"/>
    <dgm:cxn modelId="{46983CEE-046E-452E-9290-A9E61B1C1FB4}" type="presOf" srcId="{6479033A-5EEF-48EE-A546-2FFFED743837}" destId="{26E8261E-3D62-4BCD-99C0-F20113A26A18}" srcOrd="0" destOrd="0" presId="urn:microsoft.com/office/officeart/2005/8/layout/radial5"/>
    <dgm:cxn modelId="{E9A55855-65B0-49CE-BF68-AE7BB14C3FD2}" type="presOf" srcId="{F2C1619F-2017-48C3-A065-04064922E2B2}" destId="{1C0B2C02-B989-414C-BC1B-66F1C1025B14}" srcOrd="0" destOrd="0" presId="urn:microsoft.com/office/officeart/2005/8/layout/radial5"/>
    <dgm:cxn modelId="{AE8571B3-926E-4A4E-B652-C28C3A8FDDBD}" type="presOf" srcId="{9FF1D316-B758-4EDA-970D-E0096287F43E}" destId="{0D0D9C52-99E4-49B9-B1E2-D017753DD3BE}" srcOrd="0" destOrd="0" presId="urn:microsoft.com/office/officeart/2005/8/layout/radial5"/>
    <dgm:cxn modelId="{A26F6BCA-80FA-4877-94ED-FA307FF64B35}" type="presOf" srcId="{AE9D7622-6435-4288-A40B-4A6C67F80720}" destId="{5F7EF7C8-4876-4B13-B1FF-07B6CCB9DF00}" srcOrd="0" destOrd="0" presId="urn:microsoft.com/office/officeart/2005/8/layout/radial5"/>
    <dgm:cxn modelId="{A44CBFBB-CD81-40F7-B12D-90D705B2B6CE}" type="presParOf" srcId="{453FED37-2B82-42EA-ADBD-A628A86A7E87}" destId="{0D0D9C52-99E4-49B9-B1E2-D017753DD3BE}" srcOrd="0" destOrd="0" presId="urn:microsoft.com/office/officeart/2005/8/layout/radial5"/>
    <dgm:cxn modelId="{82838C50-2A09-4B01-B2ED-868746BD4F1D}" type="presParOf" srcId="{453FED37-2B82-42EA-ADBD-A628A86A7E87}" destId="{DE52157F-87FA-4330-B69E-C344E92F1D4F}" srcOrd="1" destOrd="0" presId="urn:microsoft.com/office/officeart/2005/8/layout/radial5"/>
    <dgm:cxn modelId="{6D7E22CC-7531-4289-AC44-F819D0F07287}" type="presParOf" srcId="{DE52157F-87FA-4330-B69E-C344E92F1D4F}" destId="{5FDC9A93-BBFF-4783-A089-3E95F6AA6FD6}" srcOrd="0" destOrd="0" presId="urn:microsoft.com/office/officeart/2005/8/layout/radial5"/>
    <dgm:cxn modelId="{385F0A82-20E2-442B-94DE-857A9442967F}" type="presParOf" srcId="{453FED37-2B82-42EA-ADBD-A628A86A7E87}" destId="{FF9EE3BE-540E-4CD7-851A-D45F8FE2ED28}" srcOrd="2" destOrd="0" presId="urn:microsoft.com/office/officeart/2005/8/layout/radial5"/>
    <dgm:cxn modelId="{07910355-AC12-411D-8616-7AFB65FA0D18}" type="presParOf" srcId="{453FED37-2B82-42EA-ADBD-A628A86A7E87}" destId="{DED7A278-B14B-4E35-9188-F3221E5513A7}" srcOrd="3" destOrd="0" presId="urn:microsoft.com/office/officeart/2005/8/layout/radial5"/>
    <dgm:cxn modelId="{87ABB3BC-18C6-4792-8A01-8481B191CA8E}" type="presParOf" srcId="{DED7A278-B14B-4E35-9188-F3221E5513A7}" destId="{5CC23C0B-2B17-45C3-A780-AE76C21885FF}" srcOrd="0" destOrd="0" presId="urn:microsoft.com/office/officeart/2005/8/layout/radial5"/>
    <dgm:cxn modelId="{9BEDEBA5-5F12-4DB8-8693-D0E4F391D664}" type="presParOf" srcId="{453FED37-2B82-42EA-ADBD-A628A86A7E87}" destId="{39CBE5D0-FA63-4135-8A54-642DEA084AE1}" srcOrd="4" destOrd="0" presId="urn:microsoft.com/office/officeart/2005/8/layout/radial5"/>
    <dgm:cxn modelId="{DA459DF6-F3C2-4C7F-AC13-B6AA6F716AFE}" type="presParOf" srcId="{453FED37-2B82-42EA-ADBD-A628A86A7E87}" destId="{1C0B2C02-B989-414C-BC1B-66F1C1025B14}" srcOrd="5" destOrd="0" presId="urn:microsoft.com/office/officeart/2005/8/layout/radial5"/>
    <dgm:cxn modelId="{008B7686-1CBF-41EF-8C79-ACC1351ED721}" type="presParOf" srcId="{1C0B2C02-B989-414C-BC1B-66F1C1025B14}" destId="{9AD6A885-CBB0-4570-90CC-58A2F8E904BD}" srcOrd="0" destOrd="0" presId="urn:microsoft.com/office/officeart/2005/8/layout/radial5"/>
    <dgm:cxn modelId="{93D15CA4-6949-45E8-A7E6-CDA3C4255264}" type="presParOf" srcId="{453FED37-2B82-42EA-ADBD-A628A86A7E87}" destId="{5655FEAA-FBE4-48BD-905F-340DA8C27C7E}" srcOrd="6" destOrd="0" presId="urn:microsoft.com/office/officeart/2005/8/layout/radial5"/>
    <dgm:cxn modelId="{820733E0-1DC7-4731-B8C3-BFE723D4F290}" type="presParOf" srcId="{453FED37-2B82-42EA-ADBD-A628A86A7E87}" destId="{5F7EF7C8-4876-4B13-B1FF-07B6CCB9DF00}" srcOrd="7" destOrd="0" presId="urn:microsoft.com/office/officeart/2005/8/layout/radial5"/>
    <dgm:cxn modelId="{06493E22-36CB-4196-B0B7-E8B7691314E2}" type="presParOf" srcId="{5F7EF7C8-4876-4B13-B1FF-07B6CCB9DF00}" destId="{3020F61E-BE21-4966-83F4-AF0D16C67150}" srcOrd="0" destOrd="0" presId="urn:microsoft.com/office/officeart/2005/8/layout/radial5"/>
    <dgm:cxn modelId="{788A1176-B0DA-4343-B5FE-E05113B08E2A}" type="presParOf" srcId="{453FED37-2B82-42EA-ADBD-A628A86A7E87}" destId="{26E8261E-3D62-4BCD-99C0-F20113A26A18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29CC4A-AFB8-4B27-8180-B8A75C8C582B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</dgm:pt>
    <dgm:pt modelId="{8D5C5D02-1210-4DE3-A9E1-48DF2C0BF4AC}">
      <dgm:prSet phldrT="[Text]"/>
      <dgm:spPr/>
      <dgm:t>
        <a:bodyPr/>
        <a:lstStyle/>
        <a:p>
          <a:r>
            <a:rPr lang="en-GB" dirty="0" smtClean="0"/>
            <a:t>Web Analytics</a:t>
          </a:r>
          <a:endParaRPr lang="en-GB" dirty="0"/>
        </a:p>
      </dgm:t>
    </dgm:pt>
    <dgm:pt modelId="{6B6AAACD-5CF7-4D5B-A581-E8DDC4A56DD8}" type="parTrans" cxnId="{B528D299-43C7-42C2-8F57-1640F9BF36DB}">
      <dgm:prSet/>
      <dgm:spPr/>
      <dgm:t>
        <a:bodyPr/>
        <a:lstStyle/>
        <a:p>
          <a:endParaRPr lang="en-GB"/>
        </a:p>
      </dgm:t>
    </dgm:pt>
    <dgm:pt modelId="{C698C9B4-0409-4BF3-A120-48801DA7BDE6}" type="sibTrans" cxnId="{B528D299-43C7-42C2-8F57-1640F9BF36DB}">
      <dgm:prSet/>
      <dgm:spPr/>
      <dgm:t>
        <a:bodyPr/>
        <a:lstStyle/>
        <a:p>
          <a:endParaRPr lang="en-GB"/>
        </a:p>
      </dgm:t>
    </dgm:pt>
    <dgm:pt modelId="{2AE8C144-8B2F-4E47-AD58-5A74C23FFD44}">
      <dgm:prSet phldrT="[Text]"/>
      <dgm:spPr/>
      <dgm:t>
        <a:bodyPr/>
        <a:lstStyle/>
        <a:p>
          <a:r>
            <a:rPr lang="en-GB" dirty="0" smtClean="0"/>
            <a:t>Feedback</a:t>
          </a:r>
          <a:endParaRPr lang="en-GB" dirty="0"/>
        </a:p>
      </dgm:t>
    </dgm:pt>
    <dgm:pt modelId="{6164EDD2-7C9E-43BB-B139-777B16540AE0}" type="parTrans" cxnId="{48C8EA12-C420-4C22-89ED-3EEABB046843}">
      <dgm:prSet/>
      <dgm:spPr/>
      <dgm:t>
        <a:bodyPr/>
        <a:lstStyle/>
        <a:p>
          <a:endParaRPr lang="en-GB"/>
        </a:p>
      </dgm:t>
    </dgm:pt>
    <dgm:pt modelId="{38B46521-9FD0-4FF5-ADA3-E900899FFF77}" type="sibTrans" cxnId="{48C8EA12-C420-4C22-89ED-3EEABB046843}">
      <dgm:prSet/>
      <dgm:spPr/>
      <dgm:t>
        <a:bodyPr/>
        <a:lstStyle/>
        <a:p>
          <a:endParaRPr lang="en-GB"/>
        </a:p>
      </dgm:t>
    </dgm:pt>
    <dgm:pt modelId="{8C5078F6-E4F5-40B7-80B0-0F6063421499}">
      <dgm:prSet phldrT="[Text]"/>
      <dgm:spPr/>
      <dgm:t>
        <a:bodyPr/>
        <a:lstStyle/>
        <a:p>
          <a:r>
            <a:rPr lang="en-GB" dirty="0" smtClean="0"/>
            <a:t>Usability</a:t>
          </a:r>
          <a:endParaRPr lang="en-GB" dirty="0"/>
        </a:p>
      </dgm:t>
    </dgm:pt>
    <dgm:pt modelId="{2BBDA6EB-B19F-4C74-8AFF-90B9538FCC3D}" type="parTrans" cxnId="{C89ADAC9-2199-438A-9EDC-482F1A7A088F}">
      <dgm:prSet/>
      <dgm:spPr/>
      <dgm:t>
        <a:bodyPr/>
        <a:lstStyle/>
        <a:p>
          <a:endParaRPr lang="en-GB"/>
        </a:p>
      </dgm:t>
    </dgm:pt>
    <dgm:pt modelId="{BB3E1B20-A939-425E-8AC4-4CFAEF769F75}" type="sibTrans" cxnId="{C89ADAC9-2199-438A-9EDC-482F1A7A088F}">
      <dgm:prSet/>
      <dgm:spPr/>
      <dgm:t>
        <a:bodyPr/>
        <a:lstStyle/>
        <a:p>
          <a:endParaRPr lang="en-GB"/>
        </a:p>
      </dgm:t>
    </dgm:pt>
    <dgm:pt modelId="{63CA378E-D8D6-447A-B864-413368335359}">
      <dgm:prSet phldrT="[Text]"/>
      <dgm:spPr/>
      <dgm:t>
        <a:bodyPr/>
        <a:lstStyle/>
        <a:p>
          <a:r>
            <a:rPr lang="en-GB" dirty="0" smtClean="0"/>
            <a:t>Wire</a:t>
          </a:r>
        </a:p>
        <a:p>
          <a:r>
            <a:rPr lang="en-GB" dirty="0" smtClean="0"/>
            <a:t>framing</a:t>
          </a:r>
          <a:endParaRPr lang="en-GB" dirty="0"/>
        </a:p>
      </dgm:t>
    </dgm:pt>
    <dgm:pt modelId="{760B4981-0275-4C9D-B59C-CC46E2D99D05}" type="parTrans" cxnId="{209E5603-3D0B-4626-9CA2-5A93C53FF458}">
      <dgm:prSet/>
      <dgm:spPr/>
      <dgm:t>
        <a:bodyPr/>
        <a:lstStyle/>
        <a:p>
          <a:endParaRPr lang="en-GB"/>
        </a:p>
      </dgm:t>
    </dgm:pt>
    <dgm:pt modelId="{3A237120-C5D9-4332-9C3C-C562649A11F0}" type="sibTrans" cxnId="{209E5603-3D0B-4626-9CA2-5A93C53FF458}">
      <dgm:prSet/>
      <dgm:spPr/>
      <dgm:t>
        <a:bodyPr/>
        <a:lstStyle/>
        <a:p>
          <a:endParaRPr lang="en-GB"/>
        </a:p>
      </dgm:t>
    </dgm:pt>
    <dgm:pt modelId="{153ED75F-A8A8-4FA1-BA5C-E4D4CD8C703E}">
      <dgm:prSet phldrT="[Text]"/>
      <dgm:spPr/>
      <dgm:t>
        <a:bodyPr/>
        <a:lstStyle/>
        <a:p>
          <a:r>
            <a:rPr lang="en-GB" dirty="0" smtClean="0"/>
            <a:t>Test</a:t>
          </a:r>
        </a:p>
      </dgm:t>
    </dgm:pt>
    <dgm:pt modelId="{56F45115-B2BD-468B-BEE9-1B3F0591DB7B}" type="parTrans" cxnId="{FFF42BF1-7717-497E-96B8-8D4C4C035C6D}">
      <dgm:prSet/>
      <dgm:spPr/>
      <dgm:t>
        <a:bodyPr/>
        <a:lstStyle/>
        <a:p>
          <a:endParaRPr lang="en-GB"/>
        </a:p>
      </dgm:t>
    </dgm:pt>
    <dgm:pt modelId="{812ECBF5-D58E-4B1A-BF03-89F06D07E8B1}" type="sibTrans" cxnId="{FFF42BF1-7717-497E-96B8-8D4C4C035C6D}">
      <dgm:prSet/>
      <dgm:spPr/>
      <dgm:t>
        <a:bodyPr/>
        <a:lstStyle/>
        <a:p>
          <a:endParaRPr lang="en-GB"/>
        </a:p>
      </dgm:t>
    </dgm:pt>
    <dgm:pt modelId="{B11229F7-FE3A-41EA-94C9-7FD87493E2D0}">
      <dgm:prSet phldrT="[Text]"/>
      <dgm:spPr/>
      <dgm:t>
        <a:bodyPr/>
        <a:lstStyle/>
        <a:p>
          <a:r>
            <a:rPr lang="en-GB" dirty="0" smtClean="0"/>
            <a:t>Review, Iterate</a:t>
          </a:r>
        </a:p>
      </dgm:t>
    </dgm:pt>
    <dgm:pt modelId="{CC36A4DD-9C06-47B8-8C3B-A2A9B249447E}" type="parTrans" cxnId="{B9739F6F-677F-412E-B4F3-2E0138E10256}">
      <dgm:prSet/>
      <dgm:spPr/>
      <dgm:t>
        <a:bodyPr/>
        <a:lstStyle/>
        <a:p>
          <a:endParaRPr lang="en-GB"/>
        </a:p>
      </dgm:t>
    </dgm:pt>
    <dgm:pt modelId="{E041DD8A-3E13-4660-A32B-F209FC5B071B}" type="sibTrans" cxnId="{B9739F6F-677F-412E-B4F3-2E0138E10256}">
      <dgm:prSet/>
      <dgm:spPr/>
      <dgm:t>
        <a:bodyPr/>
        <a:lstStyle/>
        <a:p>
          <a:endParaRPr lang="en-GB"/>
        </a:p>
      </dgm:t>
    </dgm:pt>
    <dgm:pt modelId="{E453B2F4-1561-42E8-B04A-030DF620F247}" type="pres">
      <dgm:prSet presAssocID="{3029CC4A-AFB8-4B27-8180-B8A75C8C582B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A04209EB-5EA9-4B60-ABC2-239D12D35571}" type="pres">
      <dgm:prSet presAssocID="{B11229F7-FE3A-41EA-94C9-7FD87493E2D0}" presName="Accent6" presStyleCnt="0"/>
      <dgm:spPr/>
    </dgm:pt>
    <dgm:pt modelId="{B93FE88B-7B7D-48C3-B836-DCB778816807}" type="pres">
      <dgm:prSet presAssocID="{B11229F7-FE3A-41EA-94C9-7FD87493E2D0}" presName="Accent" presStyleLbl="node1" presStyleIdx="0" presStyleCnt="6"/>
      <dgm:spPr/>
    </dgm:pt>
    <dgm:pt modelId="{6209BED2-A9FC-4D20-9C4B-09A197A1EACB}" type="pres">
      <dgm:prSet presAssocID="{B11229F7-FE3A-41EA-94C9-7FD87493E2D0}" presName="ParentBackground6" presStyleCnt="0"/>
      <dgm:spPr/>
    </dgm:pt>
    <dgm:pt modelId="{7B1AC9A5-8D7C-4EEE-AD4A-B2E5B5BB8B21}" type="pres">
      <dgm:prSet presAssocID="{B11229F7-FE3A-41EA-94C9-7FD87493E2D0}" presName="ParentBackground" presStyleLbl="fgAcc1" presStyleIdx="0" presStyleCnt="6"/>
      <dgm:spPr/>
    </dgm:pt>
    <dgm:pt modelId="{5BE1CF5F-C646-427E-82E0-16DA6449E347}" type="pres">
      <dgm:prSet presAssocID="{B11229F7-FE3A-41EA-94C9-7FD87493E2D0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CC4CEEA-BAAC-4B71-BABE-5F65FC9261F1}" type="pres">
      <dgm:prSet presAssocID="{153ED75F-A8A8-4FA1-BA5C-E4D4CD8C703E}" presName="Accent5" presStyleCnt="0"/>
      <dgm:spPr/>
    </dgm:pt>
    <dgm:pt modelId="{17E9F571-8F55-4EDF-800B-3BF1004E15DD}" type="pres">
      <dgm:prSet presAssocID="{153ED75F-A8A8-4FA1-BA5C-E4D4CD8C703E}" presName="Accent" presStyleLbl="node1" presStyleIdx="1" presStyleCnt="6"/>
      <dgm:spPr/>
    </dgm:pt>
    <dgm:pt modelId="{BD8171A0-4626-440E-BDB6-9FED87B03FF9}" type="pres">
      <dgm:prSet presAssocID="{153ED75F-A8A8-4FA1-BA5C-E4D4CD8C703E}" presName="ParentBackground5" presStyleCnt="0"/>
      <dgm:spPr/>
    </dgm:pt>
    <dgm:pt modelId="{B4D5957A-DC04-4D00-B08B-9B9236C03749}" type="pres">
      <dgm:prSet presAssocID="{153ED75F-A8A8-4FA1-BA5C-E4D4CD8C703E}" presName="ParentBackground" presStyleLbl="fgAcc1" presStyleIdx="1" presStyleCnt="6"/>
      <dgm:spPr/>
    </dgm:pt>
    <dgm:pt modelId="{B4CE2563-84A0-47DB-ABE1-6CF5B37C3DAB}" type="pres">
      <dgm:prSet presAssocID="{153ED75F-A8A8-4FA1-BA5C-E4D4CD8C703E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8650DD7-7A9D-4AEA-8A54-6A0DB49E1847}" type="pres">
      <dgm:prSet presAssocID="{63CA378E-D8D6-447A-B864-413368335359}" presName="Accent4" presStyleCnt="0"/>
      <dgm:spPr/>
    </dgm:pt>
    <dgm:pt modelId="{F7E343C4-5576-4368-AABD-F518EAD9E72F}" type="pres">
      <dgm:prSet presAssocID="{63CA378E-D8D6-447A-B864-413368335359}" presName="Accent" presStyleLbl="node1" presStyleIdx="2" presStyleCnt="6"/>
      <dgm:spPr/>
    </dgm:pt>
    <dgm:pt modelId="{1C1C17A8-4598-4D02-A5AD-3F61841B9DE2}" type="pres">
      <dgm:prSet presAssocID="{63CA378E-D8D6-447A-B864-413368335359}" presName="ParentBackground4" presStyleCnt="0"/>
      <dgm:spPr/>
    </dgm:pt>
    <dgm:pt modelId="{F72F8090-9C8B-4497-93DD-32EA5D02D605}" type="pres">
      <dgm:prSet presAssocID="{63CA378E-D8D6-447A-B864-413368335359}" presName="ParentBackground" presStyleLbl="fgAcc1" presStyleIdx="2" presStyleCnt="6"/>
      <dgm:spPr/>
      <dgm:t>
        <a:bodyPr/>
        <a:lstStyle/>
        <a:p>
          <a:endParaRPr lang="en-GB"/>
        </a:p>
      </dgm:t>
    </dgm:pt>
    <dgm:pt modelId="{38E88DBD-6DC5-4D39-8C2E-C910422961C6}" type="pres">
      <dgm:prSet presAssocID="{63CA378E-D8D6-447A-B864-413368335359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55751E8-5F18-4F96-AB6E-AF19595B285A}" type="pres">
      <dgm:prSet presAssocID="{8C5078F6-E4F5-40B7-80B0-0F6063421499}" presName="Accent3" presStyleCnt="0"/>
      <dgm:spPr/>
    </dgm:pt>
    <dgm:pt modelId="{A4B7A84D-1790-4925-A763-B733637B5643}" type="pres">
      <dgm:prSet presAssocID="{8C5078F6-E4F5-40B7-80B0-0F6063421499}" presName="Accent" presStyleLbl="node1" presStyleIdx="3" presStyleCnt="6"/>
      <dgm:spPr/>
    </dgm:pt>
    <dgm:pt modelId="{F4886E53-7D70-4C1E-8137-E525E6547DDD}" type="pres">
      <dgm:prSet presAssocID="{8C5078F6-E4F5-40B7-80B0-0F6063421499}" presName="ParentBackground3" presStyleCnt="0"/>
      <dgm:spPr/>
    </dgm:pt>
    <dgm:pt modelId="{164D72BC-E990-4EF5-BBFC-BB7FE0A5A5B0}" type="pres">
      <dgm:prSet presAssocID="{8C5078F6-E4F5-40B7-80B0-0F6063421499}" presName="ParentBackground" presStyleLbl="fgAcc1" presStyleIdx="3" presStyleCnt="6"/>
      <dgm:spPr/>
    </dgm:pt>
    <dgm:pt modelId="{E9EE6AB2-ADA1-47A5-9BFD-1BC39CF6FB3B}" type="pres">
      <dgm:prSet presAssocID="{8C5078F6-E4F5-40B7-80B0-0F6063421499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2816058-DA3F-48BE-B4AF-2BF964412574}" type="pres">
      <dgm:prSet presAssocID="{2AE8C144-8B2F-4E47-AD58-5A74C23FFD44}" presName="Accent2" presStyleCnt="0"/>
      <dgm:spPr/>
    </dgm:pt>
    <dgm:pt modelId="{A4AE2605-4B3F-46EF-BC84-DA0D760DB350}" type="pres">
      <dgm:prSet presAssocID="{2AE8C144-8B2F-4E47-AD58-5A74C23FFD44}" presName="Accent" presStyleLbl="node1" presStyleIdx="4" presStyleCnt="6"/>
      <dgm:spPr/>
    </dgm:pt>
    <dgm:pt modelId="{95463F05-BEA0-4D1D-A303-158D7F7B4411}" type="pres">
      <dgm:prSet presAssocID="{2AE8C144-8B2F-4E47-AD58-5A74C23FFD44}" presName="ParentBackground2" presStyleCnt="0"/>
      <dgm:spPr/>
    </dgm:pt>
    <dgm:pt modelId="{EDE71A35-A684-4CA6-9A8B-FBF8098FA9A4}" type="pres">
      <dgm:prSet presAssocID="{2AE8C144-8B2F-4E47-AD58-5A74C23FFD44}" presName="ParentBackground" presStyleLbl="fgAcc1" presStyleIdx="4" presStyleCnt="6"/>
      <dgm:spPr/>
      <dgm:t>
        <a:bodyPr/>
        <a:lstStyle/>
        <a:p>
          <a:endParaRPr lang="en-GB"/>
        </a:p>
      </dgm:t>
    </dgm:pt>
    <dgm:pt modelId="{AEF17D23-8A72-45CA-8860-946240783D88}" type="pres">
      <dgm:prSet presAssocID="{2AE8C144-8B2F-4E47-AD58-5A74C23FFD44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3CF22F6-6AEA-4B60-8D9B-ED371DA9CA3B}" type="pres">
      <dgm:prSet presAssocID="{8D5C5D02-1210-4DE3-A9E1-48DF2C0BF4AC}" presName="Accent1" presStyleCnt="0"/>
      <dgm:spPr/>
    </dgm:pt>
    <dgm:pt modelId="{77F291E6-B905-4B39-A869-9BA31FFE7E16}" type="pres">
      <dgm:prSet presAssocID="{8D5C5D02-1210-4DE3-A9E1-48DF2C0BF4AC}" presName="Accent" presStyleLbl="node1" presStyleIdx="5" presStyleCnt="6"/>
      <dgm:spPr/>
    </dgm:pt>
    <dgm:pt modelId="{1E1F485C-3291-4803-A836-8B5A0619103D}" type="pres">
      <dgm:prSet presAssocID="{8D5C5D02-1210-4DE3-A9E1-48DF2C0BF4AC}" presName="ParentBackground1" presStyleCnt="0"/>
      <dgm:spPr/>
    </dgm:pt>
    <dgm:pt modelId="{E017CB32-706A-48F3-9ADA-CA161114B6C6}" type="pres">
      <dgm:prSet presAssocID="{8D5C5D02-1210-4DE3-A9E1-48DF2C0BF4AC}" presName="ParentBackground" presStyleLbl="fgAcc1" presStyleIdx="5" presStyleCnt="6"/>
      <dgm:spPr/>
    </dgm:pt>
    <dgm:pt modelId="{6AAF9076-62B7-4CDA-94EF-28478285EFE9}" type="pres">
      <dgm:prSet presAssocID="{8D5C5D02-1210-4DE3-A9E1-48DF2C0BF4A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FFF42BF1-7717-497E-96B8-8D4C4C035C6D}" srcId="{3029CC4A-AFB8-4B27-8180-B8A75C8C582B}" destId="{153ED75F-A8A8-4FA1-BA5C-E4D4CD8C703E}" srcOrd="4" destOrd="0" parTransId="{56F45115-B2BD-468B-BEE9-1B3F0591DB7B}" sibTransId="{812ECBF5-D58E-4B1A-BF03-89F06D07E8B1}"/>
    <dgm:cxn modelId="{9E5F5A24-0EC3-4637-B975-DD57CDD97939}" type="presOf" srcId="{8D5C5D02-1210-4DE3-A9E1-48DF2C0BF4AC}" destId="{E017CB32-706A-48F3-9ADA-CA161114B6C6}" srcOrd="0" destOrd="0" presId="urn:microsoft.com/office/officeart/2011/layout/CircleProcess"/>
    <dgm:cxn modelId="{806BB0AC-60B4-4A59-9120-1C6A62E769D4}" type="presOf" srcId="{3029CC4A-AFB8-4B27-8180-B8A75C8C582B}" destId="{E453B2F4-1561-42E8-B04A-030DF620F247}" srcOrd="0" destOrd="0" presId="urn:microsoft.com/office/officeart/2011/layout/CircleProcess"/>
    <dgm:cxn modelId="{148DBC8B-FB67-4138-9FCC-88ED8EDED4D9}" type="presOf" srcId="{8D5C5D02-1210-4DE3-A9E1-48DF2C0BF4AC}" destId="{6AAF9076-62B7-4CDA-94EF-28478285EFE9}" srcOrd="1" destOrd="0" presId="urn:microsoft.com/office/officeart/2011/layout/CircleProcess"/>
    <dgm:cxn modelId="{34ED2F53-31C9-4652-B150-A0323797439F}" type="presOf" srcId="{153ED75F-A8A8-4FA1-BA5C-E4D4CD8C703E}" destId="{B4CE2563-84A0-47DB-ABE1-6CF5B37C3DAB}" srcOrd="1" destOrd="0" presId="urn:microsoft.com/office/officeart/2011/layout/CircleProcess"/>
    <dgm:cxn modelId="{995C53D8-3106-4189-8E5B-ADC5BC03B9CD}" type="presOf" srcId="{63CA378E-D8D6-447A-B864-413368335359}" destId="{F72F8090-9C8B-4497-93DD-32EA5D02D605}" srcOrd="0" destOrd="0" presId="urn:microsoft.com/office/officeart/2011/layout/CircleProcess"/>
    <dgm:cxn modelId="{48C8EA12-C420-4C22-89ED-3EEABB046843}" srcId="{3029CC4A-AFB8-4B27-8180-B8A75C8C582B}" destId="{2AE8C144-8B2F-4E47-AD58-5A74C23FFD44}" srcOrd="1" destOrd="0" parTransId="{6164EDD2-7C9E-43BB-B139-777B16540AE0}" sibTransId="{38B46521-9FD0-4FF5-ADA3-E900899FFF77}"/>
    <dgm:cxn modelId="{C795F1FB-DA52-4C9D-9E58-7116CF934571}" type="presOf" srcId="{63CA378E-D8D6-447A-B864-413368335359}" destId="{38E88DBD-6DC5-4D39-8C2E-C910422961C6}" srcOrd="1" destOrd="0" presId="urn:microsoft.com/office/officeart/2011/layout/CircleProcess"/>
    <dgm:cxn modelId="{9ACADD9B-8797-42D9-9D55-069AE397BE31}" type="presOf" srcId="{2AE8C144-8B2F-4E47-AD58-5A74C23FFD44}" destId="{EDE71A35-A684-4CA6-9A8B-FBF8098FA9A4}" srcOrd="0" destOrd="0" presId="urn:microsoft.com/office/officeart/2011/layout/CircleProcess"/>
    <dgm:cxn modelId="{95995E5C-B996-4841-8EDD-DA2A75A9689D}" type="presOf" srcId="{8C5078F6-E4F5-40B7-80B0-0F6063421499}" destId="{E9EE6AB2-ADA1-47A5-9BFD-1BC39CF6FB3B}" srcOrd="1" destOrd="0" presId="urn:microsoft.com/office/officeart/2011/layout/CircleProcess"/>
    <dgm:cxn modelId="{A90A594D-36A5-4BAE-8C47-84E80561BBF1}" type="presOf" srcId="{B11229F7-FE3A-41EA-94C9-7FD87493E2D0}" destId="{5BE1CF5F-C646-427E-82E0-16DA6449E347}" srcOrd="1" destOrd="0" presId="urn:microsoft.com/office/officeart/2011/layout/CircleProcess"/>
    <dgm:cxn modelId="{7734117F-1C3C-4D41-B87D-B959CB854EA4}" type="presOf" srcId="{153ED75F-A8A8-4FA1-BA5C-E4D4CD8C703E}" destId="{B4D5957A-DC04-4D00-B08B-9B9236C03749}" srcOrd="0" destOrd="0" presId="urn:microsoft.com/office/officeart/2011/layout/CircleProcess"/>
    <dgm:cxn modelId="{0F05B56C-96D4-4DE2-A377-AFAFA0162053}" type="presOf" srcId="{B11229F7-FE3A-41EA-94C9-7FD87493E2D0}" destId="{7B1AC9A5-8D7C-4EEE-AD4A-B2E5B5BB8B21}" srcOrd="0" destOrd="0" presId="urn:microsoft.com/office/officeart/2011/layout/CircleProcess"/>
    <dgm:cxn modelId="{5898DC96-C609-4EB0-8B7D-3A493AD43CD3}" type="presOf" srcId="{8C5078F6-E4F5-40B7-80B0-0F6063421499}" destId="{164D72BC-E990-4EF5-BBFC-BB7FE0A5A5B0}" srcOrd="0" destOrd="0" presId="urn:microsoft.com/office/officeart/2011/layout/CircleProcess"/>
    <dgm:cxn modelId="{C89ADAC9-2199-438A-9EDC-482F1A7A088F}" srcId="{3029CC4A-AFB8-4B27-8180-B8A75C8C582B}" destId="{8C5078F6-E4F5-40B7-80B0-0F6063421499}" srcOrd="2" destOrd="0" parTransId="{2BBDA6EB-B19F-4C74-8AFF-90B9538FCC3D}" sibTransId="{BB3E1B20-A939-425E-8AC4-4CFAEF769F75}"/>
    <dgm:cxn modelId="{B9739F6F-677F-412E-B4F3-2E0138E10256}" srcId="{3029CC4A-AFB8-4B27-8180-B8A75C8C582B}" destId="{B11229F7-FE3A-41EA-94C9-7FD87493E2D0}" srcOrd="5" destOrd="0" parTransId="{CC36A4DD-9C06-47B8-8C3B-A2A9B249447E}" sibTransId="{E041DD8A-3E13-4660-A32B-F209FC5B071B}"/>
    <dgm:cxn modelId="{B528D299-43C7-42C2-8F57-1640F9BF36DB}" srcId="{3029CC4A-AFB8-4B27-8180-B8A75C8C582B}" destId="{8D5C5D02-1210-4DE3-A9E1-48DF2C0BF4AC}" srcOrd="0" destOrd="0" parTransId="{6B6AAACD-5CF7-4D5B-A581-E8DDC4A56DD8}" sibTransId="{C698C9B4-0409-4BF3-A120-48801DA7BDE6}"/>
    <dgm:cxn modelId="{209E5603-3D0B-4626-9CA2-5A93C53FF458}" srcId="{3029CC4A-AFB8-4B27-8180-B8A75C8C582B}" destId="{63CA378E-D8D6-447A-B864-413368335359}" srcOrd="3" destOrd="0" parTransId="{760B4981-0275-4C9D-B59C-CC46E2D99D05}" sibTransId="{3A237120-C5D9-4332-9C3C-C562649A11F0}"/>
    <dgm:cxn modelId="{97E01258-176E-4698-87D0-5A6133C79F5B}" type="presOf" srcId="{2AE8C144-8B2F-4E47-AD58-5A74C23FFD44}" destId="{AEF17D23-8A72-45CA-8860-946240783D88}" srcOrd="1" destOrd="0" presId="urn:microsoft.com/office/officeart/2011/layout/CircleProcess"/>
    <dgm:cxn modelId="{89B534F2-6DCC-418C-99DE-D4F5CE5E1516}" type="presParOf" srcId="{E453B2F4-1561-42E8-B04A-030DF620F247}" destId="{A04209EB-5EA9-4B60-ABC2-239D12D35571}" srcOrd="0" destOrd="0" presId="urn:microsoft.com/office/officeart/2011/layout/CircleProcess"/>
    <dgm:cxn modelId="{14BB86E2-0CF9-443A-90B0-93C69F690855}" type="presParOf" srcId="{A04209EB-5EA9-4B60-ABC2-239D12D35571}" destId="{B93FE88B-7B7D-48C3-B836-DCB778816807}" srcOrd="0" destOrd="0" presId="urn:microsoft.com/office/officeart/2011/layout/CircleProcess"/>
    <dgm:cxn modelId="{B472CA07-FAB0-4A30-B37B-0921EBB72C61}" type="presParOf" srcId="{E453B2F4-1561-42E8-B04A-030DF620F247}" destId="{6209BED2-A9FC-4D20-9C4B-09A197A1EACB}" srcOrd="1" destOrd="0" presId="urn:microsoft.com/office/officeart/2011/layout/CircleProcess"/>
    <dgm:cxn modelId="{5CCEB6C6-393C-49BD-811B-AA6C3D4936B2}" type="presParOf" srcId="{6209BED2-A9FC-4D20-9C4B-09A197A1EACB}" destId="{7B1AC9A5-8D7C-4EEE-AD4A-B2E5B5BB8B21}" srcOrd="0" destOrd="0" presId="urn:microsoft.com/office/officeart/2011/layout/CircleProcess"/>
    <dgm:cxn modelId="{1207E3FA-6754-4B4C-97CF-59B57141ED71}" type="presParOf" srcId="{E453B2F4-1561-42E8-B04A-030DF620F247}" destId="{5BE1CF5F-C646-427E-82E0-16DA6449E347}" srcOrd="2" destOrd="0" presId="urn:microsoft.com/office/officeart/2011/layout/CircleProcess"/>
    <dgm:cxn modelId="{B1F4FC3E-0A1F-42A0-B9F9-E8E65776804D}" type="presParOf" srcId="{E453B2F4-1561-42E8-B04A-030DF620F247}" destId="{6CC4CEEA-BAAC-4B71-BABE-5F65FC9261F1}" srcOrd="3" destOrd="0" presId="urn:microsoft.com/office/officeart/2011/layout/CircleProcess"/>
    <dgm:cxn modelId="{AB9D717E-0D14-4B4C-9166-A1ADEF294C85}" type="presParOf" srcId="{6CC4CEEA-BAAC-4B71-BABE-5F65FC9261F1}" destId="{17E9F571-8F55-4EDF-800B-3BF1004E15DD}" srcOrd="0" destOrd="0" presId="urn:microsoft.com/office/officeart/2011/layout/CircleProcess"/>
    <dgm:cxn modelId="{1512FE9B-4795-475A-9A50-732E631B9E34}" type="presParOf" srcId="{E453B2F4-1561-42E8-B04A-030DF620F247}" destId="{BD8171A0-4626-440E-BDB6-9FED87B03FF9}" srcOrd="4" destOrd="0" presId="urn:microsoft.com/office/officeart/2011/layout/CircleProcess"/>
    <dgm:cxn modelId="{0C4F521E-9D33-4EF4-83C8-B53BBA4DAFC7}" type="presParOf" srcId="{BD8171A0-4626-440E-BDB6-9FED87B03FF9}" destId="{B4D5957A-DC04-4D00-B08B-9B9236C03749}" srcOrd="0" destOrd="0" presId="urn:microsoft.com/office/officeart/2011/layout/CircleProcess"/>
    <dgm:cxn modelId="{C2F1EB02-EC8E-4482-BA97-7D7C77712E84}" type="presParOf" srcId="{E453B2F4-1561-42E8-B04A-030DF620F247}" destId="{B4CE2563-84A0-47DB-ABE1-6CF5B37C3DAB}" srcOrd="5" destOrd="0" presId="urn:microsoft.com/office/officeart/2011/layout/CircleProcess"/>
    <dgm:cxn modelId="{1622945D-5486-4B1F-8A02-34D546DF9665}" type="presParOf" srcId="{E453B2F4-1561-42E8-B04A-030DF620F247}" destId="{08650DD7-7A9D-4AEA-8A54-6A0DB49E1847}" srcOrd="6" destOrd="0" presId="urn:microsoft.com/office/officeart/2011/layout/CircleProcess"/>
    <dgm:cxn modelId="{5C188B56-FB1D-4DEA-B707-B665B070BBDE}" type="presParOf" srcId="{08650DD7-7A9D-4AEA-8A54-6A0DB49E1847}" destId="{F7E343C4-5576-4368-AABD-F518EAD9E72F}" srcOrd="0" destOrd="0" presId="urn:microsoft.com/office/officeart/2011/layout/CircleProcess"/>
    <dgm:cxn modelId="{7362EB43-989B-4243-96AA-5419AD3D4E8C}" type="presParOf" srcId="{E453B2F4-1561-42E8-B04A-030DF620F247}" destId="{1C1C17A8-4598-4D02-A5AD-3F61841B9DE2}" srcOrd="7" destOrd="0" presId="urn:microsoft.com/office/officeart/2011/layout/CircleProcess"/>
    <dgm:cxn modelId="{8276939F-6885-4822-A742-85A6A508A5BC}" type="presParOf" srcId="{1C1C17A8-4598-4D02-A5AD-3F61841B9DE2}" destId="{F72F8090-9C8B-4497-93DD-32EA5D02D605}" srcOrd="0" destOrd="0" presId="urn:microsoft.com/office/officeart/2011/layout/CircleProcess"/>
    <dgm:cxn modelId="{78C8641C-C6D3-43F7-B5DB-DA111A6D95B5}" type="presParOf" srcId="{E453B2F4-1561-42E8-B04A-030DF620F247}" destId="{38E88DBD-6DC5-4D39-8C2E-C910422961C6}" srcOrd="8" destOrd="0" presId="urn:microsoft.com/office/officeart/2011/layout/CircleProcess"/>
    <dgm:cxn modelId="{5A5C8617-097B-4ACA-85E6-9D98440F91D2}" type="presParOf" srcId="{E453B2F4-1561-42E8-B04A-030DF620F247}" destId="{655751E8-5F18-4F96-AB6E-AF19595B285A}" srcOrd="9" destOrd="0" presId="urn:microsoft.com/office/officeart/2011/layout/CircleProcess"/>
    <dgm:cxn modelId="{542D383C-8F8C-43B2-B6DE-7F5176733D8B}" type="presParOf" srcId="{655751E8-5F18-4F96-AB6E-AF19595B285A}" destId="{A4B7A84D-1790-4925-A763-B733637B5643}" srcOrd="0" destOrd="0" presId="urn:microsoft.com/office/officeart/2011/layout/CircleProcess"/>
    <dgm:cxn modelId="{9797878C-D87E-4830-8BA9-92DA11AF88CE}" type="presParOf" srcId="{E453B2F4-1561-42E8-B04A-030DF620F247}" destId="{F4886E53-7D70-4C1E-8137-E525E6547DDD}" srcOrd="10" destOrd="0" presId="urn:microsoft.com/office/officeart/2011/layout/CircleProcess"/>
    <dgm:cxn modelId="{79B70F25-F828-433A-A44C-9B9716B16B24}" type="presParOf" srcId="{F4886E53-7D70-4C1E-8137-E525E6547DDD}" destId="{164D72BC-E990-4EF5-BBFC-BB7FE0A5A5B0}" srcOrd="0" destOrd="0" presId="urn:microsoft.com/office/officeart/2011/layout/CircleProcess"/>
    <dgm:cxn modelId="{D90C8BAB-0A86-481C-B461-CAFBAA1B308E}" type="presParOf" srcId="{E453B2F4-1561-42E8-B04A-030DF620F247}" destId="{E9EE6AB2-ADA1-47A5-9BFD-1BC39CF6FB3B}" srcOrd="11" destOrd="0" presId="urn:microsoft.com/office/officeart/2011/layout/CircleProcess"/>
    <dgm:cxn modelId="{614EAF0F-2472-4795-86EB-CFB146E71F38}" type="presParOf" srcId="{E453B2F4-1561-42E8-B04A-030DF620F247}" destId="{62816058-DA3F-48BE-B4AF-2BF964412574}" srcOrd="12" destOrd="0" presId="urn:microsoft.com/office/officeart/2011/layout/CircleProcess"/>
    <dgm:cxn modelId="{A551B107-0051-4E26-B00B-68433340B2B2}" type="presParOf" srcId="{62816058-DA3F-48BE-B4AF-2BF964412574}" destId="{A4AE2605-4B3F-46EF-BC84-DA0D760DB350}" srcOrd="0" destOrd="0" presId="urn:microsoft.com/office/officeart/2011/layout/CircleProcess"/>
    <dgm:cxn modelId="{7B74A5B7-DCB2-4616-B1D2-8730A0B2645A}" type="presParOf" srcId="{E453B2F4-1561-42E8-B04A-030DF620F247}" destId="{95463F05-BEA0-4D1D-A303-158D7F7B4411}" srcOrd="13" destOrd="0" presId="urn:microsoft.com/office/officeart/2011/layout/CircleProcess"/>
    <dgm:cxn modelId="{90E3780D-327C-4E6F-8F3F-BF3B008B26F9}" type="presParOf" srcId="{95463F05-BEA0-4D1D-A303-158D7F7B4411}" destId="{EDE71A35-A684-4CA6-9A8B-FBF8098FA9A4}" srcOrd="0" destOrd="0" presId="urn:microsoft.com/office/officeart/2011/layout/CircleProcess"/>
    <dgm:cxn modelId="{E386F4BC-AC13-44E6-A7A9-89D73184E947}" type="presParOf" srcId="{E453B2F4-1561-42E8-B04A-030DF620F247}" destId="{AEF17D23-8A72-45CA-8860-946240783D88}" srcOrd="14" destOrd="0" presId="urn:microsoft.com/office/officeart/2011/layout/CircleProcess"/>
    <dgm:cxn modelId="{4A143552-7085-4DA8-9678-692C604EA0BF}" type="presParOf" srcId="{E453B2F4-1561-42E8-B04A-030DF620F247}" destId="{83CF22F6-6AEA-4B60-8D9B-ED371DA9CA3B}" srcOrd="15" destOrd="0" presId="urn:microsoft.com/office/officeart/2011/layout/CircleProcess"/>
    <dgm:cxn modelId="{854A290B-A98B-4B1E-9DB3-3C8054D4FB8D}" type="presParOf" srcId="{83CF22F6-6AEA-4B60-8D9B-ED371DA9CA3B}" destId="{77F291E6-B905-4B39-A869-9BA31FFE7E16}" srcOrd="0" destOrd="0" presId="urn:microsoft.com/office/officeart/2011/layout/CircleProcess"/>
    <dgm:cxn modelId="{86DA0DA9-B631-48A8-8E07-00083BD9B57E}" type="presParOf" srcId="{E453B2F4-1561-42E8-B04A-030DF620F247}" destId="{1E1F485C-3291-4803-A836-8B5A0619103D}" srcOrd="16" destOrd="0" presId="urn:microsoft.com/office/officeart/2011/layout/CircleProcess"/>
    <dgm:cxn modelId="{CFD25E21-0655-4DA0-A40C-6EE0ABE208CE}" type="presParOf" srcId="{1E1F485C-3291-4803-A836-8B5A0619103D}" destId="{E017CB32-706A-48F3-9ADA-CA161114B6C6}" srcOrd="0" destOrd="0" presId="urn:microsoft.com/office/officeart/2011/layout/CircleProcess"/>
    <dgm:cxn modelId="{72C9E85D-345B-4080-893B-C69B347DE4CF}" type="presParOf" srcId="{E453B2F4-1561-42E8-B04A-030DF620F247}" destId="{6AAF9076-62B7-4CDA-94EF-28478285EFE9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29CC4A-AFB8-4B27-8180-B8A75C8C582B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</dgm:pt>
    <dgm:pt modelId="{8D5C5D02-1210-4DE3-A9E1-48DF2C0BF4AC}">
      <dgm:prSet phldrT="[Text]"/>
      <dgm:spPr/>
      <dgm:t>
        <a:bodyPr/>
        <a:lstStyle/>
        <a:p>
          <a:r>
            <a:rPr lang="en-GB" dirty="0" smtClean="0"/>
            <a:t>Web Analytics</a:t>
          </a:r>
          <a:endParaRPr lang="en-GB" dirty="0"/>
        </a:p>
      </dgm:t>
    </dgm:pt>
    <dgm:pt modelId="{6B6AAACD-5CF7-4D5B-A581-E8DDC4A56DD8}" type="parTrans" cxnId="{B528D299-43C7-42C2-8F57-1640F9BF36DB}">
      <dgm:prSet/>
      <dgm:spPr/>
      <dgm:t>
        <a:bodyPr/>
        <a:lstStyle/>
        <a:p>
          <a:endParaRPr lang="en-GB"/>
        </a:p>
      </dgm:t>
    </dgm:pt>
    <dgm:pt modelId="{C698C9B4-0409-4BF3-A120-48801DA7BDE6}" type="sibTrans" cxnId="{B528D299-43C7-42C2-8F57-1640F9BF36DB}">
      <dgm:prSet/>
      <dgm:spPr/>
      <dgm:t>
        <a:bodyPr/>
        <a:lstStyle/>
        <a:p>
          <a:endParaRPr lang="en-GB"/>
        </a:p>
      </dgm:t>
    </dgm:pt>
    <dgm:pt modelId="{2AE8C144-8B2F-4E47-AD58-5A74C23FFD44}">
      <dgm:prSet phldrT="[Text]"/>
      <dgm:spPr/>
      <dgm:t>
        <a:bodyPr/>
        <a:lstStyle/>
        <a:p>
          <a:r>
            <a:rPr lang="en-GB" dirty="0" smtClean="0"/>
            <a:t>Feedback</a:t>
          </a:r>
          <a:endParaRPr lang="en-GB" dirty="0"/>
        </a:p>
      </dgm:t>
    </dgm:pt>
    <dgm:pt modelId="{6164EDD2-7C9E-43BB-B139-777B16540AE0}" type="parTrans" cxnId="{48C8EA12-C420-4C22-89ED-3EEABB046843}">
      <dgm:prSet/>
      <dgm:spPr/>
      <dgm:t>
        <a:bodyPr/>
        <a:lstStyle/>
        <a:p>
          <a:endParaRPr lang="en-GB"/>
        </a:p>
      </dgm:t>
    </dgm:pt>
    <dgm:pt modelId="{38B46521-9FD0-4FF5-ADA3-E900899FFF77}" type="sibTrans" cxnId="{48C8EA12-C420-4C22-89ED-3EEABB046843}">
      <dgm:prSet/>
      <dgm:spPr/>
      <dgm:t>
        <a:bodyPr/>
        <a:lstStyle/>
        <a:p>
          <a:endParaRPr lang="en-GB"/>
        </a:p>
      </dgm:t>
    </dgm:pt>
    <dgm:pt modelId="{8C5078F6-E4F5-40B7-80B0-0F6063421499}">
      <dgm:prSet phldrT="[Text]"/>
      <dgm:spPr/>
      <dgm:t>
        <a:bodyPr/>
        <a:lstStyle/>
        <a:p>
          <a:r>
            <a:rPr lang="en-GB" dirty="0" smtClean="0"/>
            <a:t>Usability</a:t>
          </a:r>
        </a:p>
      </dgm:t>
    </dgm:pt>
    <dgm:pt modelId="{2BBDA6EB-B19F-4C74-8AFF-90B9538FCC3D}" type="parTrans" cxnId="{C89ADAC9-2199-438A-9EDC-482F1A7A088F}">
      <dgm:prSet/>
      <dgm:spPr/>
      <dgm:t>
        <a:bodyPr/>
        <a:lstStyle/>
        <a:p>
          <a:endParaRPr lang="en-GB"/>
        </a:p>
      </dgm:t>
    </dgm:pt>
    <dgm:pt modelId="{BB3E1B20-A939-425E-8AC4-4CFAEF769F75}" type="sibTrans" cxnId="{C89ADAC9-2199-438A-9EDC-482F1A7A088F}">
      <dgm:prSet/>
      <dgm:spPr/>
      <dgm:t>
        <a:bodyPr/>
        <a:lstStyle/>
        <a:p>
          <a:endParaRPr lang="en-GB"/>
        </a:p>
      </dgm:t>
    </dgm:pt>
    <dgm:pt modelId="{63CA378E-D8D6-447A-B864-413368335359}">
      <dgm:prSet phldrT="[Text]"/>
      <dgm:spPr/>
      <dgm:t>
        <a:bodyPr/>
        <a:lstStyle/>
        <a:p>
          <a:r>
            <a:rPr lang="en-GB" dirty="0" smtClean="0"/>
            <a:t>Wire</a:t>
          </a:r>
        </a:p>
        <a:p>
          <a:r>
            <a:rPr lang="en-GB" dirty="0" smtClean="0"/>
            <a:t>framing</a:t>
          </a:r>
          <a:endParaRPr lang="en-GB" dirty="0"/>
        </a:p>
      </dgm:t>
    </dgm:pt>
    <dgm:pt modelId="{760B4981-0275-4C9D-B59C-CC46E2D99D05}" type="parTrans" cxnId="{209E5603-3D0B-4626-9CA2-5A93C53FF458}">
      <dgm:prSet/>
      <dgm:spPr/>
      <dgm:t>
        <a:bodyPr/>
        <a:lstStyle/>
        <a:p>
          <a:endParaRPr lang="en-GB"/>
        </a:p>
      </dgm:t>
    </dgm:pt>
    <dgm:pt modelId="{3A237120-C5D9-4332-9C3C-C562649A11F0}" type="sibTrans" cxnId="{209E5603-3D0B-4626-9CA2-5A93C53FF458}">
      <dgm:prSet/>
      <dgm:spPr/>
      <dgm:t>
        <a:bodyPr/>
        <a:lstStyle/>
        <a:p>
          <a:endParaRPr lang="en-GB"/>
        </a:p>
      </dgm:t>
    </dgm:pt>
    <dgm:pt modelId="{153ED75F-A8A8-4FA1-BA5C-E4D4CD8C703E}">
      <dgm:prSet phldrT="[Text]"/>
      <dgm:spPr/>
      <dgm:t>
        <a:bodyPr/>
        <a:lstStyle/>
        <a:p>
          <a:r>
            <a:rPr lang="en-GB" dirty="0" smtClean="0"/>
            <a:t>Test</a:t>
          </a:r>
        </a:p>
      </dgm:t>
    </dgm:pt>
    <dgm:pt modelId="{56F45115-B2BD-468B-BEE9-1B3F0591DB7B}" type="parTrans" cxnId="{FFF42BF1-7717-497E-96B8-8D4C4C035C6D}">
      <dgm:prSet/>
      <dgm:spPr/>
      <dgm:t>
        <a:bodyPr/>
        <a:lstStyle/>
        <a:p>
          <a:endParaRPr lang="en-GB"/>
        </a:p>
      </dgm:t>
    </dgm:pt>
    <dgm:pt modelId="{812ECBF5-D58E-4B1A-BF03-89F06D07E8B1}" type="sibTrans" cxnId="{FFF42BF1-7717-497E-96B8-8D4C4C035C6D}">
      <dgm:prSet/>
      <dgm:spPr/>
      <dgm:t>
        <a:bodyPr/>
        <a:lstStyle/>
        <a:p>
          <a:endParaRPr lang="en-GB"/>
        </a:p>
      </dgm:t>
    </dgm:pt>
    <dgm:pt modelId="{B11229F7-FE3A-41EA-94C9-7FD87493E2D0}">
      <dgm:prSet phldrT="[Text]"/>
      <dgm:spPr/>
      <dgm:t>
        <a:bodyPr/>
        <a:lstStyle/>
        <a:p>
          <a:r>
            <a:rPr lang="en-GB" dirty="0" smtClean="0"/>
            <a:t>Review, Iterate</a:t>
          </a:r>
        </a:p>
      </dgm:t>
    </dgm:pt>
    <dgm:pt modelId="{CC36A4DD-9C06-47B8-8C3B-A2A9B249447E}" type="parTrans" cxnId="{B9739F6F-677F-412E-B4F3-2E0138E10256}">
      <dgm:prSet/>
      <dgm:spPr/>
      <dgm:t>
        <a:bodyPr/>
        <a:lstStyle/>
        <a:p>
          <a:endParaRPr lang="en-GB"/>
        </a:p>
      </dgm:t>
    </dgm:pt>
    <dgm:pt modelId="{E041DD8A-3E13-4660-A32B-F209FC5B071B}" type="sibTrans" cxnId="{B9739F6F-677F-412E-B4F3-2E0138E10256}">
      <dgm:prSet/>
      <dgm:spPr/>
      <dgm:t>
        <a:bodyPr/>
        <a:lstStyle/>
        <a:p>
          <a:endParaRPr lang="en-GB"/>
        </a:p>
      </dgm:t>
    </dgm:pt>
    <dgm:pt modelId="{E453B2F4-1561-42E8-B04A-030DF620F247}" type="pres">
      <dgm:prSet presAssocID="{3029CC4A-AFB8-4B27-8180-B8A75C8C582B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A04209EB-5EA9-4B60-ABC2-239D12D35571}" type="pres">
      <dgm:prSet presAssocID="{B11229F7-FE3A-41EA-94C9-7FD87493E2D0}" presName="Accent6" presStyleCnt="0"/>
      <dgm:spPr/>
    </dgm:pt>
    <dgm:pt modelId="{B93FE88B-7B7D-48C3-B836-DCB778816807}" type="pres">
      <dgm:prSet presAssocID="{B11229F7-FE3A-41EA-94C9-7FD87493E2D0}" presName="Accent" presStyleLbl="node1" presStyleIdx="0" presStyleCnt="6"/>
      <dgm:spPr/>
    </dgm:pt>
    <dgm:pt modelId="{6209BED2-A9FC-4D20-9C4B-09A197A1EACB}" type="pres">
      <dgm:prSet presAssocID="{B11229F7-FE3A-41EA-94C9-7FD87493E2D0}" presName="ParentBackground6" presStyleCnt="0"/>
      <dgm:spPr/>
    </dgm:pt>
    <dgm:pt modelId="{7B1AC9A5-8D7C-4EEE-AD4A-B2E5B5BB8B21}" type="pres">
      <dgm:prSet presAssocID="{B11229F7-FE3A-41EA-94C9-7FD87493E2D0}" presName="ParentBackground" presStyleLbl="fgAcc1" presStyleIdx="0" presStyleCnt="6"/>
      <dgm:spPr/>
    </dgm:pt>
    <dgm:pt modelId="{5BE1CF5F-C646-427E-82E0-16DA6449E347}" type="pres">
      <dgm:prSet presAssocID="{B11229F7-FE3A-41EA-94C9-7FD87493E2D0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CC4CEEA-BAAC-4B71-BABE-5F65FC9261F1}" type="pres">
      <dgm:prSet presAssocID="{153ED75F-A8A8-4FA1-BA5C-E4D4CD8C703E}" presName="Accent5" presStyleCnt="0"/>
      <dgm:spPr/>
    </dgm:pt>
    <dgm:pt modelId="{17E9F571-8F55-4EDF-800B-3BF1004E15DD}" type="pres">
      <dgm:prSet presAssocID="{153ED75F-A8A8-4FA1-BA5C-E4D4CD8C703E}" presName="Accent" presStyleLbl="node1" presStyleIdx="1" presStyleCnt="6"/>
      <dgm:spPr/>
    </dgm:pt>
    <dgm:pt modelId="{BD8171A0-4626-440E-BDB6-9FED87B03FF9}" type="pres">
      <dgm:prSet presAssocID="{153ED75F-A8A8-4FA1-BA5C-E4D4CD8C703E}" presName="ParentBackground5" presStyleCnt="0"/>
      <dgm:spPr/>
    </dgm:pt>
    <dgm:pt modelId="{B4D5957A-DC04-4D00-B08B-9B9236C03749}" type="pres">
      <dgm:prSet presAssocID="{153ED75F-A8A8-4FA1-BA5C-E4D4CD8C703E}" presName="ParentBackground" presStyleLbl="fgAcc1" presStyleIdx="1" presStyleCnt="6"/>
      <dgm:spPr/>
    </dgm:pt>
    <dgm:pt modelId="{B4CE2563-84A0-47DB-ABE1-6CF5B37C3DAB}" type="pres">
      <dgm:prSet presAssocID="{153ED75F-A8A8-4FA1-BA5C-E4D4CD8C703E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8650DD7-7A9D-4AEA-8A54-6A0DB49E1847}" type="pres">
      <dgm:prSet presAssocID="{63CA378E-D8D6-447A-B864-413368335359}" presName="Accent4" presStyleCnt="0"/>
      <dgm:spPr/>
    </dgm:pt>
    <dgm:pt modelId="{F7E343C4-5576-4368-AABD-F518EAD9E72F}" type="pres">
      <dgm:prSet presAssocID="{63CA378E-D8D6-447A-B864-413368335359}" presName="Accent" presStyleLbl="node1" presStyleIdx="2" presStyleCnt="6"/>
      <dgm:spPr/>
    </dgm:pt>
    <dgm:pt modelId="{1C1C17A8-4598-4D02-A5AD-3F61841B9DE2}" type="pres">
      <dgm:prSet presAssocID="{63CA378E-D8D6-447A-B864-413368335359}" presName="ParentBackground4" presStyleCnt="0"/>
      <dgm:spPr/>
    </dgm:pt>
    <dgm:pt modelId="{F72F8090-9C8B-4497-93DD-32EA5D02D605}" type="pres">
      <dgm:prSet presAssocID="{63CA378E-D8D6-447A-B864-413368335359}" presName="ParentBackground" presStyleLbl="fgAcc1" presStyleIdx="2" presStyleCnt="6"/>
      <dgm:spPr/>
      <dgm:t>
        <a:bodyPr/>
        <a:lstStyle/>
        <a:p>
          <a:endParaRPr lang="en-GB"/>
        </a:p>
      </dgm:t>
    </dgm:pt>
    <dgm:pt modelId="{38E88DBD-6DC5-4D39-8C2E-C910422961C6}" type="pres">
      <dgm:prSet presAssocID="{63CA378E-D8D6-447A-B864-413368335359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55751E8-5F18-4F96-AB6E-AF19595B285A}" type="pres">
      <dgm:prSet presAssocID="{8C5078F6-E4F5-40B7-80B0-0F6063421499}" presName="Accent3" presStyleCnt="0"/>
      <dgm:spPr/>
    </dgm:pt>
    <dgm:pt modelId="{A4B7A84D-1790-4925-A763-B733637B5643}" type="pres">
      <dgm:prSet presAssocID="{8C5078F6-E4F5-40B7-80B0-0F6063421499}" presName="Accent" presStyleLbl="node1" presStyleIdx="3" presStyleCnt="6"/>
      <dgm:spPr/>
    </dgm:pt>
    <dgm:pt modelId="{F4886E53-7D70-4C1E-8137-E525E6547DDD}" type="pres">
      <dgm:prSet presAssocID="{8C5078F6-E4F5-40B7-80B0-0F6063421499}" presName="ParentBackground3" presStyleCnt="0"/>
      <dgm:spPr/>
    </dgm:pt>
    <dgm:pt modelId="{164D72BC-E990-4EF5-BBFC-BB7FE0A5A5B0}" type="pres">
      <dgm:prSet presAssocID="{8C5078F6-E4F5-40B7-80B0-0F6063421499}" presName="ParentBackground" presStyleLbl="fgAcc1" presStyleIdx="3" presStyleCnt="6"/>
      <dgm:spPr/>
      <dgm:t>
        <a:bodyPr/>
        <a:lstStyle/>
        <a:p>
          <a:endParaRPr lang="en-GB"/>
        </a:p>
      </dgm:t>
    </dgm:pt>
    <dgm:pt modelId="{E9EE6AB2-ADA1-47A5-9BFD-1BC39CF6FB3B}" type="pres">
      <dgm:prSet presAssocID="{8C5078F6-E4F5-40B7-80B0-0F6063421499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2816058-DA3F-48BE-B4AF-2BF964412574}" type="pres">
      <dgm:prSet presAssocID="{2AE8C144-8B2F-4E47-AD58-5A74C23FFD44}" presName="Accent2" presStyleCnt="0"/>
      <dgm:spPr/>
    </dgm:pt>
    <dgm:pt modelId="{A4AE2605-4B3F-46EF-BC84-DA0D760DB350}" type="pres">
      <dgm:prSet presAssocID="{2AE8C144-8B2F-4E47-AD58-5A74C23FFD44}" presName="Accent" presStyleLbl="node1" presStyleIdx="4" presStyleCnt="6"/>
      <dgm:spPr/>
    </dgm:pt>
    <dgm:pt modelId="{95463F05-BEA0-4D1D-A303-158D7F7B4411}" type="pres">
      <dgm:prSet presAssocID="{2AE8C144-8B2F-4E47-AD58-5A74C23FFD44}" presName="ParentBackground2" presStyleCnt="0"/>
      <dgm:spPr/>
    </dgm:pt>
    <dgm:pt modelId="{EDE71A35-A684-4CA6-9A8B-FBF8098FA9A4}" type="pres">
      <dgm:prSet presAssocID="{2AE8C144-8B2F-4E47-AD58-5A74C23FFD44}" presName="ParentBackground" presStyleLbl="fgAcc1" presStyleIdx="4" presStyleCnt="6"/>
      <dgm:spPr/>
      <dgm:t>
        <a:bodyPr/>
        <a:lstStyle/>
        <a:p>
          <a:endParaRPr lang="en-GB"/>
        </a:p>
      </dgm:t>
    </dgm:pt>
    <dgm:pt modelId="{AEF17D23-8A72-45CA-8860-946240783D88}" type="pres">
      <dgm:prSet presAssocID="{2AE8C144-8B2F-4E47-AD58-5A74C23FFD44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3CF22F6-6AEA-4B60-8D9B-ED371DA9CA3B}" type="pres">
      <dgm:prSet presAssocID="{8D5C5D02-1210-4DE3-A9E1-48DF2C0BF4AC}" presName="Accent1" presStyleCnt="0"/>
      <dgm:spPr/>
    </dgm:pt>
    <dgm:pt modelId="{77F291E6-B905-4B39-A869-9BA31FFE7E16}" type="pres">
      <dgm:prSet presAssocID="{8D5C5D02-1210-4DE3-A9E1-48DF2C0BF4AC}" presName="Accent" presStyleLbl="node1" presStyleIdx="5" presStyleCnt="6"/>
      <dgm:spPr/>
    </dgm:pt>
    <dgm:pt modelId="{1E1F485C-3291-4803-A836-8B5A0619103D}" type="pres">
      <dgm:prSet presAssocID="{8D5C5D02-1210-4DE3-A9E1-48DF2C0BF4AC}" presName="ParentBackground1" presStyleCnt="0"/>
      <dgm:spPr/>
    </dgm:pt>
    <dgm:pt modelId="{E017CB32-706A-48F3-9ADA-CA161114B6C6}" type="pres">
      <dgm:prSet presAssocID="{8D5C5D02-1210-4DE3-A9E1-48DF2C0BF4AC}" presName="ParentBackground" presStyleLbl="fgAcc1" presStyleIdx="5" presStyleCnt="6"/>
      <dgm:spPr/>
    </dgm:pt>
    <dgm:pt modelId="{6AAF9076-62B7-4CDA-94EF-28478285EFE9}" type="pres">
      <dgm:prSet presAssocID="{8D5C5D02-1210-4DE3-A9E1-48DF2C0BF4A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DD1AF1F2-F07E-42F8-B2E7-F205D6B73688}" type="presOf" srcId="{B11229F7-FE3A-41EA-94C9-7FD87493E2D0}" destId="{7B1AC9A5-8D7C-4EEE-AD4A-B2E5B5BB8B21}" srcOrd="0" destOrd="0" presId="urn:microsoft.com/office/officeart/2011/layout/CircleProcess"/>
    <dgm:cxn modelId="{FFF42BF1-7717-497E-96B8-8D4C4C035C6D}" srcId="{3029CC4A-AFB8-4B27-8180-B8A75C8C582B}" destId="{153ED75F-A8A8-4FA1-BA5C-E4D4CD8C703E}" srcOrd="4" destOrd="0" parTransId="{56F45115-B2BD-468B-BEE9-1B3F0591DB7B}" sibTransId="{812ECBF5-D58E-4B1A-BF03-89F06D07E8B1}"/>
    <dgm:cxn modelId="{48C8EA12-C420-4C22-89ED-3EEABB046843}" srcId="{3029CC4A-AFB8-4B27-8180-B8A75C8C582B}" destId="{2AE8C144-8B2F-4E47-AD58-5A74C23FFD44}" srcOrd="1" destOrd="0" parTransId="{6164EDD2-7C9E-43BB-B139-777B16540AE0}" sibTransId="{38B46521-9FD0-4FF5-ADA3-E900899FFF77}"/>
    <dgm:cxn modelId="{1CB81CC9-4372-47BB-AFCA-C7232416AD36}" type="presOf" srcId="{8C5078F6-E4F5-40B7-80B0-0F6063421499}" destId="{E9EE6AB2-ADA1-47A5-9BFD-1BC39CF6FB3B}" srcOrd="1" destOrd="0" presId="urn:microsoft.com/office/officeart/2011/layout/CircleProcess"/>
    <dgm:cxn modelId="{90AE5A8A-03A7-4DD0-B48F-0FA5EAFB5720}" type="presOf" srcId="{3029CC4A-AFB8-4B27-8180-B8A75C8C582B}" destId="{E453B2F4-1561-42E8-B04A-030DF620F247}" srcOrd="0" destOrd="0" presId="urn:microsoft.com/office/officeart/2011/layout/CircleProcess"/>
    <dgm:cxn modelId="{21A7348D-33F7-45AD-B781-078C52DB35DD}" type="presOf" srcId="{63CA378E-D8D6-447A-B864-413368335359}" destId="{F72F8090-9C8B-4497-93DD-32EA5D02D605}" srcOrd="0" destOrd="0" presId="urn:microsoft.com/office/officeart/2011/layout/CircleProcess"/>
    <dgm:cxn modelId="{00B3A4BB-7765-4647-B7F1-012CDE6ED70A}" type="presOf" srcId="{2AE8C144-8B2F-4E47-AD58-5A74C23FFD44}" destId="{AEF17D23-8A72-45CA-8860-946240783D88}" srcOrd="1" destOrd="0" presId="urn:microsoft.com/office/officeart/2011/layout/CircleProcess"/>
    <dgm:cxn modelId="{E1496876-CB4A-4923-B72C-9402438DCBA1}" type="presOf" srcId="{153ED75F-A8A8-4FA1-BA5C-E4D4CD8C703E}" destId="{B4D5957A-DC04-4D00-B08B-9B9236C03749}" srcOrd="0" destOrd="0" presId="urn:microsoft.com/office/officeart/2011/layout/CircleProcess"/>
    <dgm:cxn modelId="{51F20F07-418D-443A-832A-EFD86ACCE60D}" type="presOf" srcId="{8D5C5D02-1210-4DE3-A9E1-48DF2C0BF4AC}" destId="{6AAF9076-62B7-4CDA-94EF-28478285EFE9}" srcOrd="1" destOrd="0" presId="urn:microsoft.com/office/officeart/2011/layout/CircleProcess"/>
    <dgm:cxn modelId="{8E56747A-CB8A-4484-B84F-FBF824CCDA0D}" type="presOf" srcId="{153ED75F-A8A8-4FA1-BA5C-E4D4CD8C703E}" destId="{B4CE2563-84A0-47DB-ABE1-6CF5B37C3DAB}" srcOrd="1" destOrd="0" presId="urn:microsoft.com/office/officeart/2011/layout/CircleProcess"/>
    <dgm:cxn modelId="{55ABC220-96F7-432C-99BA-85CCE0754F24}" type="presOf" srcId="{8C5078F6-E4F5-40B7-80B0-0F6063421499}" destId="{164D72BC-E990-4EF5-BBFC-BB7FE0A5A5B0}" srcOrd="0" destOrd="0" presId="urn:microsoft.com/office/officeart/2011/layout/CircleProcess"/>
    <dgm:cxn modelId="{E062DAB4-3AD2-491A-B843-97DEBE3E75D0}" type="presOf" srcId="{63CA378E-D8D6-447A-B864-413368335359}" destId="{38E88DBD-6DC5-4D39-8C2E-C910422961C6}" srcOrd="1" destOrd="0" presId="urn:microsoft.com/office/officeart/2011/layout/CircleProcess"/>
    <dgm:cxn modelId="{DDA0A5F7-E903-4F93-889D-DCD4ACD61DCB}" type="presOf" srcId="{B11229F7-FE3A-41EA-94C9-7FD87493E2D0}" destId="{5BE1CF5F-C646-427E-82E0-16DA6449E347}" srcOrd="1" destOrd="0" presId="urn:microsoft.com/office/officeart/2011/layout/CircleProcess"/>
    <dgm:cxn modelId="{C89ADAC9-2199-438A-9EDC-482F1A7A088F}" srcId="{3029CC4A-AFB8-4B27-8180-B8A75C8C582B}" destId="{8C5078F6-E4F5-40B7-80B0-0F6063421499}" srcOrd="2" destOrd="0" parTransId="{2BBDA6EB-B19F-4C74-8AFF-90B9538FCC3D}" sibTransId="{BB3E1B20-A939-425E-8AC4-4CFAEF769F75}"/>
    <dgm:cxn modelId="{477D2F05-6A7B-46E2-B01E-C908A2411120}" type="presOf" srcId="{8D5C5D02-1210-4DE3-A9E1-48DF2C0BF4AC}" destId="{E017CB32-706A-48F3-9ADA-CA161114B6C6}" srcOrd="0" destOrd="0" presId="urn:microsoft.com/office/officeart/2011/layout/CircleProcess"/>
    <dgm:cxn modelId="{B9739F6F-677F-412E-B4F3-2E0138E10256}" srcId="{3029CC4A-AFB8-4B27-8180-B8A75C8C582B}" destId="{B11229F7-FE3A-41EA-94C9-7FD87493E2D0}" srcOrd="5" destOrd="0" parTransId="{CC36A4DD-9C06-47B8-8C3B-A2A9B249447E}" sibTransId="{E041DD8A-3E13-4660-A32B-F209FC5B071B}"/>
    <dgm:cxn modelId="{BB924CCE-3AE0-45B7-994D-21E4D4A0FCF3}" type="presOf" srcId="{2AE8C144-8B2F-4E47-AD58-5A74C23FFD44}" destId="{EDE71A35-A684-4CA6-9A8B-FBF8098FA9A4}" srcOrd="0" destOrd="0" presId="urn:microsoft.com/office/officeart/2011/layout/CircleProcess"/>
    <dgm:cxn modelId="{B528D299-43C7-42C2-8F57-1640F9BF36DB}" srcId="{3029CC4A-AFB8-4B27-8180-B8A75C8C582B}" destId="{8D5C5D02-1210-4DE3-A9E1-48DF2C0BF4AC}" srcOrd="0" destOrd="0" parTransId="{6B6AAACD-5CF7-4D5B-A581-E8DDC4A56DD8}" sibTransId="{C698C9B4-0409-4BF3-A120-48801DA7BDE6}"/>
    <dgm:cxn modelId="{209E5603-3D0B-4626-9CA2-5A93C53FF458}" srcId="{3029CC4A-AFB8-4B27-8180-B8A75C8C582B}" destId="{63CA378E-D8D6-447A-B864-413368335359}" srcOrd="3" destOrd="0" parTransId="{760B4981-0275-4C9D-B59C-CC46E2D99D05}" sibTransId="{3A237120-C5D9-4332-9C3C-C562649A11F0}"/>
    <dgm:cxn modelId="{EF42649F-8886-469F-BEE4-774891E28225}" type="presParOf" srcId="{E453B2F4-1561-42E8-B04A-030DF620F247}" destId="{A04209EB-5EA9-4B60-ABC2-239D12D35571}" srcOrd="0" destOrd="0" presId="urn:microsoft.com/office/officeart/2011/layout/CircleProcess"/>
    <dgm:cxn modelId="{F28B7B45-3438-417B-812F-4394EF9E5496}" type="presParOf" srcId="{A04209EB-5EA9-4B60-ABC2-239D12D35571}" destId="{B93FE88B-7B7D-48C3-B836-DCB778816807}" srcOrd="0" destOrd="0" presId="urn:microsoft.com/office/officeart/2011/layout/CircleProcess"/>
    <dgm:cxn modelId="{5B425970-5EC7-416C-98A2-A253BC98AA3E}" type="presParOf" srcId="{E453B2F4-1561-42E8-B04A-030DF620F247}" destId="{6209BED2-A9FC-4D20-9C4B-09A197A1EACB}" srcOrd="1" destOrd="0" presId="urn:microsoft.com/office/officeart/2011/layout/CircleProcess"/>
    <dgm:cxn modelId="{EF763611-BB9A-4E21-A39B-F3A7A547D021}" type="presParOf" srcId="{6209BED2-A9FC-4D20-9C4B-09A197A1EACB}" destId="{7B1AC9A5-8D7C-4EEE-AD4A-B2E5B5BB8B21}" srcOrd="0" destOrd="0" presId="urn:microsoft.com/office/officeart/2011/layout/CircleProcess"/>
    <dgm:cxn modelId="{B48D9B75-3927-49DB-8A45-E7C6C2182F0F}" type="presParOf" srcId="{E453B2F4-1561-42E8-B04A-030DF620F247}" destId="{5BE1CF5F-C646-427E-82E0-16DA6449E347}" srcOrd="2" destOrd="0" presId="urn:microsoft.com/office/officeart/2011/layout/CircleProcess"/>
    <dgm:cxn modelId="{15CA490A-AD4B-44FB-8669-1B3F73870D77}" type="presParOf" srcId="{E453B2F4-1561-42E8-B04A-030DF620F247}" destId="{6CC4CEEA-BAAC-4B71-BABE-5F65FC9261F1}" srcOrd="3" destOrd="0" presId="urn:microsoft.com/office/officeart/2011/layout/CircleProcess"/>
    <dgm:cxn modelId="{3697D525-6D10-469E-ADE8-A54591FCBA31}" type="presParOf" srcId="{6CC4CEEA-BAAC-4B71-BABE-5F65FC9261F1}" destId="{17E9F571-8F55-4EDF-800B-3BF1004E15DD}" srcOrd="0" destOrd="0" presId="urn:microsoft.com/office/officeart/2011/layout/CircleProcess"/>
    <dgm:cxn modelId="{987E9717-FE16-4A7D-8A72-C2E40DD47027}" type="presParOf" srcId="{E453B2F4-1561-42E8-B04A-030DF620F247}" destId="{BD8171A0-4626-440E-BDB6-9FED87B03FF9}" srcOrd="4" destOrd="0" presId="urn:microsoft.com/office/officeart/2011/layout/CircleProcess"/>
    <dgm:cxn modelId="{5256706D-D71F-4236-AF02-390236254042}" type="presParOf" srcId="{BD8171A0-4626-440E-BDB6-9FED87B03FF9}" destId="{B4D5957A-DC04-4D00-B08B-9B9236C03749}" srcOrd="0" destOrd="0" presId="urn:microsoft.com/office/officeart/2011/layout/CircleProcess"/>
    <dgm:cxn modelId="{D6412B71-1457-4608-8776-DFD4374C4FDF}" type="presParOf" srcId="{E453B2F4-1561-42E8-B04A-030DF620F247}" destId="{B4CE2563-84A0-47DB-ABE1-6CF5B37C3DAB}" srcOrd="5" destOrd="0" presId="urn:microsoft.com/office/officeart/2011/layout/CircleProcess"/>
    <dgm:cxn modelId="{B05A497D-C9E1-4EC5-9757-551670B8BDAD}" type="presParOf" srcId="{E453B2F4-1561-42E8-B04A-030DF620F247}" destId="{08650DD7-7A9D-4AEA-8A54-6A0DB49E1847}" srcOrd="6" destOrd="0" presId="urn:microsoft.com/office/officeart/2011/layout/CircleProcess"/>
    <dgm:cxn modelId="{C0FD871F-9C71-4E27-8FD9-3FCFEF376FDE}" type="presParOf" srcId="{08650DD7-7A9D-4AEA-8A54-6A0DB49E1847}" destId="{F7E343C4-5576-4368-AABD-F518EAD9E72F}" srcOrd="0" destOrd="0" presId="urn:microsoft.com/office/officeart/2011/layout/CircleProcess"/>
    <dgm:cxn modelId="{FDB1409B-84A4-438C-A12F-F765DB0F6F06}" type="presParOf" srcId="{E453B2F4-1561-42E8-B04A-030DF620F247}" destId="{1C1C17A8-4598-4D02-A5AD-3F61841B9DE2}" srcOrd="7" destOrd="0" presId="urn:microsoft.com/office/officeart/2011/layout/CircleProcess"/>
    <dgm:cxn modelId="{1FEF1551-46E3-413A-B4FB-20697FA658A7}" type="presParOf" srcId="{1C1C17A8-4598-4D02-A5AD-3F61841B9DE2}" destId="{F72F8090-9C8B-4497-93DD-32EA5D02D605}" srcOrd="0" destOrd="0" presId="urn:microsoft.com/office/officeart/2011/layout/CircleProcess"/>
    <dgm:cxn modelId="{C306F686-05C8-4B9C-9004-A1A79EB2D0AA}" type="presParOf" srcId="{E453B2F4-1561-42E8-B04A-030DF620F247}" destId="{38E88DBD-6DC5-4D39-8C2E-C910422961C6}" srcOrd="8" destOrd="0" presId="urn:microsoft.com/office/officeart/2011/layout/CircleProcess"/>
    <dgm:cxn modelId="{33B2EE94-827E-4FFC-A57A-A68EF09222E4}" type="presParOf" srcId="{E453B2F4-1561-42E8-B04A-030DF620F247}" destId="{655751E8-5F18-4F96-AB6E-AF19595B285A}" srcOrd="9" destOrd="0" presId="urn:microsoft.com/office/officeart/2011/layout/CircleProcess"/>
    <dgm:cxn modelId="{A9A45E44-A973-4A9F-B98B-FEACC98BCAE0}" type="presParOf" srcId="{655751E8-5F18-4F96-AB6E-AF19595B285A}" destId="{A4B7A84D-1790-4925-A763-B733637B5643}" srcOrd="0" destOrd="0" presId="urn:microsoft.com/office/officeart/2011/layout/CircleProcess"/>
    <dgm:cxn modelId="{1B042DA9-7DA8-4471-9B85-742541B2D130}" type="presParOf" srcId="{E453B2F4-1561-42E8-B04A-030DF620F247}" destId="{F4886E53-7D70-4C1E-8137-E525E6547DDD}" srcOrd="10" destOrd="0" presId="urn:microsoft.com/office/officeart/2011/layout/CircleProcess"/>
    <dgm:cxn modelId="{C5DCA44F-4149-497C-844F-BE69C2D1579B}" type="presParOf" srcId="{F4886E53-7D70-4C1E-8137-E525E6547DDD}" destId="{164D72BC-E990-4EF5-BBFC-BB7FE0A5A5B0}" srcOrd="0" destOrd="0" presId="urn:microsoft.com/office/officeart/2011/layout/CircleProcess"/>
    <dgm:cxn modelId="{406D2D42-8225-4204-B466-BD8A9D86E380}" type="presParOf" srcId="{E453B2F4-1561-42E8-B04A-030DF620F247}" destId="{E9EE6AB2-ADA1-47A5-9BFD-1BC39CF6FB3B}" srcOrd="11" destOrd="0" presId="urn:microsoft.com/office/officeart/2011/layout/CircleProcess"/>
    <dgm:cxn modelId="{241FC84F-D41F-472D-87CE-60708A06C417}" type="presParOf" srcId="{E453B2F4-1561-42E8-B04A-030DF620F247}" destId="{62816058-DA3F-48BE-B4AF-2BF964412574}" srcOrd="12" destOrd="0" presId="urn:microsoft.com/office/officeart/2011/layout/CircleProcess"/>
    <dgm:cxn modelId="{D335FCF9-52BD-41B4-AABF-C70E71714919}" type="presParOf" srcId="{62816058-DA3F-48BE-B4AF-2BF964412574}" destId="{A4AE2605-4B3F-46EF-BC84-DA0D760DB350}" srcOrd="0" destOrd="0" presId="urn:microsoft.com/office/officeart/2011/layout/CircleProcess"/>
    <dgm:cxn modelId="{6F240C43-841F-41D6-90B2-1C9C39B2682B}" type="presParOf" srcId="{E453B2F4-1561-42E8-B04A-030DF620F247}" destId="{95463F05-BEA0-4D1D-A303-158D7F7B4411}" srcOrd="13" destOrd="0" presId="urn:microsoft.com/office/officeart/2011/layout/CircleProcess"/>
    <dgm:cxn modelId="{220A3258-1E91-48C3-87FE-DFDB73BB6358}" type="presParOf" srcId="{95463F05-BEA0-4D1D-A303-158D7F7B4411}" destId="{EDE71A35-A684-4CA6-9A8B-FBF8098FA9A4}" srcOrd="0" destOrd="0" presId="urn:microsoft.com/office/officeart/2011/layout/CircleProcess"/>
    <dgm:cxn modelId="{5735FD21-036B-4AE0-80EA-506AC86DBFEF}" type="presParOf" srcId="{E453B2F4-1561-42E8-B04A-030DF620F247}" destId="{AEF17D23-8A72-45CA-8860-946240783D88}" srcOrd="14" destOrd="0" presId="urn:microsoft.com/office/officeart/2011/layout/CircleProcess"/>
    <dgm:cxn modelId="{479C4DA2-D3E1-424C-A62E-04C6CE8AD029}" type="presParOf" srcId="{E453B2F4-1561-42E8-B04A-030DF620F247}" destId="{83CF22F6-6AEA-4B60-8D9B-ED371DA9CA3B}" srcOrd="15" destOrd="0" presId="urn:microsoft.com/office/officeart/2011/layout/CircleProcess"/>
    <dgm:cxn modelId="{9E605AC0-C99B-4D0B-B7C1-064D904D0EB1}" type="presParOf" srcId="{83CF22F6-6AEA-4B60-8D9B-ED371DA9CA3B}" destId="{77F291E6-B905-4B39-A869-9BA31FFE7E16}" srcOrd="0" destOrd="0" presId="urn:microsoft.com/office/officeart/2011/layout/CircleProcess"/>
    <dgm:cxn modelId="{8013E3A7-0B81-4998-930A-12A9F6608915}" type="presParOf" srcId="{E453B2F4-1561-42E8-B04A-030DF620F247}" destId="{1E1F485C-3291-4803-A836-8B5A0619103D}" srcOrd="16" destOrd="0" presId="urn:microsoft.com/office/officeart/2011/layout/CircleProcess"/>
    <dgm:cxn modelId="{F034BA30-3D58-409F-8BD7-EAD61DF2EC76}" type="presParOf" srcId="{1E1F485C-3291-4803-A836-8B5A0619103D}" destId="{E017CB32-706A-48F3-9ADA-CA161114B6C6}" srcOrd="0" destOrd="0" presId="urn:microsoft.com/office/officeart/2011/layout/CircleProcess"/>
    <dgm:cxn modelId="{D271EC12-0CE6-4C2C-87EC-1E631D73B47F}" type="presParOf" srcId="{E453B2F4-1561-42E8-B04A-030DF620F247}" destId="{6AAF9076-62B7-4CDA-94EF-28478285EFE9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029CC4A-AFB8-4B27-8180-B8A75C8C582B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</dgm:pt>
    <dgm:pt modelId="{8D5C5D02-1210-4DE3-A9E1-48DF2C0BF4AC}">
      <dgm:prSet phldrT="[Text]"/>
      <dgm:spPr/>
      <dgm:t>
        <a:bodyPr/>
        <a:lstStyle/>
        <a:p>
          <a:r>
            <a:rPr lang="en-GB" dirty="0" smtClean="0"/>
            <a:t>Web Analytics</a:t>
          </a:r>
          <a:endParaRPr lang="en-GB" dirty="0"/>
        </a:p>
      </dgm:t>
    </dgm:pt>
    <dgm:pt modelId="{6B6AAACD-5CF7-4D5B-A581-E8DDC4A56DD8}" type="parTrans" cxnId="{B528D299-43C7-42C2-8F57-1640F9BF36DB}">
      <dgm:prSet/>
      <dgm:spPr/>
      <dgm:t>
        <a:bodyPr/>
        <a:lstStyle/>
        <a:p>
          <a:endParaRPr lang="en-GB"/>
        </a:p>
      </dgm:t>
    </dgm:pt>
    <dgm:pt modelId="{C698C9B4-0409-4BF3-A120-48801DA7BDE6}" type="sibTrans" cxnId="{B528D299-43C7-42C2-8F57-1640F9BF36DB}">
      <dgm:prSet/>
      <dgm:spPr/>
      <dgm:t>
        <a:bodyPr/>
        <a:lstStyle/>
        <a:p>
          <a:endParaRPr lang="en-GB"/>
        </a:p>
      </dgm:t>
    </dgm:pt>
    <dgm:pt modelId="{2AE8C144-8B2F-4E47-AD58-5A74C23FFD44}">
      <dgm:prSet phldrT="[Text]"/>
      <dgm:spPr/>
      <dgm:t>
        <a:bodyPr/>
        <a:lstStyle/>
        <a:p>
          <a:r>
            <a:rPr lang="en-GB" dirty="0" smtClean="0"/>
            <a:t>Feedback</a:t>
          </a:r>
          <a:endParaRPr lang="en-GB" dirty="0"/>
        </a:p>
      </dgm:t>
    </dgm:pt>
    <dgm:pt modelId="{6164EDD2-7C9E-43BB-B139-777B16540AE0}" type="parTrans" cxnId="{48C8EA12-C420-4C22-89ED-3EEABB046843}">
      <dgm:prSet/>
      <dgm:spPr/>
      <dgm:t>
        <a:bodyPr/>
        <a:lstStyle/>
        <a:p>
          <a:endParaRPr lang="en-GB"/>
        </a:p>
      </dgm:t>
    </dgm:pt>
    <dgm:pt modelId="{38B46521-9FD0-4FF5-ADA3-E900899FFF77}" type="sibTrans" cxnId="{48C8EA12-C420-4C22-89ED-3EEABB046843}">
      <dgm:prSet/>
      <dgm:spPr/>
      <dgm:t>
        <a:bodyPr/>
        <a:lstStyle/>
        <a:p>
          <a:endParaRPr lang="en-GB"/>
        </a:p>
      </dgm:t>
    </dgm:pt>
    <dgm:pt modelId="{8C5078F6-E4F5-40B7-80B0-0F6063421499}">
      <dgm:prSet phldrT="[Text]"/>
      <dgm:spPr/>
      <dgm:t>
        <a:bodyPr/>
        <a:lstStyle/>
        <a:p>
          <a:r>
            <a:rPr lang="en-GB" dirty="0" smtClean="0"/>
            <a:t>Usability</a:t>
          </a:r>
          <a:endParaRPr lang="en-GB" dirty="0"/>
        </a:p>
      </dgm:t>
    </dgm:pt>
    <dgm:pt modelId="{2BBDA6EB-B19F-4C74-8AFF-90B9538FCC3D}" type="parTrans" cxnId="{C89ADAC9-2199-438A-9EDC-482F1A7A088F}">
      <dgm:prSet/>
      <dgm:spPr/>
      <dgm:t>
        <a:bodyPr/>
        <a:lstStyle/>
        <a:p>
          <a:endParaRPr lang="en-GB"/>
        </a:p>
      </dgm:t>
    </dgm:pt>
    <dgm:pt modelId="{BB3E1B20-A939-425E-8AC4-4CFAEF769F75}" type="sibTrans" cxnId="{C89ADAC9-2199-438A-9EDC-482F1A7A088F}">
      <dgm:prSet/>
      <dgm:spPr/>
      <dgm:t>
        <a:bodyPr/>
        <a:lstStyle/>
        <a:p>
          <a:endParaRPr lang="en-GB"/>
        </a:p>
      </dgm:t>
    </dgm:pt>
    <dgm:pt modelId="{63CA378E-D8D6-447A-B864-413368335359}">
      <dgm:prSet phldrT="[Text]"/>
      <dgm:spPr/>
      <dgm:t>
        <a:bodyPr/>
        <a:lstStyle/>
        <a:p>
          <a:r>
            <a:rPr lang="en-GB" dirty="0" smtClean="0"/>
            <a:t>Wire</a:t>
          </a:r>
        </a:p>
        <a:p>
          <a:r>
            <a:rPr lang="en-GB" dirty="0" smtClean="0"/>
            <a:t>framing</a:t>
          </a:r>
          <a:endParaRPr lang="en-GB" dirty="0"/>
        </a:p>
      </dgm:t>
    </dgm:pt>
    <dgm:pt modelId="{760B4981-0275-4C9D-B59C-CC46E2D99D05}" type="parTrans" cxnId="{209E5603-3D0B-4626-9CA2-5A93C53FF458}">
      <dgm:prSet/>
      <dgm:spPr/>
      <dgm:t>
        <a:bodyPr/>
        <a:lstStyle/>
        <a:p>
          <a:endParaRPr lang="en-GB"/>
        </a:p>
      </dgm:t>
    </dgm:pt>
    <dgm:pt modelId="{3A237120-C5D9-4332-9C3C-C562649A11F0}" type="sibTrans" cxnId="{209E5603-3D0B-4626-9CA2-5A93C53FF458}">
      <dgm:prSet/>
      <dgm:spPr/>
      <dgm:t>
        <a:bodyPr/>
        <a:lstStyle/>
        <a:p>
          <a:endParaRPr lang="en-GB"/>
        </a:p>
      </dgm:t>
    </dgm:pt>
    <dgm:pt modelId="{153ED75F-A8A8-4FA1-BA5C-E4D4CD8C703E}">
      <dgm:prSet phldrT="[Text]"/>
      <dgm:spPr/>
      <dgm:t>
        <a:bodyPr/>
        <a:lstStyle/>
        <a:p>
          <a:r>
            <a:rPr lang="en-GB" dirty="0" smtClean="0"/>
            <a:t>Test</a:t>
          </a:r>
        </a:p>
      </dgm:t>
    </dgm:pt>
    <dgm:pt modelId="{56F45115-B2BD-468B-BEE9-1B3F0591DB7B}" type="parTrans" cxnId="{FFF42BF1-7717-497E-96B8-8D4C4C035C6D}">
      <dgm:prSet/>
      <dgm:spPr/>
      <dgm:t>
        <a:bodyPr/>
        <a:lstStyle/>
        <a:p>
          <a:endParaRPr lang="en-GB"/>
        </a:p>
      </dgm:t>
    </dgm:pt>
    <dgm:pt modelId="{812ECBF5-D58E-4B1A-BF03-89F06D07E8B1}" type="sibTrans" cxnId="{FFF42BF1-7717-497E-96B8-8D4C4C035C6D}">
      <dgm:prSet/>
      <dgm:spPr/>
      <dgm:t>
        <a:bodyPr/>
        <a:lstStyle/>
        <a:p>
          <a:endParaRPr lang="en-GB"/>
        </a:p>
      </dgm:t>
    </dgm:pt>
    <dgm:pt modelId="{B11229F7-FE3A-41EA-94C9-7FD87493E2D0}">
      <dgm:prSet phldrT="[Text]"/>
      <dgm:spPr/>
      <dgm:t>
        <a:bodyPr/>
        <a:lstStyle/>
        <a:p>
          <a:r>
            <a:rPr lang="en-GB" dirty="0" smtClean="0"/>
            <a:t>Review, Iterate</a:t>
          </a:r>
        </a:p>
      </dgm:t>
    </dgm:pt>
    <dgm:pt modelId="{CC36A4DD-9C06-47B8-8C3B-A2A9B249447E}" type="parTrans" cxnId="{B9739F6F-677F-412E-B4F3-2E0138E10256}">
      <dgm:prSet/>
      <dgm:spPr/>
      <dgm:t>
        <a:bodyPr/>
        <a:lstStyle/>
        <a:p>
          <a:endParaRPr lang="en-GB"/>
        </a:p>
      </dgm:t>
    </dgm:pt>
    <dgm:pt modelId="{E041DD8A-3E13-4660-A32B-F209FC5B071B}" type="sibTrans" cxnId="{B9739F6F-677F-412E-B4F3-2E0138E10256}">
      <dgm:prSet/>
      <dgm:spPr/>
      <dgm:t>
        <a:bodyPr/>
        <a:lstStyle/>
        <a:p>
          <a:endParaRPr lang="en-GB"/>
        </a:p>
      </dgm:t>
    </dgm:pt>
    <dgm:pt modelId="{E453B2F4-1561-42E8-B04A-030DF620F247}" type="pres">
      <dgm:prSet presAssocID="{3029CC4A-AFB8-4B27-8180-B8A75C8C582B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A04209EB-5EA9-4B60-ABC2-239D12D35571}" type="pres">
      <dgm:prSet presAssocID="{B11229F7-FE3A-41EA-94C9-7FD87493E2D0}" presName="Accent6" presStyleCnt="0"/>
      <dgm:spPr/>
    </dgm:pt>
    <dgm:pt modelId="{B93FE88B-7B7D-48C3-B836-DCB778816807}" type="pres">
      <dgm:prSet presAssocID="{B11229F7-FE3A-41EA-94C9-7FD87493E2D0}" presName="Accent" presStyleLbl="node1" presStyleIdx="0" presStyleCnt="6"/>
      <dgm:spPr/>
    </dgm:pt>
    <dgm:pt modelId="{6209BED2-A9FC-4D20-9C4B-09A197A1EACB}" type="pres">
      <dgm:prSet presAssocID="{B11229F7-FE3A-41EA-94C9-7FD87493E2D0}" presName="ParentBackground6" presStyleCnt="0"/>
      <dgm:spPr/>
    </dgm:pt>
    <dgm:pt modelId="{7B1AC9A5-8D7C-4EEE-AD4A-B2E5B5BB8B21}" type="pres">
      <dgm:prSet presAssocID="{B11229F7-FE3A-41EA-94C9-7FD87493E2D0}" presName="ParentBackground" presStyleLbl="fgAcc1" presStyleIdx="0" presStyleCnt="6"/>
      <dgm:spPr/>
    </dgm:pt>
    <dgm:pt modelId="{5BE1CF5F-C646-427E-82E0-16DA6449E347}" type="pres">
      <dgm:prSet presAssocID="{B11229F7-FE3A-41EA-94C9-7FD87493E2D0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CC4CEEA-BAAC-4B71-BABE-5F65FC9261F1}" type="pres">
      <dgm:prSet presAssocID="{153ED75F-A8A8-4FA1-BA5C-E4D4CD8C703E}" presName="Accent5" presStyleCnt="0"/>
      <dgm:spPr/>
    </dgm:pt>
    <dgm:pt modelId="{17E9F571-8F55-4EDF-800B-3BF1004E15DD}" type="pres">
      <dgm:prSet presAssocID="{153ED75F-A8A8-4FA1-BA5C-E4D4CD8C703E}" presName="Accent" presStyleLbl="node1" presStyleIdx="1" presStyleCnt="6"/>
      <dgm:spPr/>
    </dgm:pt>
    <dgm:pt modelId="{BD8171A0-4626-440E-BDB6-9FED87B03FF9}" type="pres">
      <dgm:prSet presAssocID="{153ED75F-A8A8-4FA1-BA5C-E4D4CD8C703E}" presName="ParentBackground5" presStyleCnt="0"/>
      <dgm:spPr/>
    </dgm:pt>
    <dgm:pt modelId="{B4D5957A-DC04-4D00-B08B-9B9236C03749}" type="pres">
      <dgm:prSet presAssocID="{153ED75F-A8A8-4FA1-BA5C-E4D4CD8C703E}" presName="ParentBackground" presStyleLbl="fgAcc1" presStyleIdx="1" presStyleCnt="6"/>
      <dgm:spPr/>
    </dgm:pt>
    <dgm:pt modelId="{B4CE2563-84A0-47DB-ABE1-6CF5B37C3DAB}" type="pres">
      <dgm:prSet presAssocID="{153ED75F-A8A8-4FA1-BA5C-E4D4CD8C703E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8650DD7-7A9D-4AEA-8A54-6A0DB49E1847}" type="pres">
      <dgm:prSet presAssocID="{63CA378E-D8D6-447A-B864-413368335359}" presName="Accent4" presStyleCnt="0"/>
      <dgm:spPr/>
    </dgm:pt>
    <dgm:pt modelId="{F7E343C4-5576-4368-AABD-F518EAD9E72F}" type="pres">
      <dgm:prSet presAssocID="{63CA378E-D8D6-447A-B864-413368335359}" presName="Accent" presStyleLbl="node1" presStyleIdx="2" presStyleCnt="6"/>
      <dgm:spPr/>
    </dgm:pt>
    <dgm:pt modelId="{1C1C17A8-4598-4D02-A5AD-3F61841B9DE2}" type="pres">
      <dgm:prSet presAssocID="{63CA378E-D8D6-447A-B864-413368335359}" presName="ParentBackground4" presStyleCnt="0"/>
      <dgm:spPr/>
    </dgm:pt>
    <dgm:pt modelId="{F72F8090-9C8B-4497-93DD-32EA5D02D605}" type="pres">
      <dgm:prSet presAssocID="{63CA378E-D8D6-447A-B864-413368335359}" presName="ParentBackground" presStyleLbl="fgAcc1" presStyleIdx="2" presStyleCnt="6"/>
      <dgm:spPr/>
      <dgm:t>
        <a:bodyPr/>
        <a:lstStyle/>
        <a:p>
          <a:endParaRPr lang="en-GB"/>
        </a:p>
      </dgm:t>
    </dgm:pt>
    <dgm:pt modelId="{38E88DBD-6DC5-4D39-8C2E-C910422961C6}" type="pres">
      <dgm:prSet presAssocID="{63CA378E-D8D6-447A-B864-413368335359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55751E8-5F18-4F96-AB6E-AF19595B285A}" type="pres">
      <dgm:prSet presAssocID="{8C5078F6-E4F5-40B7-80B0-0F6063421499}" presName="Accent3" presStyleCnt="0"/>
      <dgm:spPr/>
    </dgm:pt>
    <dgm:pt modelId="{A4B7A84D-1790-4925-A763-B733637B5643}" type="pres">
      <dgm:prSet presAssocID="{8C5078F6-E4F5-40B7-80B0-0F6063421499}" presName="Accent" presStyleLbl="node1" presStyleIdx="3" presStyleCnt="6"/>
      <dgm:spPr/>
    </dgm:pt>
    <dgm:pt modelId="{F4886E53-7D70-4C1E-8137-E525E6547DDD}" type="pres">
      <dgm:prSet presAssocID="{8C5078F6-E4F5-40B7-80B0-0F6063421499}" presName="ParentBackground3" presStyleCnt="0"/>
      <dgm:spPr/>
    </dgm:pt>
    <dgm:pt modelId="{164D72BC-E990-4EF5-BBFC-BB7FE0A5A5B0}" type="pres">
      <dgm:prSet presAssocID="{8C5078F6-E4F5-40B7-80B0-0F6063421499}" presName="ParentBackground" presStyleLbl="fgAcc1" presStyleIdx="3" presStyleCnt="6"/>
      <dgm:spPr/>
    </dgm:pt>
    <dgm:pt modelId="{E9EE6AB2-ADA1-47A5-9BFD-1BC39CF6FB3B}" type="pres">
      <dgm:prSet presAssocID="{8C5078F6-E4F5-40B7-80B0-0F6063421499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2816058-DA3F-48BE-B4AF-2BF964412574}" type="pres">
      <dgm:prSet presAssocID="{2AE8C144-8B2F-4E47-AD58-5A74C23FFD44}" presName="Accent2" presStyleCnt="0"/>
      <dgm:spPr/>
    </dgm:pt>
    <dgm:pt modelId="{A4AE2605-4B3F-46EF-BC84-DA0D760DB350}" type="pres">
      <dgm:prSet presAssocID="{2AE8C144-8B2F-4E47-AD58-5A74C23FFD44}" presName="Accent" presStyleLbl="node1" presStyleIdx="4" presStyleCnt="6"/>
      <dgm:spPr/>
    </dgm:pt>
    <dgm:pt modelId="{95463F05-BEA0-4D1D-A303-158D7F7B4411}" type="pres">
      <dgm:prSet presAssocID="{2AE8C144-8B2F-4E47-AD58-5A74C23FFD44}" presName="ParentBackground2" presStyleCnt="0"/>
      <dgm:spPr/>
    </dgm:pt>
    <dgm:pt modelId="{EDE71A35-A684-4CA6-9A8B-FBF8098FA9A4}" type="pres">
      <dgm:prSet presAssocID="{2AE8C144-8B2F-4E47-AD58-5A74C23FFD44}" presName="ParentBackground" presStyleLbl="fgAcc1" presStyleIdx="4" presStyleCnt="6"/>
      <dgm:spPr/>
      <dgm:t>
        <a:bodyPr/>
        <a:lstStyle/>
        <a:p>
          <a:endParaRPr lang="en-GB"/>
        </a:p>
      </dgm:t>
    </dgm:pt>
    <dgm:pt modelId="{AEF17D23-8A72-45CA-8860-946240783D88}" type="pres">
      <dgm:prSet presAssocID="{2AE8C144-8B2F-4E47-AD58-5A74C23FFD44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3CF22F6-6AEA-4B60-8D9B-ED371DA9CA3B}" type="pres">
      <dgm:prSet presAssocID="{8D5C5D02-1210-4DE3-A9E1-48DF2C0BF4AC}" presName="Accent1" presStyleCnt="0"/>
      <dgm:spPr/>
    </dgm:pt>
    <dgm:pt modelId="{77F291E6-B905-4B39-A869-9BA31FFE7E16}" type="pres">
      <dgm:prSet presAssocID="{8D5C5D02-1210-4DE3-A9E1-48DF2C0BF4AC}" presName="Accent" presStyleLbl="node1" presStyleIdx="5" presStyleCnt="6"/>
      <dgm:spPr/>
    </dgm:pt>
    <dgm:pt modelId="{1E1F485C-3291-4803-A836-8B5A0619103D}" type="pres">
      <dgm:prSet presAssocID="{8D5C5D02-1210-4DE3-A9E1-48DF2C0BF4AC}" presName="ParentBackground1" presStyleCnt="0"/>
      <dgm:spPr/>
    </dgm:pt>
    <dgm:pt modelId="{E017CB32-706A-48F3-9ADA-CA161114B6C6}" type="pres">
      <dgm:prSet presAssocID="{8D5C5D02-1210-4DE3-A9E1-48DF2C0BF4AC}" presName="ParentBackground" presStyleLbl="fgAcc1" presStyleIdx="5" presStyleCnt="6"/>
      <dgm:spPr/>
    </dgm:pt>
    <dgm:pt modelId="{6AAF9076-62B7-4CDA-94EF-28478285EFE9}" type="pres">
      <dgm:prSet presAssocID="{8D5C5D02-1210-4DE3-A9E1-48DF2C0BF4A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06E3E7B9-6123-475A-8EDF-5EA38F666655}" type="presOf" srcId="{63CA378E-D8D6-447A-B864-413368335359}" destId="{F72F8090-9C8B-4497-93DD-32EA5D02D605}" srcOrd="0" destOrd="0" presId="urn:microsoft.com/office/officeart/2011/layout/CircleProcess"/>
    <dgm:cxn modelId="{3F27DBEB-E804-40BA-A655-280E9530C07D}" type="presOf" srcId="{3029CC4A-AFB8-4B27-8180-B8A75C8C582B}" destId="{E453B2F4-1561-42E8-B04A-030DF620F247}" srcOrd="0" destOrd="0" presId="urn:microsoft.com/office/officeart/2011/layout/CircleProcess"/>
    <dgm:cxn modelId="{FFF42BF1-7717-497E-96B8-8D4C4C035C6D}" srcId="{3029CC4A-AFB8-4B27-8180-B8A75C8C582B}" destId="{153ED75F-A8A8-4FA1-BA5C-E4D4CD8C703E}" srcOrd="4" destOrd="0" parTransId="{56F45115-B2BD-468B-BEE9-1B3F0591DB7B}" sibTransId="{812ECBF5-D58E-4B1A-BF03-89F06D07E8B1}"/>
    <dgm:cxn modelId="{519FE498-D430-48F2-817A-B9FE0CB11950}" type="presOf" srcId="{2AE8C144-8B2F-4E47-AD58-5A74C23FFD44}" destId="{EDE71A35-A684-4CA6-9A8B-FBF8098FA9A4}" srcOrd="0" destOrd="0" presId="urn:microsoft.com/office/officeart/2011/layout/CircleProcess"/>
    <dgm:cxn modelId="{48C8EA12-C420-4C22-89ED-3EEABB046843}" srcId="{3029CC4A-AFB8-4B27-8180-B8A75C8C582B}" destId="{2AE8C144-8B2F-4E47-AD58-5A74C23FFD44}" srcOrd="1" destOrd="0" parTransId="{6164EDD2-7C9E-43BB-B139-777B16540AE0}" sibTransId="{38B46521-9FD0-4FF5-ADA3-E900899FFF77}"/>
    <dgm:cxn modelId="{7634B6FC-B64F-4D61-BE0F-9E4893B232CE}" type="presOf" srcId="{2AE8C144-8B2F-4E47-AD58-5A74C23FFD44}" destId="{AEF17D23-8A72-45CA-8860-946240783D88}" srcOrd="1" destOrd="0" presId="urn:microsoft.com/office/officeart/2011/layout/CircleProcess"/>
    <dgm:cxn modelId="{53460EE9-09ED-4E83-A002-3DD4BA9D43A6}" type="presOf" srcId="{B11229F7-FE3A-41EA-94C9-7FD87493E2D0}" destId="{7B1AC9A5-8D7C-4EEE-AD4A-B2E5B5BB8B21}" srcOrd="0" destOrd="0" presId="urn:microsoft.com/office/officeart/2011/layout/CircleProcess"/>
    <dgm:cxn modelId="{3159E35C-BEA0-416C-8521-A5AE9DCBBDF0}" type="presOf" srcId="{8C5078F6-E4F5-40B7-80B0-0F6063421499}" destId="{E9EE6AB2-ADA1-47A5-9BFD-1BC39CF6FB3B}" srcOrd="1" destOrd="0" presId="urn:microsoft.com/office/officeart/2011/layout/CircleProcess"/>
    <dgm:cxn modelId="{47CB30D7-742A-45AF-8922-91FFEAFB94E4}" type="presOf" srcId="{153ED75F-A8A8-4FA1-BA5C-E4D4CD8C703E}" destId="{B4CE2563-84A0-47DB-ABE1-6CF5B37C3DAB}" srcOrd="1" destOrd="0" presId="urn:microsoft.com/office/officeart/2011/layout/CircleProcess"/>
    <dgm:cxn modelId="{2D2C68DC-8336-495B-A678-241588C8319D}" type="presOf" srcId="{153ED75F-A8A8-4FA1-BA5C-E4D4CD8C703E}" destId="{B4D5957A-DC04-4D00-B08B-9B9236C03749}" srcOrd="0" destOrd="0" presId="urn:microsoft.com/office/officeart/2011/layout/CircleProcess"/>
    <dgm:cxn modelId="{C89ADAC9-2199-438A-9EDC-482F1A7A088F}" srcId="{3029CC4A-AFB8-4B27-8180-B8A75C8C582B}" destId="{8C5078F6-E4F5-40B7-80B0-0F6063421499}" srcOrd="2" destOrd="0" parTransId="{2BBDA6EB-B19F-4C74-8AFF-90B9538FCC3D}" sibTransId="{BB3E1B20-A939-425E-8AC4-4CFAEF769F75}"/>
    <dgm:cxn modelId="{F1CA94C1-6B08-4786-B1DB-9A785ACDC2F7}" type="presOf" srcId="{8C5078F6-E4F5-40B7-80B0-0F6063421499}" destId="{164D72BC-E990-4EF5-BBFC-BB7FE0A5A5B0}" srcOrd="0" destOrd="0" presId="urn:microsoft.com/office/officeart/2011/layout/CircleProcess"/>
    <dgm:cxn modelId="{862BCB72-B019-4C32-B4E7-75B2D325FE08}" type="presOf" srcId="{B11229F7-FE3A-41EA-94C9-7FD87493E2D0}" destId="{5BE1CF5F-C646-427E-82E0-16DA6449E347}" srcOrd="1" destOrd="0" presId="urn:microsoft.com/office/officeart/2011/layout/CircleProcess"/>
    <dgm:cxn modelId="{53E8E7EC-D577-4143-8F81-5A5B4CF97582}" type="presOf" srcId="{63CA378E-D8D6-447A-B864-413368335359}" destId="{38E88DBD-6DC5-4D39-8C2E-C910422961C6}" srcOrd="1" destOrd="0" presId="urn:microsoft.com/office/officeart/2011/layout/CircleProcess"/>
    <dgm:cxn modelId="{B9739F6F-677F-412E-B4F3-2E0138E10256}" srcId="{3029CC4A-AFB8-4B27-8180-B8A75C8C582B}" destId="{B11229F7-FE3A-41EA-94C9-7FD87493E2D0}" srcOrd="5" destOrd="0" parTransId="{CC36A4DD-9C06-47B8-8C3B-A2A9B249447E}" sibTransId="{E041DD8A-3E13-4660-A32B-F209FC5B071B}"/>
    <dgm:cxn modelId="{B528D299-43C7-42C2-8F57-1640F9BF36DB}" srcId="{3029CC4A-AFB8-4B27-8180-B8A75C8C582B}" destId="{8D5C5D02-1210-4DE3-A9E1-48DF2C0BF4AC}" srcOrd="0" destOrd="0" parTransId="{6B6AAACD-5CF7-4D5B-A581-E8DDC4A56DD8}" sibTransId="{C698C9B4-0409-4BF3-A120-48801DA7BDE6}"/>
    <dgm:cxn modelId="{8C7C005B-488A-454A-B023-17BB7225A008}" type="presOf" srcId="{8D5C5D02-1210-4DE3-A9E1-48DF2C0BF4AC}" destId="{6AAF9076-62B7-4CDA-94EF-28478285EFE9}" srcOrd="1" destOrd="0" presId="urn:microsoft.com/office/officeart/2011/layout/CircleProcess"/>
    <dgm:cxn modelId="{209E5603-3D0B-4626-9CA2-5A93C53FF458}" srcId="{3029CC4A-AFB8-4B27-8180-B8A75C8C582B}" destId="{63CA378E-D8D6-447A-B864-413368335359}" srcOrd="3" destOrd="0" parTransId="{760B4981-0275-4C9D-B59C-CC46E2D99D05}" sibTransId="{3A237120-C5D9-4332-9C3C-C562649A11F0}"/>
    <dgm:cxn modelId="{E403EF3C-5549-4799-8598-7771416099EF}" type="presOf" srcId="{8D5C5D02-1210-4DE3-A9E1-48DF2C0BF4AC}" destId="{E017CB32-706A-48F3-9ADA-CA161114B6C6}" srcOrd="0" destOrd="0" presId="urn:microsoft.com/office/officeart/2011/layout/CircleProcess"/>
    <dgm:cxn modelId="{1BD8EE65-B867-4EA7-AC3D-F0AEADD1D51C}" type="presParOf" srcId="{E453B2F4-1561-42E8-B04A-030DF620F247}" destId="{A04209EB-5EA9-4B60-ABC2-239D12D35571}" srcOrd="0" destOrd="0" presId="urn:microsoft.com/office/officeart/2011/layout/CircleProcess"/>
    <dgm:cxn modelId="{268129C4-C923-4A68-B0A1-2FD2BF24D7AB}" type="presParOf" srcId="{A04209EB-5EA9-4B60-ABC2-239D12D35571}" destId="{B93FE88B-7B7D-48C3-B836-DCB778816807}" srcOrd="0" destOrd="0" presId="urn:microsoft.com/office/officeart/2011/layout/CircleProcess"/>
    <dgm:cxn modelId="{8ECF6297-74B3-4B22-B1EF-50BC3F4730B2}" type="presParOf" srcId="{E453B2F4-1561-42E8-B04A-030DF620F247}" destId="{6209BED2-A9FC-4D20-9C4B-09A197A1EACB}" srcOrd="1" destOrd="0" presId="urn:microsoft.com/office/officeart/2011/layout/CircleProcess"/>
    <dgm:cxn modelId="{F0E121FE-33DD-4DDB-8607-A61DB7E634D4}" type="presParOf" srcId="{6209BED2-A9FC-4D20-9C4B-09A197A1EACB}" destId="{7B1AC9A5-8D7C-4EEE-AD4A-B2E5B5BB8B21}" srcOrd="0" destOrd="0" presId="urn:microsoft.com/office/officeart/2011/layout/CircleProcess"/>
    <dgm:cxn modelId="{E0A06F36-4647-4033-BE01-C7816327DBFB}" type="presParOf" srcId="{E453B2F4-1561-42E8-B04A-030DF620F247}" destId="{5BE1CF5F-C646-427E-82E0-16DA6449E347}" srcOrd="2" destOrd="0" presId="urn:microsoft.com/office/officeart/2011/layout/CircleProcess"/>
    <dgm:cxn modelId="{BBD769F8-5944-4365-AB6C-B7B6AB167346}" type="presParOf" srcId="{E453B2F4-1561-42E8-B04A-030DF620F247}" destId="{6CC4CEEA-BAAC-4B71-BABE-5F65FC9261F1}" srcOrd="3" destOrd="0" presId="urn:microsoft.com/office/officeart/2011/layout/CircleProcess"/>
    <dgm:cxn modelId="{89637E67-F889-4B2F-8F03-113FA985C923}" type="presParOf" srcId="{6CC4CEEA-BAAC-4B71-BABE-5F65FC9261F1}" destId="{17E9F571-8F55-4EDF-800B-3BF1004E15DD}" srcOrd="0" destOrd="0" presId="urn:microsoft.com/office/officeart/2011/layout/CircleProcess"/>
    <dgm:cxn modelId="{CDC3CD4D-8B71-4412-A5E4-AE3DCA49E796}" type="presParOf" srcId="{E453B2F4-1561-42E8-B04A-030DF620F247}" destId="{BD8171A0-4626-440E-BDB6-9FED87B03FF9}" srcOrd="4" destOrd="0" presId="urn:microsoft.com/office/officeart/2011/layout/CircleProcess"/>
    <dgm:cxn modelId="{05510D34-93B3-474C-B8E4-481ACD5491ED}" type="presParOf" srcId="{BD8171A0-4626-440E-BDB6-9FED87B03FF9}" destId="{B4D5957A-DC04-4D00-B08B-9B9236C03749}" srcOrd="0" destOrd="0" presId="urn:microsoft.com/office/officeart/2011/layout/CircleProcess"/>
    <dgm:cxn modelId="{B650AEA4-224C-4833-A311-480457127A31}" type="presParOf" srcId="{E453B2F4-1561-42E8-B04A-030DF620F247}" destId="{B4CE2563-84A0-47DB-ABE1-6CF5B37C3DAB}" srcOrd="5" destOrd="0" presId="urn:microsoft.com/office/officeart/2011/layout/CircleProcess"/>
    <dgm:cxn modelId="{6560A61C-8611-4068-8DE0-1F51C1691FB5}" type="presParOf" srcId="{E453B2F4-1561-42E8-B04A-030DF620F247}" destId="{08650DD7-7A9D-4AEA-8A54-6A0DB49E1847}" srcOrd="6" destOrd="0" presId="urn:microsoft.com/office/officeart/2011/layout/CircleProcess"/>
    <dgm:cxn modelId="{550B49F6-AA06-4F62-846D-00F8BBFF37C9}" type="presParOf" srcId="{08650DD7-7A9D-4AEA-8A54-6A0DB49E1847}" destId="{F7E343C4-5576-4368-AABD-F518EAD9E72F}" srcOrd="0" destOrd="0" presId="urn:microsoft.com/office/officeart/2011/layout/CircleProcess"/>
    <dgm:cxn modelId="{51F1790D-F597-44B5-99C0-08D267189705}" type="presParOf" srcId="{E453B2F4-1561-42E8-B04A-030DF620F247}" destId="{1C1C17A8-4598-4D02-A5AD-3F61841B9DE2}" srcOrd="7" destOrd="0" presId="urn:microsoft.com/office/officeart/2011/layout/CircleProcess"/>
    <dgm:cxn modelId="{E6403DCA-3256-49B0-8E2D-37C12A332F10}" type="presParOf" srcId="{1C1C17A8-4598-4D02-A5AD-3F61841B9DE2}" destId="{F72F8090-9C8B-4497-93DD-32EA5D02D605}" srcOrd="0" destOrd="0" presId="urn:microsoft.com/office/officeart/2011/layout/CircleProcess"/>
    <dgm:cxn modelId="{9C39FF6D-9093-44B6-A491-9AB37AEF07F1}" type="presParOf" srcId="{E453B2F4-1561-42E8-B04A-030DF620F247}" destId="{38E88DBD-6DC5-4D39-8C2E-C910422961C6}" srcOrd="8" destOrd="0" presId="urn:microsoft.com/office/officeart/2011/layout/CircleProcess"/>
    <dgm:cxn modelId="{9E43FC51-0A08-4082-8650-325334E8800A}" type="presParOf" srcId="{E453B2F4-1561-42E8-B04A-030DF620F247}" destId="{655751E8-5F18-4F96-AB6E-AF19595B285A}" srcOrd="9" destOrd="0" presId="urn:microsoft.com/office/officeart/2011/layout/CircleProcess"/>
    <dgm:cxn modelId="{FE9715FB-B903-4EAC-B664-F31364E57C86}" type="presParOf" srcId="{655751E8-5F18-4F96-AB6E-AF19595B285A}" destId="{A4B7A84D-1790-4925-A763-B733637B5643}" srcOrd="0" destOrd="0" presId="urn:microsoft.com/office/officeart/2011/layout/CircleProcess"/>
    <dgm:cxn modelId="{098B05E0-ABF3-44CB-8B6A-2C6AADB41434}" type="presParOf" srcId="{E453B2F4-1561-42E8-B04A-030DF620F247}" destId="{F4886E53-7D70-4C1E-8137-E525E6547DDD}" srcOrd="10" destOrd="0" presId="urn:microsoft.com/office/officeart/2011/layout/CircleProcess"/>
    <dgm:cxn modelId="{FD045B15-7F5E-4B89-95D2-B403C51EA1F0}" type="presParOf" srcId="{F4886E53-7D70-4C1E-8137-E525E6547DDD}" destId="{164D72BC-E990-4EF5-BBFC-BB7FE0A5A5B0}" srcOrd="0" destOrd="0" presId="urn:microsoft.com/office/officeart/2011/layout/CircleProcess"/>
    <dgm:cxn modelId="{C11F68A9-5DBB-49A7-B159-2CD359EFBB6A}" type="presParOf" srcId="{E453B2F4-1561-42E8-B04A-030DF620F247}" destId="{E9EE6AB2-ADA1-47A5-9BFD-1BC39CF6FB3B}" srcOrd="11" destOrd="0" presId="urn:microsoft.com/office/officeart/2011/layout/CircleProcess"/>
    <dgm:cxn modelId="{A994AA7F-1E6F-4989-80A4-2107F0F1DF0F}" type="presParOf" srcId="{E453B2F4-1561-42E8-B04A-030DF620F247}" destId="{62816058-DA3F-48BE-B4AF-2BF964412574}" srcOrd="12" destOrd="0" presId="urn:microsoft.com/office/officeart/2011/layout/CircleProcess"/>
    <dgm:cxn modelId="{586D72E5-9F8B-4B84-B115-E1FEDF3C452C}" type="presParOf" srcId="{62816058-DA3F-48BE-B4AF-2BF964412574}" destId="{A4AE2605-4B3F-46EF-BC84-DA0D760DB350}" srcOrd="0" destOrd="0" presId="urn:microsoft.com/office/officeart/2011/layout/CircleProcess"/>
    <dgm:cxn modelId="{851C6411-04D0-4216-AF0B-C521BFE2939D}" type="presParOf" srcId="{E453B2F4-1561-42E8-B04A-030DF620F247}" destId="{95463F05-BEA0-4D1D-A303-158D7F7B4411}" srcOrd="13" destOrd="0" presId="urn:microsoft.com/office/officeart/2011/layout/CircleProcess"/>
    <dgm:cxn modelId="{85430719-1DE0-45A0-9290-686A792D1A0A}" type="presParOf" srcId="{95463F05-BEA0-4D1D-A303-158D7F7B4411}" destId="{EDE71A35-A684-4CA6-9A8B-FBF8098FA9A4}" srcOrd="0" destOrd="0" presId="urn:microsoft.com/office/officeart/2011/layout/CircleProcess"/>
    <dgm:cxn modelId="{4B5E4EEC-F98A-48DA-95CB-1E2FFD860C7B}" type="presParOf" srcId="{E453B2F4-1561-42E8-B04A-030DF620F247}" destId="{AEF17D23-8A72-45CA-8860-946240783D88}" srcOrd="14" destOrd="0" presId="urn:microsoft.com/office/officeart/2011/layout/CircleProcess"/>
    <dgm:cxn modelId="{772D84CA-7D4B-4EB9-B2B0-57082D054687}" type="presParOf" srcId="{E453B2F4-1561-42E8-B04A-030DF620F247}" destId="{83CF22F6-6AEA-4B60-8D9B-ED371DA9CA3B}" srcOrd="15" destOrd="0" presId="urn:microsoft.com/office/officeart/2011/layout/CircleProcess"/>
    <dgm:cxn modelId="{09C9B48F-6E4D-4856-90B4-EEC6E32628EE}" type="presParOf" srcId="{83CF22F6-6AEA-4B60-8D9B-ED371DA9CA3B}" destId="{77F291E6-B905-4B39-A869-9BA31FFE7E16}" srcOrd="0" destOrd="0" presId="urn:microsoft.com/office/officeart/2011/layout/CircleProcess"/>
    <dgm:cxn modelId="{A2905931-5400-4FF3-9D06-2638CD738348}" type="presParOf" srcId="{E453B2F4-1561-42E8-B04A-030DF620F247}" destId="{1E1F485C-3291-4803-A836-8B5A0619103D}" srcOrd="16" destOrd="0" presId="urn:microsoft.com/office/officeart/2011/layout/CircleProcess"/>
    <dgm:cxn modelId="{EC50164D-A7B3-4A9E-A286-682D6BD4EA75}" type="presParOf" srcId="{1E1F485C-3291-4803-A836-8B5A0619103D}" destId="{E017CB32-706A-48F3-9ADA-CA161114B6C6}" srcOrd="0" destOrd="0" presId="urn:microsoft.com/office/officeart/2011/layout/CircleProcess"/>
    <dgm:cxn modelId="{BB586B14-F163-45DA-952B-EFCF3A90FBED}" type="presParOf" srcId="{E453B2F4-1561-42E8-B04A-030DF620F247}" destId="{6AAF9076-62B7-4CDA-94EF-28478285EFE9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029CC4A-AFB8-4B27-8180-B8A75C8C582B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</dgm:pt>
    <dgm:pt modelId="{8D5C5D02-1210-4DE3-A9E1-48DF2C0BF4AC}">
      <dgm:prSet phldrT="[Text]"/>
      <dgm:spPr/>
      <dgm:t>
        <a:bodyPr/>
        <a:lstStyle/>
        <a:p>
          <a:r>
            <a:rPr lang="en-GB" dirty="0" smtClean="0"/>
            <a:t>Web Analytics</a:t>
          </a:r>
          <a:endParaRPr lang="en-GB" dirty="0"/>
        </a:p>
      </dgm:t>
    </dgm:pt>
    <dgm:pt modelId="{6B6AAACD-5CF7-4D5B-A581-E8DDC4A56DD8}" type="parTrans" cxnId="{B528D299-43C7-42C2-8F57-1640F9BF36DB}">
      <dgm:prSet/>
      <dgm:spPr/>
      <dgm:t>
        <a:bodyPr/>
        <a:lstStyle/>
        <a:p>
          <a:endParaRPr lang="en-GB"/>
        </a:p>
      </dgm:t>
    </dgm:pt>
    <dgm:pt modelId="{C698C9B4-0409-4BF3-A120-48801DA7BDE6}" type="sibTrans" cxnId="{B528D299-43C7-42C2-8F57-1640F9BF36DB}">
      <dgm:prSet/>
      <dgm:spPr/>
      <dgm:t>
        <a:bodyPr/>
        <a:lstStyle/>
        <a:p>
          <a:endParaRPr lang="en-GB"/>
        </a:p>
      </dgm:t>
    </dgm:pt>
    <dgm:pt modelId="{2AE8C144-8B2F-4E47-AD58-5A74C23FFD44}">
      <dgm:prSet phldrT="[Text]"/>
      <dgm:spPr/>
      <dgm:t>
        <a:bodyPr/>
        <a:lstStyle/>
        <a:p>
          <a:r>
            <a:rPr lang="en-GB" dirty="0" smtClean="0"/>
            <a:t>Feedback</a:t>
          </a:r>
          <a:endParaRPr lang="en-GB" dirty="0"/>
        </a:p>
      </dgm:t>
    </dgm:pt>
    <dgm:pt modelId="{6164EDD2-7C9E-43BB-B139-777B16540AE0}" type="parTrans" cxnId="{48C8EA12-C420-4C22-89ED-3EEABB046843}">
      <dgm:prSet/>
      <dgm:spPr/>
      <dgm:t>
        <a:bodyPr/>
        <a:lstStyle/>
        <a:p>
          <a:endParaRPr lang="en-GB"/>
        </a:p>
      </dgm:t>
    </dgm:pt>
    <dgm:pt modelId="{38B46521-9FD0-4FF5-ADA3-E900899FFF77}" type="sibTrans" cxnId="{48C8EA12-C420-4C22-89ED-3EEABB046843}">
      <dgm:prSet/>
      <dgm:spPr/>
      <dgm:t>
        <a:bodyPr/>
        <a:lstStyle/>
        <a:p>
          <a:endParaRPr lang="en-GB"/>
        </a:p>
      </dgm:t>
    </dgm:pt>
    <dgm:pt modelId="{8C5078F6-E4F5-40B7-80B0-0F6063421499}">
      <dgm:prSet phldrT="[Text]"/>
      <dgm:spPr/>
      <dgm:t>
        <a:bodyPr/>
        <a:lstStyle/>
        <a:p>
          <a:r>
            <a:rPr lang="en-GB" dirty="0" smtClean="0"/>
            <a:t>Usability</a:t>
          </a:r>
          <a:endParaRPr lang="en-GB" dirty="0"/>
        </a:p>
      </dgm:t>
    </dgm:pt>
    <dgm:pt modelId="{2BBDA6EB-B19F-4C74-8AFF-90B9538FCC3D}" type="parTrans" cxnId="{C89ADAC9-2199-438A-9EDC-482F1A7A088F}">
      <dgm:prSet/>
      <dgm:spPr/>
      <dgm:t>
        <a:bodyPr/>
        <a:lstStyle/>
        <a:p>
          <a:endParaRPr lang="en-GB"/>
        </a:p>
      </dgm:t>
    </dgm:pt>
    <dgm:pt modelId="{BB3E1B20-A939-425E-8AC4-4CFAEF769F75}" type="sibTrans" cxnId="{C89ADAC9-2199-438A-9EDC-482F1A7A088F}">
      <dgm:prSet/>
      <dgm:spPr/>
      <dgm:t>
        <a:bodyPr/>
        <a:lstStyle/>
        <a:p>
          <a:endParaRPr lang="en-GB"/>
        </a:p>
      </dgm:t>
    </dgm:pt>
    <dgm:pt modelId="{63CA378E-D8D6-447A-B864-413368335359}">
      <dgm:prSet phldrT="[Text]"/>
      <dgm:spPr/>
      <dgm:t>
        <a:bodyPr/>
        <a:lstStyle/>
        <a:p>
          <a:r>
            <a:rPr lang="en-GB" dirty="0" smtClean="0"/>
            <a:t>Wire</a:t>
          </a:r>
        </a:p>
        <a:p>
          <a:r>
            <a:rPr lang="en-GB" dirty="0" smtClean="0"/>
            <a:t>framing</a:t>
          </a:r>
          <a:endParaRPr lang="en-GB" dirty="0"/>
        </a:p>
      </dgm:t>
    </dgm:pt>
    <dgm:pt modelId="{760B4981-0275-4C9D-B59C-CC46E2D99D05}" type="parTrans" cxnId="{209E5603-3D0B-4626-9CA2-5A93C53FF458}">
      <dgm:prSet/>
      <dgm:spPr/>
      <dgm:t>
        <a:bodyPr/>
        <a:lstStyle/>
        <a:p>
          <a:endParaRPr lang="en-GB"/>
        </a:p>
      </dgm:t>
    </dgm:pt>
    <dgm:pt modelId="{3A237120-C5D9-4332-9C3C-C562649A11F0}" type="sibTrans" cxnId="{209E5603-3D0B-4626-9CA2-5A93C53FF458}">
      <dgm:prSet/>
      <dgm:spPr/>
      <dgm:t>
        <a:bodyPr/>
        <a:lstStyle/>
        <a:p>
          <a:endParaRPr lang="en-GB"/>
        </a:p>
      </dgm:t>
    </dgm:pt>
    <dgm:pt modelId="{153ED75F-A8A8-4FA1-BA5C-E4D4CD8C703E}">
      <dgm:prSet phldrT="[Text]"/>
      <dgm:spPr/>
      <dgm:t>
        <a:bodyPr/>
        <a:lstStyle/>
        <a:p>
          <a:r>
            <a:rPr lang="en-GB" dirty="0" smtClean="0"/>
            <a:t>Test</a:t>
          </a:r>
        </a:p>
      </dgm:t>
    </dgm:pt>
    <dgm:pt modelId="{56F45115-B2BD-468B-BEE9-1B3F0591DB7B}" type="parTrans" cxnId="{FFF42BF1-7717-497E-96B8-8D4C4C035C6D}">
      <dgm:prSet/>
      <dgm:spPr/>
      <dgm:t>
        <a:bodyPr/>
        <a:lstStyle/>
        <a:p>
          <a:endParaRPr lang="en-GB"/>
        </a:p>
      </dgm:t>
    </dgm:pt>
    <dgm:pt modelId="{812ECBF5-D58E-4B1A-BF03-89F06D07E8B1}" type="sibTrans" cxnId="{FFF42BF1-7717-497E-96B8-8D4C4C035C6D}">
      <dgm:prSet/>
      <dgm:spPr/>
      <dgm:t>
        <a:bodyPr/>
        <a:lstStyle/>
        <a:p>
          <a:endParaRPr lang="en-GB"/>
        </a:p>
      </dgm:t>
    </dgm:pt>
    <dgm:pt modelId="{B11229F7-FE3A-41EA-94C9-7FD87493E2D0}">
      <dgm:prSet phldrT="[Text]"/>
      <dgm:spPr/>
      <dgm:t>
        <a:bodyPr/>
        <a:lstStyle/>
        <a:p>
          <a:r>
            <a:rPr lang="en-GB" dirty="0" smtClean="0"/>
            <a:t>Review, Iterate</a:t>
          </a:r>
        </a:p>
      </dgm:t>
    </dgm:pt>
    <dgm:pt modelId="{CC36A4DD-9C06-47B8-8C3B-A2A9B249447E}" type="parTrans" cxnId="{B9739F6F-677F-412E-B4F3-2E0138E10256}">
      <dgm:prSet/>
      <dgm:spPr/>
      <dgm:t>
        <a:bodyPr/>
        <a:lstStyle/>
        <a:p>
          <a:endParaRPr lang="en-GB"/>
        </a:p>
      </dgm:t>
    </dgm:pt>
    <dgm:pt modelId="{E041DD8A-3E13-4660-A32B-F209FC5B071B}" type="sibTrans" cxnId="{B9739F6F-677F-412E-B4F3-2E0138E10256}">
      <dgm:prSet/>
      <dgm:spPr/>
      <dgm:t>
        <a:bodyPr/>
        <a:lstStyle/>
        <a:p>
          <a:endParaRPr lang="en-GB"/>
        </a:p>
      </dgm:t>
    </dgm:pt>
    <dgm:pt modelId="{E453B2F4-1561-42E8-B04A-030DF620F247}" type="pres">
      <dgm:prSet presAssocID="{3029CC4A-AFB8-4B27-8180-B8A75C8C582B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A04209EB-5EA9-4B60-ABC2-239D12D35571}" type="pres">
      <dgm:prSet presAssocID="{B11229F7-FE3A-41EA-94C9-7FD87493E2D0}" presName="Accent6" presStyleCnt="0"/>
      <dgm:spPr/>
    </dgm:pt>
    <dgm:pt modelId="{B93FE88B-7B7D-48C3-B836-DCB778816807}" type="pres">
      <dgm:prSet presAssocID="{B11229F7-FE3A-41EA-94C9-7FD87493E2D0}" presName="Accent" presStyleLbl="node1" presStyleIdx="0" presStyleCnt="6"/>
      <dgm:spPr/>
    </dgm:pt>
    <dgm:pt modelId="{6209BED2-A9FC-4D20-9C4B-09A197A1EACB}" type="pres">
      <dgm:prSet presAssocID="{B11229F7-FE3A-41EA-94C9-7FD87493E2D0}" presName="ParentBackground6" presStyleCnt="0"/>
      <dgm:spPr/>
    </dgm:pt>
    <dgm:pt modelId="{7B1AC9A5-8D7C-4EEE-AD4A-B2E5B5BB8B21}" type="pres">
      <dgm:prSet presAssocID="{B11229F7-FE3A-41EA-94C9-7FD87493E2D0}" presName="ParentBackground" presStyleLbl="fgAcc1" presStyleIdx="0" presStyleCnt="6"/>
      <dgm:spPr/>
    </dgm:pt>
    <dgm:pt modelId="{5BE1CF5F-C646-427E-82E0-16DA6449E347}" type="pres">
      <dgm:prSet presAssocID="{B11229F7-FE3A-41EA-94C9-7FD87493E2D0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CC4CEEA-BAAC-4B71-BABE-5F65FC9261F1}" type="pres">
      <dgm:prSet presAssocID="{153ED75F-A8A8-4FA1-BA5C-E4D4CD8C703E}" presName="Accent5" presStyleCnt="0"/>
      <dgm:spPr/>
    </dgm:pt>
    <dgm:pt modelId="{17E9F571-8F55-4EDF-800B-3BF1004E15DD}" type="pres">
      <dgm:prSet presAssocID="{153ED75F-A8A8-4FA1-BA5C-E4D4CD8C703E}" presName="Accent" presStyleLbl="node1" presStyleIdx="1" presStyleCnt="6"/>
      <dgm:spPr/>
    </dgm:pt>
    <dgm:pt modelId="{BD8171A0-4626-440E-BDB6-9FED87B03FF9}" type="pres">
      <dgm:prSet presAssocID="{153ED75F-A8A8-4FA1-BA5C-E4D4CD8C703E}" presName="ParentBackground5" presStyleCnt="0"/>
      <dgm:spPr/>
    </dgm:pt>
    <dgm:pt modelId="{B4D5957A-DC04-4D00-B08B-9B9236C03749}" type="pres">
      <dgm:prSet presAssocID="{153ED75F-A8A8-4FA1-BA5C-E4D4CD8C703E}" presName="ParentBackground" presStyleLbl="fgAcc1" presStyleIdx="1" presStyleCnt="6"/>
      <dgm:spPr/>
    </dgm:pt>
    <dgm:pt modelId="{B4CE2563-84A0-47DB-ABE1-6CF5B37C3DAB}" type="pres">
      <dgm:prSet presAssocID="{153ED75F-A8A8-4FA1-BA5C-E4D4CD8C703E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8650DD7-7A9D-4AEA-8A54-6A0DB49E1847}" type="pres">
      <dgm:prSet presAssocID="{63CA378E-D8D6-447A-B864-413368335359}" presName="Accent4" presStyleCnt="0"/>
      <dgm:spPr/>
    </dgm:pt>
    <dgm:pt modelId="{F7E343C4-5576-4368-AABD-F518EAD9E72F}" type="pres">
      <dgm:prSet presAssocID="{63CA378E-D8D6-447A-B864-413368335359}" presName="Accent" presStyleLbl="node1" presStyleIdx="2" presStyleCnt="6"/>
      <dgm:spPr/>
    </dgm:pt>
    <dgm:pt modelId="{1C1C17A8-4598-4D02-A5AD-3F61841B9DE2}" type="pres">
      <dgm:prSet presAssocID="{63CA378E-D8D6-447A-B864-413368335359}" presName="ParentBackground4" presStyleCnt="0"/>
      <dgm:spPr/>
    </dgm:pt>
    <dgm:pt modelId="{F72F8090-9C8B-4497-93DD-32EA5D02D605}" type="pres">
      <dgm:prSet presAssocID="{63CA378E-D8D6-447A-B864-413368335359}" presName="ParentBackground" presStyleLbl="fgAcc1" presStyleIdx="2" presStyleCnt="6"/>
      <dgm:spPr/>
      <dgm:t>
        <a:bodyPr/>
        <a:lstStyle/>
        <a:p>
          <a:endParaRPr lang="en-GB"/>
        </a:p>
      </dgm:t>
    </dgm:pt>
    <dgm:pt modelId="{38E88DBD-6DC5-4D39-8C2E-C910422961C6}" type="pres">
      <dgm:prSet presAssocID="{63CA378E-D8D6-447A-B864-413368335359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55751E8-5F18-4F96-AB6E-AF19595B285A}" type="pres">
      <dgm:prSet presAssocID="{8C5078F6-E4F5-40B7-80B0-0F6063421499}" presName="Accent3" presStyleCnt="0"/>
      <dgm:spPr/>
    </dgm:pt>
    <dgm:pt modelId="{A4B7A84D-1790-4925-A763-B733637B5643}" type="pres">
      <dgm:prSet presAssocID="{8C5078F6-E4F5-40B7-80B0-0F6063421499}" presName="Accent" presStyleLbl="node1" presStyleIdx="3" presStyleCnt="6"/>
      <dgm:spPr/>
    </dgm:pt>
    <dgm:pt modelId="{F4886E53-7D70-4C1E-8137-E525E6547DDD}" type="pres">
      <dgm:prSet presAssocID="{8C5078F6-E4F5-40B7-80B0-0F6063421499}" presName="ParentBackground3" presStyleCnt="0"/>
      <dgm:spPr/>
    </dgm:pt>
    <dgm:pt modelId="{164D72BC-E990-4EF5-BBFC-BB7FE0A5A5B0}" type="pres">
      <dgm:prSet presAssocID="{8C5078F6-E4F5-40B7-80B0-0F6063421499}" presName="ParentBackground" presStyleLbl="fgAcc1" presStyleIdx="3" presStyleCnt="6"/>
      <dgm:spPr/>
    </dgm:pt>
    <dgm:pt modelId="{E9EE6AB2-ADA1-47A5-9BFD-1BC39CF6FB3B}" type="pres">
      <dgm:prSet presAssocID="{8C5078F6-E4F5-40B7-80B0-0F6063421499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62816058-DA3F-48BE-B4AF-2BF964412574}" type="pres">
      <dgm:prSet presAssocID="{2AE8C144-8B2F-4E47-AD58-5A74C23FFD44}" presName="Accent2" presStyleCnt="0"/>
      <dgm:spPr/>
    </dgm:pt>
    <dgm:pt modelId="{A4AE2605-4B3F-46EF-BC84-DA0D760DB350}" type="pres">
      <dgm:prSet presAssocID="{2AE8C144-8B2F-4E47-AD58-5A74C23FFD44}" presName="Accent" presStyleLbl="node1" presStyleIdx="4" presStyleCnt="6"/>
      <dgm:spPr/>
    </dgm:pt>
    <dgm:pt modelId="{95463F05-BEA0-4D1D-A303-158D7F7B4411}" type="pres">
      <dgm:prSet presAssocID="{2AE8C144-8B2F-4E47-AD58-5A74C23FFD44}" presName="ParentBackground2" presStyleCnt="0"/>
      <dgm:spPr/>
    </dgm:pt>
    <dgm:pt modelId="{EDE71A35-A684-4CA6-9A8B-FBF8098FA9A4}" type="pres">
      <dgm:prSet presAssocID="{2AE8C144-8B2F-4E47-AD58-5A74C23FFD44}" presName="ParentBackground" presStyleLbl="fgAcc1" presStyleIdx="4" presStyleCnt="6"/>
      <dgm:spPr/>
      <dgm:t>
        <a:bodyPr/>
        <a:lstStyle/>
        <a:p>
          <a:endParaRPr lang="en-GB"/>
        </a:p>
      </dgm:t>
    </dgm:pt>
    <dgm:pt modelId="{AEF17D23-8A72-45CA-8860-946240783D88}" type="pres">
      <dgm:prSet presAssocID="{2AE8C144-8B2F-4E47-AD58-5A74C23FFD44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3CF22F6-6AEA-4B60-8D9B-ED371DA9CA3B}" type="pres">
      <dgm:prSet presAssocID="{8D5C5D02-1210-4DE3-A9E1-48DF2C0BF4AC}" presName="Accent1" presStyleCnt="0"/>
      <dgm:spPr/>
    </dgm:pt>
    <dgm:pt modelId="{77F291E6-B905-4B39-A869-9BA31FFE7E16}" type="pres">
      <dgm:prSet presAssocID="{8D5C5D02-1210-4DE3-A9E1-48DF2C0BF4AC}" presName="Accent" presStyleLbl="node1" presStyleIdx="5" presStyleCnt="6"/>
      <dgm:spPr/>
    </dgm:pt>
    <dgm:pt modelId="{1E1F485C-3291-4803-A836-8B5A0619103D}" type="pres">
      <dgm:prSet presAssocID="{8D5C5D02-1210-4DE3-A9E1-48DF2C0BF4AC}" presName="ParentBackground1" presStyleCnt="0"/>
      <dgm:spPr/>
    </dgm:pt>
    <dgm:pt modelId="{E017CB32-706A-48F3-9ADA-CA161114B6C6}" type="pres">
      <dgm:prSet presAssocID="{8D5C5D02-1210-4DE3-A9E1-48DF2C0BF4AC}" presName="ParentBackground" presStyleLbl="fgAcc1" presStyleIdx="5" presStyleCnt="6"/>
      <dgm:spPr/>
    </dgm:pt>
    <dgm:pt modelId="{6AAF9076-62B7-4CDA-94EF-28478285EFE9}" type="pres">
      <dgm:prSet presAssocID="{8D5C5D02-1210-4DE3-A9E1-48DF2C0BF4A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209E5603-3D0B-4626-9CA2-5A93C53FF458}" srcId="{3029CC4A-AFB8-4B27-8180-B8A75C8C582B}" destId="{63CA378E-D8D6-447A-B864-413368335359}" srcOrd="3" destOrd="0" parTransId="{760B4981-0275-4C9D-B59C-CC46E2D99D05}" sibTransId="{3A237120-C5D9-4332-9C3C-C562649A11F0}"/>
    <dgm:cxn modelId="{AF0F2937-B08F-4235-86D2-5BABC9D33C94}" type="presOf" srcId="{B11229F7-FE3A-41EA-94C9-7FD87493E2D0}" destId="{5BE1CF5F-C646-427E-82E0-16DA6449E347}" srcOrd="1" destOrd="0" presId="urn:microsoft.com/office/officeart/2011/layout/CircleProcess"/>
    <dgm:cxn modelId="{8188BF7D-CFCA-40D7-8621-A0309040B83E}" type="presOf" srcId="{8C5078F6-E4F5-40B7-80B0-0F6063421499}" destId="{E9EE6AB2-ADA1-47A5-9BFD-1BC39CF6FB3B}" srcOrd="1" destOrd="0" presId="urn:microsoft.com/office/officeart/2011/layout/CircleProcess"/>
    <dgm:cxn modelId="{B528D299-43C7-42C2-8F57-1640F9BF36DB}" srcId="{3029CC4A-AFB8-4B27-8180-B8A75C8C582B}" destId="{8D5C5D02-1210-4DE3-A9E1-48DF2C0BF4AC}" srcOrd="0" destOrd="0" parTransId="{6B6AAACD-5CF7-4D5B-A581-E8DDC4A56DD8}" sibTransId="{C698C9B4-0409-4BF3-A120-48801DA7BDE6}"/>
    <dgm:cxn modelId="{FFF42BF1-7717-497E-96B8-8D4C4C035C6D}" srcId="{3029CC4A-AFB8-4B27-8180-B8A75C8C582B}" destId="{153ED75F-A8A8-4FA1-BA5C-E4D4CD8C703E}" srcOrd="4" destOrd="0" parTransId="{56F45115-B2BD-468B-BEE9-1B3F0591DB7B}" sibTransId="{812ECBF5-D58E-4B1A-BF03-89F06D07E8B1}"/>
    <dgm:cxn modelId="{6592D3AE-2EC2-4052-BACB-3B619C6B2F45}" type="presOf" srcId="{B11229F7-FE3A-41EA-94C9-7FD87493E2D0}" destId="{7B1AC9A5-8D7C-4EEE-AD4A-B2E5B5BB8B21}" srcOrd="0" destOrd="0" presId="urn:microsoft.com/office/officeart/2011/layout/CircleProcess"/>
    <dgm:cxn modelId="{C89ADAC9-2199-438A-9EDC-482F1A7A088F}" srcId="{3029CC4A-AFB8-4B27-8180-B8A75C8C582B}" destId="{8C5078F6-E4F5-40B7-80B0-0F6063421499}" srcOrd="2" destOrd="0" parTransId="{2BBDA6EB-B19F-4C74-8AFF-90B9538FCC3D}" sibTransId="{BB3E1B20-A939-425E-8AC4-4CFAEF769F75}"/>
    <dgm:cxn modelId="{A6DDCA11-F8F7-4FD9-877D-49CAAB1CCAE1}" type="presOf" srcId="{153ED75F-A8A8-4FA1-BA5C-E4D4CD8C703E}" destId="{B4CE2563-84A0-47DB-ABE1-6CF5B37C3DAB}" srcOrd="1" destOrd="0" presId="urn:microsoft.com/office/officeart/2011/layout/CircleProcess"/>
    <dgm:cxn modelId="{7685CC23-3942-4CAF-99B8-B50F159BC13E}" type="presOf" srcId="{8D5C5D02-1210-4DE3-A9E1-48DF2C0BF4AC}" destId="{6AAF9076-62B7-4CDA-94EF-28478285EFE9}" srcOrd="1" destOrd="0" presId="urn:microsoft.com/office/officeart/2011/layout/CircleProcess"/>
    <dgm:cxn modelId="{B9739F6F-677F-412E-B4F3-2E0138E10256}" srcId="{3029CC4A-AFB8-4B27-8180-B8A75C8C582B}" destId="{B11229F7-FE3A-41EA-94C9-7FD87493E2D0}" srcOrd="5" destOrd="0" parTransId="{CC36A4DD-9C06-47B8-8C3B-A2A9B249447E}" sibTransId="{E041DD8A-3E13-4660-A32B-F209FC5B071B}"/>
    <dgm:cxn modelId="{1B372727-508A-47A5-8C54-AD6BAE5FF096}" type="presOf" srcId="{63CA378E-D8D6-447A-B864-413368335359}" destId="{38E88DBD-6DC5-4D39-8C2E-C910422961C6}" srcOrd="1" destOrd="0" presId="urn:microsoft.com/office/officeart/2011/layout/CircleProcess"/>
    <dgm:cxn modelId="{87FFC71B-47D1-41ED-8C46-852E58EDD332}" type="presOf" srcId="{2AE8C144-8B2F-4E47-AD58-5A74C23FFD44}" destId="{EDE71A35-A684-4CA6-9A8B-FBF8098FA9A4}" srcOrd="0" destOrd="0" presId="urn:microsoft.com/office/officeart/2011/layout/CircleProcess"/>
    <dgm:cxn modelId="{2F44DB28-0A14-4C60-BD4E-A60CF9C88ACF}" type="presOf" srcId="{3029CC4A-AFB8-4B27-8180-B8A75C8C582B}" destId="{E453B2F4-1561-42E8-B04A-030DF620F247}" srcOrd="0" destOrd="0" presId="urn:microsoft.com/office/officeart/2011/layout/CircleProcess"/>
    <dgm:cxn modelId="{6FC65F32-F226-475B-A9C5-46E04323DACF}" type="presOf" srcId="{8C5078F6-E4F5-40B7-80B0-0F6063421499}" destId="{164D72BC-E990-4EF5-BBFC-BB7FE0A5A5B0}" srcOrd="0" destOrd="0" presId="urn:microsoft.com/office/officeart/2011/layout/CircleProcess"/>
    <dgm:cxn modelId="{48C8EA12-C420-4C22-89ED-3EEABB046843}" srcId="{3029CC4A-AFB8-4B27-8180-B8A75C8C582B}" destId="{2AE8C144-8B2F-4E47-AD58-5A74C23FFD44}" srcOrd="1" destOrd="0" parTransId="{6164EDD2-7C9E-43BB-B139-777B16540AE0}" sibTransId="{38B46521-9FD0-4FF5-ADA3-E900899FFF77}"/>
    <dgm:cxn modelId="{E94F73B7-A776-4BF2-835F-4EB8D87ACE3A}" type="presOf" srcId="{2AE8C144-8B2F-4E47-AD58-5A74C23FFD44}" destId="{AEF17D23-8A72-45CA-8860-946240783D88}" srcOrd="1" destOrd="0" presId="urn:microsoft.com/office/officeart/2011/layout/CircleProcess"/>
    <dgm:cxn modelId="{2176B1E2-DE14-4FA3-AE11-5166D8587BC9}" type="presOf" srcId="{153ED75F-A8A8-4FA1-BA5C-E4D4CD8C703E}" destId="{B4D5957A-DC04-4D00-B08B-9B9236C03749}" srcOrd="0" destOrd="0" presId="urn:microsoft.com/office/officeart/2011/layout/CircleProcess"/>
    <dgm:cxn modelId="{C8A3C908-1971-4830-B636-7652DF8FC6A2}" type="presOf" srcId="{8D5C5D02-1210-4DE3-A9E1-48DF2C0BF4AC}" destId="{E017CB32-706A-48F3-9ADA-CA161114B6C6}" srcOrd="0" destOrd="0" presId="urn:microsoft.com/office/officeart/2011/layout/CircleProcess"/>
    <dgm:cxn modelId="{9F7608A0-1D78-4AE8-946B-CF02EFF0613E}" type="presOf" srcId="{63CA378E-D8D6-447A-B864-413368335359}" destId="{F72F8090-9C8B-4497-93DD-32EA5D02D605}" srcOrd="0" destOrd="0" presId="urn:microsoft.com/office/officeart/2011/layout/CircleProcess"/>
    <dgm:cxn modelId="{75DFE9D6-5600-41F5-9F86-0AB5A7DB245D}" type="presParOf" srcId="{E453B2F4-1561-42E8-B04A-030DF620F247}" destId="{A04209EB-5EA9-4B60-ABC2-239D12D35571}" srcOrd="0" destOrd="0" presId="urn:microsoft.com/office/officeart/2011/layout/CircleProcess"/>
    <dgm:cxn modelId="{64F44DC6-37E8-42C9-B859-17F8ADE02CED}" type="presParOf" srcId="{A04209EB-5EA9-4B60-ABC2-239D12D35571}" destId="{B93FE88B-7B7D-48C3-B836-DCB778816807}" srcOrd="0" destOrd="0" presId="urn:microsoft.com/office/officeart/2011/layout/CircleProcess"/>
    <dgm:cxn modelId="{42864696-442E-445E-80A6-763EA28171B3}" type="presParOf" srcId="{E453B2F4-1561-42E8-B04A-030DF620F247}" destId="{6209BED2-A9FC-4D20-9C4B-09A197A1EACB}" srcOrd="1" destOrd="0" presId="urn:microsoft.com/office/officeart/2011/layout/CircleProcess"/>
    <dgm:cxn modelId="{F9AA3E2C-B2E8-4C83-B983-1026D27DC476}" type="presParOf" srcId="{6209BED2-A9FC-4D20-9C4B-09A197A1EACB}" destId="{7B1AC9A5-8D7C-4EEE-AD4A-B2E5B5BB8B21}" srcOrd="0" destOrd="0" presId="urn:microsoft.com/office/officeart/2011/layout/CircleProcess"/>
    <dgm:cxn modelId="{3EC4280E-8340-4BDE-B169-810141B2F351}" type="presParOf" srcId="{E453B2F4-1561-42E8-B04A-030DF620F247}" destId="{5BE1CF5F-C646-427E-82E0-16DA6449E347}" srcOrd="2" destOrd="0" presId="urn:microsoft.com/office/officeart/2011/layout/CircleProcess"/>
    <dgm:cxn modelId="{46AA274C-1074-42CE-BCA1-D334F546284C}" type="presParOf" srcId="{E453B2F4-1561-42E8-B04A-030DF620F247}" destId="{6CC4CEEA-BAAC-4B71-BABE-5F65FC9261F1}" srcOrd="3" destOrd="0" presId="urn:microsoft.com/office/officeart/2011/layout/CircleProcess"/>
    <dgm:cxn modelId="{4E1A0484-5C17-4369-A505-4A87E5D6D1F7}" type="presParOf" srcId="{6CC4CEEA-BAAC-4B71-BABE-5F65FC9261F1}" destId="{17E9F571-8F55-4EDF-800B-3BF1004E15DD}" srcOrd="0" destOrd="0" presId="urn:microsoft.com/office/officeart/2011/layout/CircleProcess"/>
    <dgm:cxn modelId="{663E6E51-D667-4914-8E6C-DEFAAECE2DB8}" type="presParOf" srcId="{E453B2F4-1561-42E8-B04A-030DF620F247}" destId="{BD8171A0-4626-440E-BDB6-9FED87B03FF9}" srcOrd="4" destOrd="0" presId="urn:microsoft.com/office/officeart/2011/layout/CircleProcess"/>
    <dgm:cxn modelId="{12A28E0C-BC11-4A33-ACC5-B33C2A51D169}" type="presParOf" srcId="{BD8171A0-4626-440E-BDB6-9FED87B03FF9}" destId="{B4D5957A-DC04-4D00-B08B-9B9236C03749}" srcOrd="0" destOrd="0" presId="urn:microsoft.com/office/officeart/2011/layout/CircleProcess"/>
    <dgm:cxn modelId="{20C3A033-5382-4D4C-8E8D-4EF548F7E2D7}" type="presParOf" srcId="{E453B2F4-1561-42E8-B04A-030DF620F247}" destId="{B4CE2563-84A0-47DB-ABE1-6CF5B37C3DAB}" srcOrd="5" destOrd="0" presId="urn:microsoft.com/office/officeart/2011/layout/CircleProcess"/>
    <dgm:cxn modelId="{424E48AE-02D6-4525-811B-0821072AA465}" type="presParOf" srcId="{E453B2F4-1561-42E8-B04A-030DF620F247}" destId="{08650DD7-7A9D-4AEA-8A54-6A0DB49E1847}" srcOrd="6" destOrd="0" presId="urn:microsoft.com/office/officeart/2011/layout/CircleProcess"/>
    <dgm:cxn modelId="{BF57CEEE-BBA8-4384-B417-74AF8EA12524}" type="presParOf" srcId="{08650DD7-7A9D-4AEA-8A54-6A0DB49E1847}" destId="{F7E343C4-5576-4368-AABD-F518EAD9E72F}" srcOrd="0" destOrd="0" presId="urn:microsoft.com/office/officeart/2011/layout/CircleProcess"/>
    <dgm:cxn modelId="{39FA41DC-C97D-4FDC-AD0B-5033AC377307}" type="presParOf" srcId="{E453B2F4-1561-42E8-B04A-030DF620F247}" destId="{1C1C17A8-4598-4D02-A5AD-3F61841B9DE2}" srcOrd="7" destOrd="0" presId="urn:microsoft.com/office/officeart/2011/layout/CircleProcess"/>
    <dgm:cxn modelId="{33FA3CBE-AACF-4063-B978-15745527B5C7}" type="presParOf" srcId="{1C1C17A8-4598-4D02-A5AD-3F61841B9DE2}" destId="{F72F8090-9C8B-4497-93DD-32EA5D02D605}" srcOrd="0" destOrd="0" presId="urn:microsoft.com/office/officeart/2011/layout/CircleProcess"/>
    <dgm:cxn modelId="{C11FDC53-E9AB-4F30-BC9F-B2C46715596D}" type="presParOf" srcId="{E453B2F4-1561-42E8-B04A-030DF620F247}" destId="{38E88DBD-6DC5-4D39-8C2E-C910422961C6}" srcOrd="8" destOrd="0" presId="urn:microsoft.com/office/officeart/2011/layout/CircleProcess"/>
    <dgm:cxn modelId="{3984CD22-4B3C-435A-8982-89C7CC4511C3}" type="presParOf" srcId="{E453B2F4-1561-42E8-B04A-030DF620F247}" destId="{655751E8-5F18-4F96-AB6E-AF19595B285A}" srcOrd="9" destOrd="0" presId="urn:microsoft.com/office/officeart/2011/layout/CircleProcess"/>
    <dgm:cxn modelId="{B0D34F1F-4423-4A76-B91C-C957C049FE50}" type="presParOf" srcId="{655751E8-5F18-4F96-AB6E-AF19595B285A}" destId="{A4B7A84D-1790-4925-A763-B733637B5643}" srcOrd="0" destOrd="0" presId="urn:microsoft.com/office/officeart/2011/layout/CircleProcess"/>
    <dgm:cxn modelId="{910594E3-9AF7-49A5-8579-80DAD8EE5175}" type="presParOf" srcId="{E453B2F4-1561-42E8-B04A-030DF620F247}" destId="{F4886E53-7D70-4C1E-8137-E525E6547DDD}" srcOrd="10" destOrd="0" presId="urn:microsoft.com/office/officeart/2011/layout/CircleProcess"/>
    <dgm:cxn modelId="{B17099B1-9DFF-4466-B582-1D2663C58242}" type="presParOf" srcId="{F4886E53-7D70-4C1E-8137-E525E6547DDD}" destId="{164D72BC-E990-4EF5-BBFC-BB7FE0A5A5B0}" srcOrd="0" destOrd="0" presId="urn:microsoft.com/office/officeart/2011/layout/CircleProcess"/>
    <dgm:cxn modelId="{0E44C165-86D8-4630-A7D7-FAC444DFE400}" type="presParOf" srcId="{E453B2F4-1561-42E8-B04A-030DF620F247}" destId="{E9EE6AB2-ADA1-47A5-9BFD-1BC39CF6FB3B}" srcOrd="11" destOrd="0" presId="urn:microsoft.com/office/officeart/2011/layout/CircleProcess"/>
    <dgm:cxn modelId="{A4687E3A-5FEA-4203-B981-5F347733D7F2}" type="presParOf" srcId="{E453B2F4-1561-42E8-B04A-030DF620F247}" destId="{62816058-DA3F-48BE-B4AF-2BF964412574}" srcOrd="12" destOrd="0" presId="urn:microsoft.com/office/officeart/2011/layout/CircleProcess"/>
    <dgm:cxn modelId="{1002B273-F29E-4338-AC11-EC303C1B09AF}" type="presParOf" srcId="{62816058-DA3F-48BE-B4AF-2BF964412574}" destId="{A4AE2605-4B3F-46EF-BC84-DA0D760DB350}" srcOrd="0" destOrd="0" presId="urn:microsoft.com/office/officeart/2011/layout/CircleProcess"/>
    <dgm:cxn modelId="{3A842321-98F7-4D00-9503-23B83D3302E6}" type="presParOf" srcId="{E453B2F4-1561-42E8-B04A-030DF620F247}" destId="{95463F05-BEA0-4D1D-A303-158D7F7B4411}" srcOrd="13" destOrd="0" presId="urn:microsoft.com/office/officeart/2011/layout/CircleProcess"/>
    <dgm:cxn modelId="{A65E6C87-A5CA-4DE0-8927-ADBA91539125}" type="presParOf" srcId="{95463F05-BEA0-4D1D-A303-158D7F7B4411}" destId="{EDE71A35-A684-4CA6-9A8B-FBF8098FA9A4}" srcOrd="0" destOrd="0" presId="urn:microsoft.com/office/officeart/2011/layout/CircleProcess"/>
    <dgm:cxn modelId="{B6D0FACE-EC55-46AF-BEAD-636EFA834B67}" type="presParOf" srcId="{E453B2F4-1561-42E8-B04A-030DF620F247}" destId="{AEF17D23-8A72-45CA-8860-946240783D88}" srcOrd="14" destOrd="0" presId="urn:microsoft.com/office/officeart/2011/layout/CircleProcess"/>
    <dgm:cxn modelId="{B517D330-2B0B-40FA-B697-DAD5CF572FA8}" type="presParOf" srcId="{E453B2F4-1561-42E8-B04A-030DF620F247}" destId="{83CF22F6-6AEA-4B60-8D9B-ED371DA9CA3B}" srcOrd="15" destOrd="0" presId="urn:microsoft.com/office/officeart/2011/layout/CircleProcess"/>
    <dgm:cxn modelId="{D2CF38A0-4FBA-4F4C-8E90-1FC2900324CB}" type="presParOf" srcId="{83CF22F6-6AEA-4B60-8D9B-ED371DA9CA3B}" destId="{77F291E6-B905-4B39-A869-9BA31FFE7E16}" srcOrd="0" destOrd="0" presId="urn:microsoft.com/office/officeart/2011/layout/CircleProcess"/>
    <dgm:cxn modelId="{A5CFE59B-27A3-4F2E-8D6F-549087F7E6E8}" type="presParOf" srcId="{E453B2F4-1561-42E8-B04A-030DF620F247}" destId="{1E1F485C-3291-4803-A836-8B5A0619103D}" srcOrd="16" destOrd="0" presId="urn:microsoft.com/office/officeart/2011/layout/CircleProcess"/>
    <dgm:cxn modelId="{BF06620E-6ED2-486F-90D8-7679D8088289}" type="presParOf" srcId="{1E1F485C-3291-4803-A836-8B5A0619103D}" destId="{E017CB32-706A-48F3-9ADA-CA161114B6C6}" srcOrd="0" destOrd="0" presId="urn:microsoft.com/office/officeart/2011/layout/CircleProcess"/>
    <dgm:cxn modelId="{47657FEC-F7BB-42CA-B0AE-628636095841}" type="presParOf" srcId="{E453B2F4-1561-42E8-B04A-030DF620F247}" destId="{6AAF9076-62B7-4CDA-94EF-28478285EFE9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FE88B-7B7D-48C3-B836-DCB778816807}">
      <dsp:nvSpPr>
        <dsp:cNvPr id="0" name=""/>
        <dsp:cNvSpPr/>
      </dsp:nvSpPr>
      <dsp:spPr>
        <a:xfrm>
          <a:off x="12518245" y="3576877"/>
          <a:ext cx="2307611" cy="230717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1AC9A5-8D7C-4EEE-AD4A-B2E5B5BB8B21}">
      <dsp:nvSpPr>
        <dsp:cNvPr id="0" name=""/>
        <dsp:cNvSpPr/>
      </dsp:nvSpPr>
      <dsp:spPr>
        <a:xfrm>
          <a:off x="12595947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Review, Iterate</a:t>
          </a:r>
        </a:p>
      </dsp:txBody>
      <dsp:txXfrm>
        <a:off x="12903824" y="3961473"/>
        <a:ext cx="1537918" cy="1537980"/>
      </dsp:txXfrm>
    </dsp:sp>
    <dsp:sp modelId="{17E9F571-8F55-4EDF-800B-3BF1004E15DD}">
      <dsp:nvSpPr>
        <dsp:cNvPr id="0" name=""/>
        <dsp:cNvSpPr/>
      </dsp:nvSpPr>
      <dsp:spPr>
        <a:xfrm rot="2700000">
          <a:off x="10134560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5957A-DC04-4D00-B08B-9B9236C03749}">
      <dsp:nvSpPr>
        <dsp:cNvPr id="0" name=""/>
        <dsp:cNvSpPr/>
      </dsp:nvSpPr>
      <dsp:spPr>
        <a:xfrm>
          <a:off x="10212100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Test</a:t>
          </a:r>
        </a:p>
      </dsp:txBody>
      <dsp:txXfrm>
        <a:off x="10519977" y="3961473"/>
        <a:ext cx="1537918" cy="1537980"/>
      </dsp:txXfrm>
    </dsp:sp>
    <dsp:sp modelId="{F7E343C4-5576-4368-AABD-F518EAD9E72F}">
      <dsp:nvSpPr>
        <dsp:cNvPr id="0" name=""/>
        <dsp:cNvSpPr/>
      </dsp:nvSpPr>
      <dsp:spPr>
        <a:xfrm rot="2700000">
          <a:off x="7750713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F8090-9C8B-4497-93DD-32EA5D02D605}">
      <dsp:nvSpPr>
        <dsp:cNvPr id="0" name=""/>
        <dsp:cNvSpPr/>
      </dsp:nvSpPr>
      <dsp:spPr>
        <a:xfrm>
          <a:off x="7828253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Wire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framing</a:t>
          </a:r>
          <a:endParaRPr lang="en-GB" sz="3000" kern="1200" dirty="0"/>
        </a:p>
      </dsp:txBody>
      <dsp:txXfrm>
        <a:off x="8136130" y="3961473"/>
        <a:ext cx="1537918" cy="1537980"/>
      </dsp:txXfrm>
    </dsp:sp>
    <dsp:sp modelId="{A4B7A84D-1790-4925-A763-B733637B5643}">
      <dsp:nvSpPr>
        <dsp:cNvPr id="0" name=""/>
        <dsp:cNvSpPr/>
      </dsp:nvSpPr>
      <dsp:spPr>
        <a:xfrm rot="2700000">
          <a:off x="5366865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D72BC-E990-4EF5-BBFC-BB7FE0A5A5B0}">
      <dsp:nvSpPr>
        <dsp:cNvPr id="0" name=""/>
        <dsp:cNvSpPr/>
      </dsp:nvSpPr>
      <dsp:spPr>
        <a:xfrm>
          <a:off x="5444405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Usability</a:t>
          </a:r>
          <a:endParaRPr lang="en-GB" sz="3000" kern="1200" dirty="0"/>
        </a:p>
      </dsp:txBody>
      <dsp:txXfrm>
        <a:off x="5750816" y="3961473"/>
        <a:ext cx="1537918" cy="1537980"/>
      </dsp:txXfrm>
    </dsp:sp>
    <dsp:sp modelId="{A4AE2605-4B3F-46EF-BC84-DA0D760DB350}">
      <dsp:nvSpPr>
        <dsp:cNvPr id="0" name=""/>
        <dsp:cNvSpPr/>
      </dsp:nvSpPr>
      <dsp:spPr>
        <a:xfrm rot="2700000">
          <a:off x="2983018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71A35-A684-4CA6-9A8B-FBF8098FA9A4}">
      <dsp:nvSpPr>
        <dsp:cNvPr id="0" name=""/>
        <dsp:cNvSpPr/>
      </dsp:nvSpPr>
      <dsp:spPr>
        <a:xfrm>
          <a:off x="3060558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Feedback</a:t>
          </a:r>
          <a:endParaRPr lang="en-GB" sz="3000" kern="1200" dirty="0"/>
        </a:p>
      </dsp:txBody>
      <dsp:txXfrm>
        <a:off x="3366969" y="3961473"/>
        <a:ext cx="1537918" cy="1537980"/>
      </dsp:txXfrm>
    </dsp:sp>
    <dsp:sp modelId="{77F291E6-B905-4B39-A869-9BA31FFE7E16}">
      <dsp:nvSpPr>
        <dsp:cNvPr id="0" name=""/>
        <dsp:cNvSpPr/>
      </dsp:nvSpPr>
      <dsp:spPr>
        <a:xfrm rot="2700000">
          <a:off x="599171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7CB32-706A-48F3-9ADA-CA161114B6C6}">
      <dsp:nvSpPr>
        <dsp:cNvPr id="0" name=""/>
        <dsp:cNvSpPr/>
      </dsp:nvSpPr>
      <dsp:spPr>
        <a:xfrm>
          <a:off x="675244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Web Analytics</a:t>
          </a:r>
          <a:endParaRPr lang="en-GB" sz="3000" kern="1200" dirty="0"/>
        </a:p>
      </dsp:txBody>
      <dsp:txXfrm>
        <a:off x="983121" y="3961473"/>
        <a:ext cx="1537918" cy="15379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8B172-939A-416B-B694-3C98C6B82238}">
      <dsp:nvSpPr>
        <dsp:cNvPr id="0" name=""/>
        <dsp:cNvSpPr/>
      </dsp:nvSpPr>
      <dsp:spPr>
        <a:xfrm>
          <a:off x="6737788" y="3196075"/>
          <a:ext cx="1861261" cy="18612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6500" kern="1200" dirty="0" smtClean="0"/>
            <a:t>GA</a:t>
          </a:r>
          <a:endParaRPr lang="en-GB" sz="6500" kern="1200" dirty="0"/>
        </a:p>
      </dsp:txBody>
      <dsp:txXfrm>
        <a:off x="7010363" y="3468650"/>
        <a:ext cx="1316111" cy="1316111"/>
      </dsp:txXfrm>
    </dsp:sp>
    <dsp:sp modelId="{CF328DFF-3775-4282-BE36-5FA23081194E}">
      <dsp:nvSpPr>
        <dsp:cNvPr id="0" name=""/>
        <dsp:cNvSpPr/>
      </dsp:nvSpPr>
      <dsp:spPr>
        <a:xfrm rot="16200000">
          <a:off x="7016601" y="2533335"/>
          <a:ext cx="1303635" cy="21844"/>
        </a:xfrm>
        <a:custGeom>
          <a:avLst/>
          <a:gdLst/>
          <a:ahLst/>
          <a:cxnLst/>
          <a:rect l="0" t="0" r="0" b="0"/>
          <a:pathLst>
            <a:path>
              <a:moveTo>
                <a:pt x="0" y="10922"/>
              </a:moveTo>
              <a:lnTo>
                <a:pt x="1303635" y="1092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7635828" y="2511667"/>
        <a:ext cx="65181" cy="65181"/>
      </dsp:txXfrm>
    </dsp:sp>
    <dsp:sp modelId="{A5E679BB-FBB3-4F7C-B6F4-6B7B0F0A9B2E}">
      <dsp:nvSpPr>
        <dsp:cNvPr id="0" name=""/>
        <dsp:cNvSpPr/>
      </dsp:nvSpPr>
      <dsp:spPr>
        <a:xfrm>
          <a:off x="6737788" y="31179"/>
          <a:ext cx="1861261" cy="18612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b="1" kern="1200" dirty="0" smtClean="0"/>
            <a:t>Goals</a:t>
          </a:r>
          <a:endParaRPr lang="en-GB" sz="1500" b="1" kern="1200" dirty="0"/>
        </a:p>
      </dsp:txBody>
      <dsp:txXfrm>
        <a:off x="7010363" y="303754"/>
        <a:ext cx="1316111" cy="1316111"/>
      </dsp:txXfrm>
    </dsp:sp>
    <dsp:sp modelId="{C45631DB-737C-406A-8B20-7BFF5D5E62DE}">
      <dsp:nvSpPr>
        <dsp:cNvPr id="0" name=""/>
        <dsp:cNvSpPr/>
      </dsp:nvSpPr>
      <dsp:spPr>
        <a:xfrm rot="18900000">
          <a:off x="8135561" y="2996824"/>
          <a:ext cx="1303635" cy="21844"/>
        </a:xfrm>
        <a:custGeom>
          <a:avLst/>
          <a:gdLst/>
          <a:ahLst/>
          <a:cxnLst/>
          <a:rect l="0" t="0" r="0" b="0"/>
          <a:pathLst>
            <a:path>
              <a:moveTo>
                <a:pt x="0" y="10922"/>
              </a:moveTo>
              <a:lnTo>
                <a:pt x="1303635" y="1092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8754787" y="2975155"/>
        <a:ext cx="65181" cy="65181"/>
      </dsp:txXfrm>
    </dsp:sp>
    <dsp:sp modelId="{AFECDA05-03EB-4D73-9F32-3ABF28351630}">
      <dsp:nvSpPr>
        <dsp:cNvPr id="0" name=""/>
        <dsp:cNvSpPr/>
      </dsp:nvSpPr>
      <dsp:spPr>
        <a:xfrm>
          <a:off x="8975708" y="958156"/>
          <a:ext cx="1861261" cy="186126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b="1" kern="1200" dirty="0" smtClean="0"/>
            <a:t>Ecommerce</a:t>
          </a:r>
          <a:endParaRPr lang="en-GB" sz="1500" b="1" kern="1200" dirty="0"/>
        </a:p>
      </dsp:txBody>
      <dsp:txXfrm>
        <a:off x="9248283" y="1230731"/>
        <a:ext cx="1316111" cy="1316111"/>
      </dsp:txXfrm>
    </dsp:sp>
    <dsp:sp modelId="{01A67D2B-5626-4254-8E6D-3A3C568E13C0}">
      <dsp:nvSpPr>
        <dsp:cNvPr id="0" name=""/>
        <dsp:cNvSpPr/>
      </dsp:nvSpPr>
      <dsp:spPr>
        <a:xfrm>
          <a:off x="8599049" y="4115784"/>
          <a:ext cx="1303635" cy="21844"/>
        </a:xfrm>
        <a:custGeom>
          <a:avLst/>
          <a:gdLst/>
          <a:ahLst/>
          <a:cxnLst/>
          <a:rect l="0" t="0" r="0" b="0"/>
          <a:pathLst>
            <a:path>
              <a:moveTo>
                <a:pt x="0" y="10922"/>
              </a:moveTo>
              <a:lnTo>
                <a:pt x="1303635" y="1092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9218276" y="4094115"/>
        <a:ext cx="65181" cy="65181"/>
      </dsp:txXfrm>
    </dsp:sp>
    <dsp:sp modelId="{C02AF671-81A2-44D7-AB60-F7BB39450BDD}">
      <dsp:nvSpPr>
        <dsp:cNvPr id="0" name=""/>
        <dsp:cNvSpPr/>
      </dsp:nvSpPr>
      <dsp:spPr>
        <a:xfrm>
          <a:off x="9902684" y="3196075"/>
          <a:ext cx="1861261" cy="186126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b="1" kern="1200" dirty="0" smtClean="0"/>
            <a:t>Funnel Visualisation</a:t>
          </a:r>
          <a:endParaRPr lang="en-GB" sz="1500" b="1" kern="1200" dirty="0"/>
        </a:p>
      </dsp:txBody>
      <dsp:txXfrm>
        <a:off x="10175259" y="3468650"/>
        <a:ext cx="1316111" cy="1316111"/>
      </dsp:txXfrm>
    </dsp:sp>
    <dsp:sp modelId="{C6534C0F-A2CE-4935-9CD1-703E73E40C7E}">
      <dsp:nvSpPr>
        <dsp:cNvPr id="0" name=""/>
        <dsp:cNvSpPr/>
      </dsp:nvSpPr>
      <dsp:spPr>
        <a:xfrm rot="2700000">
          <a:off x="8135561" y="5234744"/>
          <a:ext cx="1303635" cy="21844"/>
        </a:xfrm>
        <a:custGeom>
          <a:avLst/>
          <a:gdLst/>
          <a:ahLst/>
          <a:cxnLst/>
          <a:rect l="0" t="0" r="0" b="0"/>
          <a:pathLst>
            <a:path>
              <a:moveTo>
                <a:pt x="0" y="10922"/>
              </a:moveTo>
              <a:lnTo>
                <a:pt x="1303635" y="1092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8754787" y="5213075"/>
        <a:ext cx="65181" cy="65181"/>
      </dsp:txXfrm>
    </dsp:sp>
    <dsp:sp modelId="{4577CFFB-5325-4BD1-A736-75EED1AB67B5}">
      <dsp:nvSpPr>
        <dsp:cNvPr id="0" name=""/>
        <dsp:cNvSpPr/>
      </dsp:nvSpPr>
      <dsp:spPr>
        <a:xfrm>
          <a:off x="8975708" y="5433995"/>
          <a:ext cx="1861261" cy="186126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b="1" kern="1200" dirty="0" smtClean="0"/>
            <a:t>Bounce Rates</a:t>
          </a:r>
          <a:endParaRPr lang="en-GB" sz="1500" b="1" kern="1200" dirty="0"/>
        </a:p>
      </dsp:txBody>
      <dsp:txXfrm>
        <a:off x="9248283" y="5706570"/>
        <a:ext cx="1316111" cy="1316111"/>
      </dsp:txXfrm>
    </dsp:sp>
    <dsp:sp modelId="{D5964CC5-1212-4020-B3F4-B2389604C68F}">
      <dsp:nvSpPr>
        <dsp:cNvPr id="0" name=""/>
        <dsp:cNvSpPr/>
      </dsp:nvSpPr>
      <dsp:spPr>
        <a:xfrm rot="5400000">
          <a:off x="7016601" y="5698232"/>
          <a:ext cx="1303635" cy="21844"/>
        </a:xfrm>
        <a:custGeom>
          <a:avLst/>
          <a:gdLst/>
          <a:ahLst/>
          <a:cxnLst/>
          <a:rect l="0" t="0" r="0" b="0"/>
          <a:pathLst>
            <a:path>
              <a:moveTo>
                <a:pt x="0" y="10922"/>
              </a:moveTo>
              <a:lnTo>
                <a:pt x="1303635" y="1092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7635828" y="5676563"/>
        <a:ext cx="65181" cy="65181"/>
      </dsp:txXfrm>
    </dsp:sp>
    <dsp:sp modelId="{BCACD217-4F34-4B5F-9802-D56421FA09D5}">
      <dsp:nvSpPr>
        <dsp:cNvPr id="0" name=""/>
        <dsp:cNvSpPr/>
      </dsp:nvSpPr>
      <dsp:spPr>
        <a:xfrm>
          <a:off x="6737788" y="6360972"/>
          <a:ext cx="1861261" cy="186126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b="1" kern="1200" dirty="0" smtClean="0"/>
            <a:t>Segmentation</a:t>
          </a:r>
          <a:endParaRPr lang="en-GB" sz="1500" b="1" kern="1200" dirty="0"/>
        </a:p>
      </dsp:txBody>
      <dsp:txXfrm>
        <a:off x="7010363" y="6633547"/>
        <a:ext cx="1316111" cy="1316111"/>
      </dsp:txXfrm>
    </dsp:sp>
    <dsp:sp modelId="{46709D75-A533-4AA4-A82A-B20FDD2B526A}">
      <dsp:nvSpPr>
        <dsp:cNvPr id="0" name=""/>
        <dsp:cNvSpPr/>
      </dsp:nvSpPr>
      <dsp:spPr>
        <a:xfrm rot="8100000">
          <a:off x="5897641" y="5234744"/>
          <a:ext cx="1303635" cy="21844"/>
        </a:xfrm>
        <a:custGeom>
          <a:avLst/>
          <a:gdLst/>
          <a:ahLst/>
          <a:cxnLst/>
          <a:rect l="0" t="0" r="0" b="0"/>
          <a:pathLst>
            <a:path>
              <a:moveTo>
                <a:pt x="0" y="10922"/>
              </a:moveTo>
              <a:lnTo>
                <a:pt x="1303635" y="1092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 rot="10800000">
        <a:off x="6516868" y="5213075"/>
        <a:ext cx="65181" cy="65181"/>
      </dsp:txXfrm>
    </dsp:sp>
    <dsp:sp modelId="{B3F741C6-9F8E-402F-92AF-6F177DFB8B99}">
      <dsp:nvSpPr>
        <dsp:cNvPr id="0" name=""/>
        <dsp:cNvSpPr/>
      </dsp:nvSpPr>
      <dsp:spPr>
        <a:xfrm>
          <a:off x="4499868" y="5433995"/>
          <a:ext cx="1861261" cy="18612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b="1" kern="1200" dirty="0" smtClean="0"/>
            <a:t>New vs. Returning</a:t>
          </a:r>
        </a:p>
      </dsp:txBody>
      <dsp:txXfrm>
        <a:off x="4772443" y="5706570"/>
        <a:ext cx="1316111" cy="1316111"/>
      </dsp:txXfrm>
    </dsp:sp>
    <dsp:sp modelId="{1087B54B-65B6-4EAC-86F0-78672CC05F52}">
      <dsp:nvSpPr>
        <dsp:cNvPr id="0" name=""/>
        <dsp:cNvSpPr/>
      </dsp:nvSpPr>
      <dsp:spPr>
        <a:xfrm rot="10800000">
          <a:off x="5434153" y="4115784"/>
          <a:ext cx="1303635" cy="21844"/>
        </a:xfrm>
        <a:custGeom>
          <a:avLst/>
          <a:gdLst/>
          <a:ahLst/>
          <a:cxnLst/>
          <a:rect l="0" t="0" r="0" b="0"/>
          <a:pathLst>
            <a:path>
              <a:moveTo>
                <a:pt x="0" y="10922"/>
              </a:moveTo>
              <a:lnTo>
                <a:pt x="1303635" y="1092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 rot="10800000">
        <a:off x="6053379" y="4094115"/>
        <a:ext cx="65181" cy="65181"/>
      </dsp:txXfrm>
    </dsp:sp>
    <dsp:sp modelId="{6EDDB7DC-AB35-48A9-BF25-A8CEBBE94A93}">
      <dsp:nvSpPr>
        <dsp:cNvPr id="0" name=""/>
        <dsp:cNvSpPr/>
      </dsp:nvSpPr>
      <dsp:spPr>
        <a:xfrm>
          <a:off x="3572891" y="3196075"/>
          <a:ext cx="1861261" cy="186126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b="1" kern="1200" dirty="0" smtClean="0"/>
            <a:t>Exit Rates</a:t>
          </a:r>
        </a:p>
      </dsp:txBody>
      <dsp:txXfrm>
        <a:off x="3845466" y="3468650"/>
        <a:ext cx="1316111" cy="1316111"/>
      </dsp:txXfrm>
    </dsp:sp>
    <dsp:sp modelId="{2F6C597F-7682-476D-8FB5-27DCE42619A6}">
      <dsp:nvSpPr>
        <dsp:cNvPr id="0" name=""/>
        <dsp:cNvSpPr/>
      </dsp:nvSpPr>
      <dsp:spPr>
        <a:xfrm rot="13500000">
          <a:off x="5897641" y="2996824"/>
          <a:ext cx="1303635" cy="21844"/>
        </a:xfrm>
        <a:custGeom>
          <a:avLst/>
          <a:gdLst/>
          <a:ahLst/>
          <a:cxnLst/>
          <a:rect l="0" t="0" r="0" b="0"/>
          <a:pathLst>
            <a:path>
              <a:moveTo>
                <a:pt x="0" y="10922"/>
              </a:moveTo>
              <a:lnTo>
                <a:pt x="1303635" y="10922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 rot="10800000">
        <a:off x="6516868" y="2975155"/>
        <a:ext cx="65181" cy="65181"/>
      </dsp:txXfrm>
    </dsp:sp>
    <dsp:sp modelId="{A4E6DD9C-8C4C-4AE9-B5D4-E9066DFB63CF}">
      <dsp:nvSpPr>
        <dsp:cNvPr id="0" name=""/>
        <dsp:cNvSpPr/>
      </dsp:nvSpPr>
      <dsp:spPr>
        <a:xfrm>
          <a:off x="4499868" y="958156"/>
          <a:ext cx="1861261" cy="186126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b="1" kern="1200" dirty="0" smtClean="0"/>
            <a:t>Navigation Summary</a:t>
          </a:r>
        </a:p>
      </dsp:txBody>
      <dsp:txXfrm>
        <a:off x="4772443" y="1230731"/>
        <a:ext cx="1316111" cy="13161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0D9C52-99E4-49B9-B1E2-D017753DD3BE}">
      <dsp:nvSpPr>
        <dsp:cNvPr id="0" name=""/>
        <dsp:cNvSpPr/>
      </dsp:nvSpPr>
      <dsp:spPr>
        <a:xfrm>
          <a:off x="6584431" y="3042718"/>
          <a:ext cx="2167975" cy="21679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100" kern="1200" dirty="0" smtClean="0"/>
            <a:t>Custom Variables</a:t>
          </a:r>
          <a:endParaRPr lang="en-GB" sz="3100" kern="1200" dirty="0"/>
        </a:p>
      </dsp:txBody>
      <dsp:txXfrm>
        <a:off x="6901924" y="3360211"/>
        <a:ext cx="1532989" cy="1532989"/>
      </dsp:txXfrm>
    </dsp:sp>
    <dsp:sp modelId="{DE52157F-87FA-4330-B69E-C344E92F1D4F}">
      <dsp:nvSpPr>
        <dsp:cNvPr id="0" name=""/>
        <dsp:cNvSpPr/>
      </dsp:nvSpPr>
      <dsp:spPr>
        <a:xfrm rot="16200000">
          <a:off x="7437859" y="2252195"/>
          <a:ext cx="461119" cy="737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500" kern="1200"/>
        </a:p>
      </dsp:txBody>
      <dsp:txXfrm>
        <a:off x="7507027" y="2468785"/>
        <a:ext cx="322783" cy="442267"/>
      </dsp:txXfrm>
    </dsp:sp>
    <dsp:sp modelId="{FF9EE3BE-540E-4CD7-851A-D45F8FE2ED28}">
      <dsp:nvSpPr>
        <dsp:cNvPr id="0" name=""/>
        <dsp:cNvSpPr/>
      </dsp:nvSpPr>
      <dsp:spPr>
        <a:xfrm>
          <a:off x="6584431" y="4706"/>
          <a:ext cx="2167975" cy="21679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500" kern="1200" dirty="0" smtClean="0"/>
            <a:t>Logged in?</a:t>
          </a:r>
          <a:endParaRPr lang="en-GB" sz="2500" kern="1200" dirty="0"/>
        </a:p>
      </dsp:txBody>
      <dsp:txXfrm>
        <a:off x="6901924" y="322199"/>
        <a:ext cx="1532989" cy="1532989"/>
      </dsp:txXfrm>
    </dsp:sp>
    <dsp:sp modelId="{DED7A278-B14B-4E35-9188-F3221E5513A7}">
      <dsp:nvSpPr>
        <dsp:cNvPr id="0" name=""/>
        <dsp:cNvSpPr/>
      </dsp:nvSpPr>
      <dsp:spPr>
        <a:xfrm>
          <a:off x="8943814" y="3758150"/>
          <a:ext cx="461119" cy="737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500" kern="1200"/>
        </a:p>
      </dsp:txBody>
      <dsp:txXfrm>
        <a:off x="8943814" y="3905572"/>
        <a:ext cx="322783" cy="442267"/>
      </dsp:txXfrm>
    </dsp:sp>
    <dsp:sp modelId="{39CBE5D0-FA63-4135-8A54-642DEA084AE1}">
      <dsp:nvSpPr>
        <dsp:cNvPr id="0" name=""/>
        <dsp:cNvSpPr/>
      </dsp:nvSpPr>
      <dsp:spPr>
        <a:xfrm>
          <a:off x="9622443" y="3042718"/>
          <a:ext cx="2167975" cy="21679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500" kern="1200" dirty="0" smtClean="0"/>
            <a:t>Topics</a:t>
          </a:r>
          <a:endParaRPr lang="en-GB" sz="2500" kern="1200" dirty="0"/>
        </a:p>
      </dsp:txBody>
      <dsp:txXfrm>
        <a:off x="9939936" y="3360211"/>
        <a:ext cx="1532989" cy="1532989"/>
      </dsp:txXfrm>
    </dsp:sp>
    <dsp:sp modelId="{1C0B2C02-B989-414C-BC1B-66F1C1025B14}">
      <dsp:nvSpPr>
        <dsp:cNvPr id="0" name=""/>
        <dsp:cNvSpPr/>
      </dsp:nvSpPr>
      <dsp:spPr>
        <a:xfrm rot="5400000">
          <a:off x="7437859" y="5264106"/>
          <a:ext cx="461119" cy="737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500" kern="1200"/>
        </a:p>
      </dsp:txBody>
      <dsp:txXfrm>
        <a:off x="7507027" y="5342360"/>
        <a:ext cx="322783" cy="442267"/>
      </dsp:txXfrm>
    </dsp:sp>
    <dsp:sp modelId="{5655FEAA-FBE4-48BD-905F-340DA8C27C7E}">
      <dsp:nvSpPr>
        <dsp:cNvPr id="0" name=""/>
        <dsp:cNvSpPr/>
      </dsp:nvSpPr>
      <dsp:spPr>
        <a:xfrm>
          <a:off x="6584431" y="6080730"/>
          <a:ext cx="2167975" cy="21679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500" kern="1200" dirty="0" smtClean="0"/>
            <a:t>Stock levels</a:t>
          </a:r>
          <a:endParaRPr lang="en-GB" sz="2500" kern="1200" dirty="0"/>
        </a:p>
      </dsp:txBody>
      <dsp:txXfrm>
        <a:off x="6901924" y="6398223"/>
        <a:ext cx="1532989" cy="1532989"/>
      </dsp:txXfrm>
    </dsp:sp>
    <dsp:sp modelId="{5F7EF7C8-4876-4B13-B1FF-07B6CCB9DF00}">
      <dsp:nvSpPr>
        <dsp:cNvPr id="0" name=""/>
        <dsp:cNvSpPr/>
      </dsp:nvSpPr>
      <dsp:spPr>
        <a:xfrm rot="10800000">
          <a:off x="5931904" y="3758150"/>
          <a:ext cx="461119" cy="7371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500" kern="1200"/>
        </a:p>
      </dsp:txBody>
      <dsp:txXfrm rot="10800000">
        <a:off x="6070240" y="3905572"/>
        <a:ext cx="322783" cy="442267"/>
      </dsp:txXfrm>
    </dsp:sp>
    <dsp:sp modelId="{26E8261E-3D62-4BCD-99C0-F20113A26A18}">
      <dsp:nvSpPr>
        <dsp:cNvPr id="0" name=""/>
        <dsp:cNvSpPr/>
      </dsp:nvSpPr>
      <dsp:spPr>
        <a:xfrm>
          <a:off x="3546419" y="3042718"/>
          <a:ext cx="2167975" cy="216797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500" kern="1200" dirty="0" smtClean="0"/>
            <a:t>Already purchased?</a:t>
          </a:r>
          <a:endParaRPr lang="en-GB" sz="2500" kern="1200" dirty="0"/>
        </a:p>
      </dsp:txBody>
      <dsp:txXfrm>
        <a:off x="3863912" y="3360211"/>
        <a:ext cx="1532989" cy="15329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FE88B-7B7D-48C3-B836-DCB778816807}">
      <dsp:nvSpPr>
        <dsp:cNvPr id="0" name=""/>
        <dsp:cNvSpPr/>
      </dsp:nvSpPr>
      <dsp:spPr>
        <a:xfrm>
          <a:off x="12518245" y="3576877"/>
          <a:ext cx="2307611" cy="230717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1AC9A5-8D7C-4EEE-AD4A-B2E5B5BB8B21}">
      <dsp:nvSpPr>
        <dsp:cNvPr id="0" name=""/>
        <dsp:cNvSpPr/>
      </dsp:nvSpPr>
      <dsp:spPr>
        <a:xfrm>
          <a:off x="12595947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Review, Iterate</a:t>
          </a:r>
        </a:p>
      </dsp:txBody>
      <dsp:txXfrm>
        <a:off x="12903824" y="3961473"/>
        <a:ext cx="1537918" cy="1537980"/>
      </dsp:txXfrm>
    </dsp:sp>
    <dsp:sp modelId="{17E9F571-8F55-4EDF-800B-3BF1004E15DD}">
      <dsp:nvSpPr>
        <dsp:cNvPr id="0" name=""/>
        <dsp:cNvSpPr/>
      </dsp:nvSpPr>
      <dsp:spPr>
        <a:xfrm rot="2700000">
          <a:off x="10134560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5957A-DC04-4D00-B08B-9B9236C03749}">
      <dsp:nvSpPr>
        <dsp:cNvPr id="0" name=""/>
        <dsp:cNvSpPr/>
      </dsp:nvSpPr>
      <dsp:spPr>
        <a:xfrm>
          <a:off x="10212100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Test</a:t>
          </a:r>
        </a:p>
      </dsp:txBody>
      <dsp:txXfrm>
        <a:off x="10519977" y="3961473"/>
        <a:ext cx="1537918" cy="1537980"/>
      </dsp:txXfrm>
    </dsp:sp>
    <dsp:sp modelId="{F7E343C4-5576-4368-AABD-F518EAD9E72F}">
      <dsp:nvSpPr>
        <dsp:cNvPr id="0" name=""/>
        <dsp:cNvSpPr/>
      </dsp:nvSpPr>
      <dsp:spPr>
        <a:xfrm rot="2700000">
          <a:off x="7750713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F8090-9C8B-4497-93DD-32EA5D02D605}">
      <dsp:nvSpPr>
        <dsp:cNvPr id="0" name=""/>
        <dsp:cNvSpPr/>
      </dsp:nvSpPr>
      <dsp:spPr>
        <a:xfrm>
          <a:off x="7828253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Wire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framing</a:t>
          </a:r>
          <a:endParaRPr lang="en-GB" sz="3000" kern="1200" dirty="0"/>
        </a:p>
      </dsp:txBody>
      <dsp:txXfrm>
        <a:off x="8136130" y="3961473"/>
        <a:ext cx="1537918" cy="1537980"/>
      </dsp:txXfrm>
    </dsp:sp>
    <dsp:sp modelId="{A4B7A84D-1790-4925-A763-B733637B5643}">
      <dsp:nvSpPr>
        <dsp:cNvPr id="0" name=""/>
        <dsp:cNvSpPr/>
      </dsp:nvSpPr>
      <dsp:spPr>
        <a:xfrm rot="2700000">
          <a:off x="5366865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D72BC-E990-4EF5-BBFC-BB7FE0A5A5B0}">
      <dsp:nvSpPr>
        <dsp:cNvPr id="0" name=""/>
        <dsp:cNvSpPr/>
      </dsp:nvSpPr>
      <dsp:spPr>
        <a:xfrm>
          <a:off x="5444405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Usability</a:t>
          </a:r>
          <a:endParaRPr lang="en-GB" sz="3000" kern="1200" dirty="0"/>
        </a:p>
      </dsp:txBody>
      <dsp:txXfrm>
        <a:off x="5750816" y="3961473"/>
        <a:ext cx="1537918" cy="1537980"/>
      </dsp:txXfrm>
    </dsp:sp>
    <dsp:sp modelId="{A4AE2605-4B3F-46EF-BC84-DA0D760DB350}">
      <dsp:nvSpPr>
        <dsp:cNvPr id="0" name=""/>
        <dsp:cNvSpPr/>
      </dsp:nvSpPr>
      <dsp:spPr>
        <a:xfrm rot="2700000">
          <a:off x="2983018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71A35-A684-4CA6-9A8B-FBF8098FA9A4}">
      <dsp:nvSpPr>
        <dsp:cNvPr id="0" name=""/>
        <dsp:cNvSpPr/>
      </dsp:nvSpPr>
      <dsp:spPr>
        <a:xfrm>
          <a:off x="3060558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Feedback</a:t>
          </a:r>
          <a:endParaRPr lang="en-GB" sz="3000" kern="1200" dirty="0"/>
        </a:p>
      </dsp:txBody>
      <dsp:txXfrm>
        <a:off x="3366969" y="3961473"/>
        <a:ext cx="1537918" cy="1537980"/>
      </dsp:txXfrm>
    </dsp:sp>
    <dsp:sp modelId="{77F291E6-B905-4B39-A869-9BA31FFE7E16}">
      <dsp:nvSpPr>
        <dsp:cNvPr id="0" name=""/>
        <dsp:cNvSpPr/>
      </dsp:nvSpPr>
      <dsp:spPr>
        <a:xfrm rot="2700000">
          <a:off x="599171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7CB32-706A-48F3-9ADA-CA161114B6C6}">
      <dsp:nvSpPr>
        <dsp:cNvPr id="0" name=""/>
        <dsp:cNvSpPr/>
      </dsp:nvSpPr>
      <dsp:spPr>
        <a:xfrm>
          <a:off x="675244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Web Analytics</a:t>
          </a:r>
          <a:endParaRPr lang="en-GB" sz="3000" kern="1200" dirty="0"/>
        </a:p>
      </dsp:txBody>
      <dsp:txXfrm>
        <a:off x="983121" y="3961473"/>
        <a:ext cx="1537918" cy="15379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FE88B-7B7D-48C3-B836-DCB778816807}">
      <dsp:nvSpPr>
        <dsp:cNvPr id="0" name=""/>
        <dsp:cNvSpPr/>
      </dsp:nvSpPr>
      <dsp:spPr>
        <a:xfrm>
          <a:off x="12518245" y="3576877"/>
          <a:ext cx="2307611" cy="230717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1AC9A5-8D7C-4EEE-AD4A-B2E5B5BB8B21}">
      <dsp:nvSpPr>
        <dsp:cNvPr id="0" name=""/>
        <dsp:cNvSpPr/>
      </dsp:nvSpPr>
      <dsp:spPr>
        <a:xfrm>
          <a:off x="12595947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Review, Iterate</a:t>
          </a:r>
        </a:p>
      </dsp:txBody>
      <dsp:txXfrm>
        <a:off x="12903824" y="3961473"/>
        <a:ext cx="1537918" cy="1537980"/>
      </dsp:txXfrm>
    </dsp:sp>
    <dsp:sp modelId="{17E9F571-8F55-4EDF-800B-3BF1004E15DD}">
      <dsp:nvSpPr>
        <dsp:cNvPr id="0" name=""/>
        <dsp:cNvSpPr/>
      </dsp:nvSpPr>
      <dsp:spPr>
        <a:xfrm rot="2700000">
          <a:off x="10134560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5957A-DC04-4D00-B08B-9B9236C03749}">
      <dsp:nvSpPr>
        <dsp:cNvPr id="0" name=""/>
        <dsp:cNvSpPr/>
      </dsp:nvSpPr>
      <dsp:spPr>
        <a:xfrm>
          <a:off x="10212100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Test</a:t>
          </a:r>
        </a:p>
      </dsp:txBody>
      <dsp:txXfrm>
        <a:off x="10519977" y="3961473"/>
        <a:ext cx="1537918" cy="1537980"/>
      </dsp:txXfrm>
    </dsp:sp>
    <dsp:sp modelId="{F7E343C4-5576-4368-AABD-F518EAD9E72F}">
      <dsp:nvSpPr>
        <dsp:cNvPr id="0" name=""/>
        <dsp:cNvSpPr/>
      </dsp:nvSpPr>
      <dsp:spPr>
        <a:xfrm rot="2700000">
          <a:off x="7750713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F8090-9C8B-4497-93DD-32EA5D02D605}">
      <dsp:nvSpPr>
        <dsp:cNvPr id="0" name=""/>
        <dsp:cNvSpPr/>
      </dsp:nvSpPr>
      <dsp:spPr>
        <a:xfrm>
          <a:off x="7828253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Wire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framing</a:t>
          </a:r>
          <a:endParaRPr lang="en-GB" sz="3000" kern="1200" dirty="0"/>
        </a:p>
      </dsp:txBody>
      <dsp:txXfrm>
        <a:off x="8136130" y="3961473"/>
        <a:ext cx="1537918" cy="1537980"/>
      </dsp:txXfrm>
    </dsp:sp>
    <dsp:sp modelId="{A4B7A84D-1790-4925-A763-B733637B5643}">
      <dsp:nvSpPr>
        <dsp:cNvPr id="0" name=""/>
        <dsp:cNvSpPr/>
      </dsp:nvSpPr>
      <dsp:spPr>
        <a:xfrm rot="2700000">
          <a:off x="5366865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D72BC-E990-4EF5-BBFC-BB7FE0A5A5B0}">
      <dsp:nvSpPr>
        <dsp:cNvPr id="0" name=""/>
        <dsp:cNvSpPr/>
      </dsp:nvSpPr>
      <dsp:spPr>
        <a:xfrm>
          <a:off x="5444405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Usability</a:t>
          </a:r>
        </a:p>
      </dsp:txBody>
      <dsp:txXfrm>
        <a:off x="5750816" y="3961473"/>
        <a:ext cx="1537918" cy="1537980"/>
      </dsp:txXfrm>
    </dsp:sp>
    <dsp:sp modelId="{A4AE2605-4B3F-46EF-BC84-DA0D760DB350}">
      <dsp:nvSpPr>
        <dsp:cNvPr id="0" name=""/>
        <dsp:cNvSpPr/>
      </dsp:nvSpPr>
      <dsp:spPr>
        <a:xfrm rot="2700000">
          <a:off x="2983018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71A35-A684-4CA6-9A8B-FBF8098FA9A4}">
      <dsp:nvSpPr>
        <dsp:cNvPr id="0" name=""/>
        <dsp:cNvSpPr/>
      </dsp:nvSpPr>
      <dsp:spPr>
        <a:xfrm>
          <a:off x="3060558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Feedback</a:t>
          </a:r>
          <a:endParaRPr lang="en-GB" sz="3000" kern="1200" dirty="0"/>
        </a:p>
      </dsp:txBody>
      <dsp:txXfrm>
        <a:off x="3366969" y="3961473"/>
        <a:ext cx="1537918" cy="1537980"/>
      </dsp:txXfrm>
    </dsp:sp>
    <dsp:sp modelId="{77F291E6-B905-4B39-A869-9BA31FFE7E16}">
      <dsp:nvSpPr>
        <dsp:cNvPr id="0" name=""/>
        <dsp:cNvSpPr/>
      </dsp:nvSpPr>
      <dsp:spPr>
        <a:xfrm rot="2700000">
          <a:off x="599171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7CB32-706A-48F3-9ADA-CA161114B6C6}">
      <dsp:nvSpPr>
        <dsp:cNvPr id="0" name=""/>
        <dsp:cNvSpPr/>
      </dsp:nvSpPr>
      <dsp:spPr>
        <a:xfrm>
          <a:off x="675244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Web Analytics</a:t>
          </a:r>
          <a:endParaRPr lang="en-GB" sz="3000" kern="1200" dirty="0"/>
        </a:p>
      </dsp:txBody>
      <dsp:txXfrm>
        <a:off x="983121" y="3961473"/>
        <a:ext cx="1537918" cy="15379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FE88B-7B7D-48C3-B836-DCB778816807}">
      <dsp:nvSpPr>
        <dsp:cNvPr id="0" name=""/>
        <dsp:cNvSpPr/>
      </dsp:nvSpPr>
      <dsp:spPr>
        <a:xfrm>
          <a:off x="12518245" y="3576877"/>
          <a:ext cx="2307611" cy="230717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1AC9A5-8D7C-4EEE-AD4A-B2E5B5BB8B21}">
      <dsp:nvSpPr>
        <dsp:cNvPr id="0" name=""/>
        <dsp:cNvSpPr/>
      </dsp:nvSpPr>
      <dsp:spPr>
        <a:xfrm>
          <a:off x="12595947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Review, Iterate</a:t>
          </a:r>
        </a:p>
      </dsp:txBody>
      <dsp:txXfrm>
        <a:off x="12903824" y="3961473"/>
        <a:ext cx="1537918" cy="1537980"/>
      </dsp:txXfrm>
    </dsp:sp>
    <dsp:sp modelId="{17E9F571-8F55-4EDF-800B-3BF1004E15DD}">
      <dsp:nvSpPr>
        <dsp:cNvPr id="0" name=""/>
        <dsp:cNvSpPr/>
      </dsp:nvSpPr>
      <dsp:spPr>
        <a:xfrm rot="2700000">
          <a:off x="10134560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5957A-DC04-4D00-B08B-9B9236C03749}">
      <dsp:nvSpPr>
        <dsp:cNvPr id="0" name=""/>
        <dsp:cNvSpPr/>
      </dsp:nvSpPr>
      <dsp:spPr>
        <a:xfrm>
          <a:off x="10212100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Test</a:t>
          </a:r>
        </a:p>
      </dsp:txBody>
      <dsp:txXfrm>
        <a:off x="10519977" y="3961473"/>
        <a:ext cx="1537918" cy="1537980"/>
      </dsp:txXfrm>
    </dsp:sp>
    <dsp:sp modelId="{F7E343C4-5576-4368-AABD-F518EAD9E72F}">
      <dsp:nvSpPr>
        <dsp:cNvPr id="0" name=""/>
        <dsp:cNvSpPr/>
      </dsp:nvSpPr>
      <dsp:spPr>
        <a:xfrm rot="2700000">
          <a:off x="7750713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F8090-9C8B-4497-93DD-32EA5D02D605}">
      <dsp:nvSpPr>
        <dsp:cNvPr id="0" name=""/>
        <dsp:cNvSpPr/>
      </dsp:nvSpPr>
      <dsp:spPr>
        <a:xfrm>
          <a:off x="7828253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Wire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framing</a:t>
          </a:r>
          <a:endParaRPr lang="en-GB" sz="3000" kern="1200" dirty="0"/>
        </a:p>
      </dsp:txBody>
      <dsp:txXfrm>
        <a:off x="8136130" y="3961473"/>
        <a:ext cx="1537918" cy="1537980"/>
      </dsp:txXfrm>
    </dsp:sp>
    <dsp:sp modelId="{A4B7A84D-1790-4925-A763-B733637B5643}">
      <dsp:nvSpPr>
        <dsp:cNvPr id="0" name=""/>
        <dsp:cNvSpPr/>
      </dsp:nvSpPr>
      <dsp:spPr>
        <a:xfrm rot="2700000">
          <a:off x="5366865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D72BC-E990-4EF5-BBFC-BB7FE0A5A5B0}">
      <dsp:nvSpPr>
        <dsp:cNvPr id="0" name=""/>
        <dsp:cNvSpPr/>
      </dsp:nvSpPr>
      <dsp:spPr>
        <a:xfrm>
          <a:off x="5444405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Usability</a:t>
          </a:r>
          <a:endParaRPr lang="en-GB" sz="3000" kern="1200" dirty="0"/>
        </a:p>
      </dsp:txBody>
      <dsp:txXfrm>
        <a:off x="5750816" y="3961473"/>
        <a:ext cx="1537918" cy="1537980"/>
      </dsp:txXfrm>
    </dsp:sp>
    <dsp:sp modelId="{A4AE2605-4B3F-46EF-BC84-DA0D760DB350}">
      <dsp:nvSpPr>
        <dsp:cNvPr id="0" name=""/>
        <dsp:cNvSpPr/>
      </dsp:nvSpPr>
      <dsp:spPr>
        <a:xfrm rot="2700000">
          <a:off x="2983018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71A35-A684-4CA6-9A8B-FBF8098FA9A4}">
      <dsp:nvSpPr>
        <dsp:cNvPr id="0" name=""/>
        <dsp:cNvSpPr/>
      </dsp:nvSpPr>
      <dsp:spPr>
        <a:xfrm>
          <a:off x="3060558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Feedback</a:t>
          </a:r>
          <a:endParaRPr lang="en-GB" sz="3000" kern="1200" dirty="0"/>
        </a:p>
      </dsp:txBody>
      <dsp:txXfrm>
        <a:off x="3366969" y="3961473"/>
        <a:ext cx="1537918" cy="1537980"/>
      </dsp:txXfrm>
    </dsp:sp>
    <dsp:sp modelId="{77F291E6-B905-4B39-A869-9BA31FFE7E16}">
      <dsp:nvSpPr>
        <dsp:cNvPr id="0" name=""/>
        <dsp:cNvSpPr/>
      </dsp:nvSpPr>
      <dsp:spPr>
        <a:xfrm rot="2700000">
          <a:off x="599171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7CB32-706A-48F3-9ADA-CA161114B6C6}">
      <dsp:nvSpPr>
        <dsp:cNvPr id="0" name=""/>
        <dsp:cNvSpPr/>
      </dsp:nvSpPr>
      <dsp:spPr>
        <a:xfrm>
          <a:off x="675244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Web Analytics</a:t>
          </a:r>
          <a:endParaRPr lang="en-GB" sz="3000" kern="1200" dirty="0"/>
        </a:p>
      </dsp:txBody>
      <dsp:txXfrm>
        <a:off x="983121" y="3961473"/>
        <a:ext cx="1537918" cy="15379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FE88B-7B7D-48C3-B836-DCB778816807}">
      <dsp:nvSpPr>
        <dsp:cNvPr id="0" name=""/>
        <dsp:cNvSpPr/>
      </dsp:nvSpPr>
      <dsp:spPr>
        <a:xfrm>
          <a:off x="12518245" y="3576877"/>
          <a:ext cx="2307611" cy="230717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1AC9A5-8D7C-4EEE-AD4A-B2E5B5BB8B21}">
      <dsp:nvSpPr>
        <dsp:cNvPr id="0" name=""/>
        <dsp:cNvSpPr/>
      </dsp:nvSpPr>
      <dsp:spPr>
        <a:xfrm>
          <a:off x="12595947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Review, Iterate</a:t>
          </a:r>
        </a:p>
      </dsp:txBody>
      <dsp:txXfrm>
        <a:off x="12903824" y="3961473"/>
        <a:ext cx="1537918" cy="1537980"/>
      </dsp:txXfrm>
    </dsp:sp>
    <dsp:sp modelId="{17E9F571-8F55-4EDF-800B-3BF1004E15DD}">
      <dsp:nvSpPr>
        <dsp:cNvPr id="0" name=""/>
        <dsp:cNvSpPr/>
      </dsp:nvSpPr>
      <dsp:spPr>
        <a:xfrm rot="2700000">
          <a:off x="10134560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5957A-DC04-4D00-B08B-9B9236C03749}">
      <dsp:nvSpPr>
        <dsp:cNvPr id="0" name=""/>
        <dsp:cNvSpPr/>
      </dsp:nvSpPr>
      <dsp:spPr>
        <a:xfrm>
          <a:off x="10212100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Test</a:t>
          </a:r>
        </a:p>
      </dsp:txBody>
      <dsp:txXfrm>
        <a:off x="10519977" y="3961473"/>
        <a:ext cx="1537918" cy="1537980"/>
      </dsp:txXfrm>
    </dsp:sp>
    <dsp:sp modelId="{F7E343C4-5576-4368-AABD-F518EAD9E72F}">
      <dsp:nvSpPr>
        <dsp:cNvPr id="0" name=""/>
        <dsp:cNvSpPr/>
      </dsp:nvSpPr>
      <dsp:spPr>
        <a:xfrm rot="2700000">
          <a:off x="7750713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F8090-9C8B-4497-93DD-32EA5D02D605}">
      <dsp:nvSpPr>
        <dsp:cNvPr id="0" name=""/>
        <dsp:cNvSpPr/>
      </dsp:nvSpPr>
      <dsp:spPr>
        <a:xfrm>
          <a:off x="7828253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Wire</a:t>
          </a:r>
        </a:p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framing</a:t>
          </a:r>
          <a:endParaRPr lang="en-GB" sz="3000" kern="1200" dirty="0"/>
        </a:p>
      </dsp:txBody>
      <dsp:txXfrm>
        <a:off x="8136130" y="3961473"/>
        <a:ext cx="1537918" cy="1537980"/>
      </dsp:txXfrm>
    </dsp:sp>
    <dsp:sp modelId="{A4B7A84D-1790-4925-A763-B733637B5643}">
      <dsp:nvSpPr>
        <dsp:cNvPr id="0" name=""/>
        <dsp:cNvSpPr/>
      </dsp:nvSpPr>
      <dsp:spPr>
        <a:xfrm rot="2700000">
          <a:off x="5366865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D72BC-E990-4EF5-BBFC-BB7FE0A5A5B0}">
      <dsp:nvSpPr>
        <dsp:cNvPr id="0" name=""/>
        <dsp:cNvSpPr/>
      </dsp:nvSpPr>
      <dsp:spPr>
        <a:xfrm>
          <a:off x="5444405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Usability</a:t>
          </a:r>
          <a:endParaRPr lang="en-GB" sz="3000" kern="1200" dirty="0"/>
        </a:p>
      </dsp:txBody>
      <dsp:txXfrm>
        <a:off x="5750816" y="3961473"/>
        <a:ext cx="1537918" cy="1537980"/>
      </dsp:txXfrm>
    </dsp:sp>
    <dsp:sp modelId="{A4AE2605-4B3F-46EF-BC84-DA0D760DB350}">
      <dsp:nvSpPr>
        <dsp:cNvPr id="0" name=""/>
        <dsp:cNvSpPr/>
      </dsp:nvSpPr>
      <dsp:spPr>
        <a:xfrm rot="2700000">
          <a:off x="2983018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71A35-A684-4CA6-9A8B-FBF8098FA9A4}">
      <dsp:nvSpPr>
        <dsp:cNvPr id="0" name=""/>
        <dsp:cNvSpPr/>
      </dsp:nvSpPr>
      <dsp:spPr>
        <a:xfrm>
          <a:off x="3060558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Feedback</a:t>
          </a:r>
          <a:endParaRPr lang="en-GB" sz="3000" kern="1200" dirty="0"/>
        </a:p>
      </dsp:txBody>
      <dsp:txXfrm>
        <a:off x="3366969" y="3961473"/>
        <a:ext cx="1537918" cy="1537980"/>
      </dsp:txXfrm>
    </dsp:sp>
    <dsp:sp modelId="{77F291E6-B905-4B39-A869-9BA31FFE7E16}">
      <dsp:nvSpPr>
        <dsp:cNvPr id="0" name=""/>
        <dsp:cNvSpPr/>
      </dsp:nvSpPr>
      <dsp:spPr>
        <a:xfrm rot="2700000">
          <a:off x="599171" y="3576618"/>
          <a:ext cx="2307286" cy="2307286"/>
        </a:xfrm>
        <a:prstGeom prst="teardrop">
          <a:avLst>
            <a:gd name="adj" fmla="val 1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7CB32-706A-48F3-9ADA-CA161114B6C6}">
      <dsp:nvSpPr>
        <dsp:cNvPr id="0" name=""/>
        <dsp:cNvSpPr/>
      </dsp:nvSpPr>
      <dsp:spPr>
        <a:xfrm>
          <a:off x="675244" y="3653796"/>
          <a:ext cx="2153672" cy="215333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000" kern="1200" dirty="0" smtClean="0"/>
            <a:t>Web Analytics</a:t>
          </a:r>
          <a:endParaRPr lang="en-GB" sz="3000" kern="1200" dirty="0"/>
        </a:p>
      </dsp:txBody>
      <dsp:txXfrm>
        <a:off x="983121" y="3961473"/>
        <a:ext cx="1537918" cy="1537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5C4B8-D3E6-45C5-8373-7B925D1E39C3}" type="datetimeFigureOut">
              <a:rPr lang="en-US" smtClean="0"/>
              <a:t>7/12/2012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3A6CD-9363-48CC-A51E-2985478C5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92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66452-5AB6-4D7D-9A42-7D4D3C6D2772}" type="datetimeFigureOut">
              <a:rPr lang="en-GB" smtClean="0"/>
              <a:pPr/>
              <a:t>12/07/2012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57D40-94CE-44E3-9159-B6D7F731202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91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2589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812947" algn="l" defTabSz="162589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625895" algn="l" defTabSz="162589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438842" algn="l" defTabSz="162589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251789" algn="l" defTabSz="162589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4064737" algn="l" defTabSz="162589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877684" algn="l" defTabSz="162589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690631" algn="l" defTabSz="162589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503579" algn="l" defTabSz="162589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57D40-94CE-44E3-9159-B6D7F7312024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57D40-94CE-44E3-9159-B6D7F7312024}" type="slidenum">
              <a:rPr lang="en-GB" smtClean="0"/>
              <a:pPr/>
              <a:t>40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wmf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-1"/>
            <a:ext cx="16260232" cy="1219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96787" y="4983271"/>
            <a:ext cx="2465605" cy="1446580"/>
          </a:xfrm>
          <a:noFill/>
        </p:spPr>
        <p:txBody>
          <a:bodyPr wrap="none" rtlCol="0" anchor="t" anchorCtr="0">
            <a:spAutoFit/>
          </a:bodyPr>
          <a:lstStyle>
            <a:lvl1pPr algn="ctr">
              <a:defRPr lang="en-GB" sz="90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>
              <a:lnSpc>
                <a:spcPts val="9957"/>
              </a:lnSpc>
            </a:pPr>
            <a:r>
              <a:rPr lang="en-US" dirty="0" smtClean="0"/>
              <a:t>Title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0965" y="10078309"/>
            <a:ext cx="7181136" cy="1560390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ts val="3600"/>
              </a:lnSpc>
              <a:spcBef>
                <a:spcPts val="0"/>
              </a:spcBef>
              <a:buNone/>
              <a:defRPr sz="3400">
                <a:solidFill>
                  <a:schemeClr val="tx2"/>
                </a:solidFill>
              </a:defRPr>
            </a:lvl1pPr>
            <a:lvl2pPr marL="812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7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906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3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012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E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96787" y="4983271"/>
            <a:ext cx="2465605" cy="1446580"/>
          </a:xfrm>
          <a:noFill/>
        </p:spPr>
        <p:txBody>
          <a:bodyPr wrap="none" rtlCol="0" anchor="t" anchorCtr="0">
            <a:spAutoFit/>
          </a:bodyPr>
          <a:lstStyle>
            <a:lvl1pPr algn="ctr">
              <a:defRPr lang="en-GB" sz="90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>
              <a:lnSpc>
                <a:spcPts val="9957"/>
              </a:lnSpc>
            </a:pPr>
            <a:r>
              <a:rPr lang="en-US" dirty="0" smtClean="0"/>
              <a:t>Title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0965" y="10078309"/>
            <a:ext cx="7181136" cy="1560390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ts val="3600"/>
              </a:lnSpc>
              <a:spcBef>
                <a:spcPts val="0"/>
              </a:spcBef>
              <a:buNone/>
              <a:defRPr sz="3400">
                <a:solidFill>
                  <a:schemeClr val="tx2"/>
                </a:solidFill>
              </a:defRPr>
            </a:lvl1pPr>
            <a:lvl2pPr marL="812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7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906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3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4671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49"/>
            <a:ext cx="16259175" cy="121928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49167" y="2303463"/>
            <a:ext cx="8339721" cy="6134384"/>
          </a:xfrm>
          <a:noFill/>
        </p:spPr>
        <p:txBody>
          <a:bodyPr wrap="square" rtlCol="0" anchor="ctr" anchorCtr="0">
            <a:noAutofit/>
          </a:bodyPr>
          <a:lstStyle>
            <a:lvl1pPr algn="ctr">
              <a:lnSpc>
                <a:spcPts val="9200"/>
              </a:lnSpc>
              <a:defRPr lang="en-GB" sz="90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>
              <a:lnSpc>
                <a:spcPts val="9957"/>
              </a:lnSpc>
            </a:pPr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27760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02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1427" y="1209313"/>
            <a:ext cx="15554836" cy="208562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9425" y="3495675"/>
            <a:ext cx="15336838" cy="8252845"/>
          </a:xfrm>
        </p:spPr>
        <p:txBody>
          <a:bodyPr lIns="0" rIns="0"/>
          <a:lstStyle>
            <a:lvl1pPr>
              <a:lnSpc>
                <a:spcPts val="3800"/>
              </a:lnSpc>
              <a:defRPr/>
            </a:lvl1pPr>
            <a:lvl2pPr>
              <a:lnSpc>
                <a:spcPts val="3800"/>
              </a:lnSpc>
              <a:defRPr/>
            </a:lvl2pPr>
            <a:lvl3pPr>
              <a:lnSpc>
                <a:spcPts val="3800"/>
              </a:lnSpc>
              <a:defRPr/>
            </a:lvl3pPr>
            <a:lvl4pPr>
              <a:lnSpc>
                <a:spcPts val="3800"/>
              </a:lnSpc>
              <a:defRPr/>
            </a:lvl4pPr>
            <a:lvl5pPr>
              <a:lnSpc>
                <a:spcPts val="3800"/>
              </a:lnSpc>
              <a:defRPr/>
            </a:lvl5pPr>
          </a:lstStyle>
          <a:p>
            <a:pPr lvl="0"/>
            <a:r>
              <a:rPr lang="en-US" dirty="0" smtClean="0"/>
              <a:t>Object</a:t>
            </a:r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4025" y="3390182"/>
            <a:ext cx="15362238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7747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901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layou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Image and content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754813" y="3495675"/>
            <a:ext cx="9061450" cy="8252845"/>
          </a:xfrm>
        </p:spPr>
        <p:txBody>
          <a:bodyPr lIns="0" rIns="0"/>
          <a:lstStyle>
            <a:lvl1pPr>
              <a:lnSpc>
                <a:spcPts val="3800"/>
              </a:lnSpc>
              <a:defRPr/>
            </a:lvl1pPr>
            <a:lvl2pPr>
              <a:lnSpc>
                <a:spcPts val="3800"/>
              </a:lnSpc>
              <a:defRPr/>
            </a:lvl2pPr>
            <a:lvl3pPr>
              <a:lnSpc>
                <a:spcPts val="3800"/>
              </a:lnSpc>
              <a:defRPr/>
            </a:lvl3pPr>
            <a:lvl4pPr>
              <a:lnSpc>
                <a:spcPts val="3800"/>
              </a:lnSpc>
              <a:defRPr/>
            </a:lvl4pPr>
            <a:lvl5pPr>
              <a:lnSpc>
                <a:spcPts val="3800"/>
              </a:lnSpc>
              <a:defRPr/>
            </a:lvl5pPr>
          </a:lstStyle>
          <a:p>
            <a:pPr lvl="0"/>
            <a:r>
              <a:rPr lang="en-US" dirty="0" smtClean="0"/>
              <a:t>Object</a:t>
            </a:r>
            <a:endParaRPr lang="en-GB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6754813" y="3324225"/>
            <a:ext cx="906145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479425" y="3289301"/>
            <a:ext cx="5908675" cy="845978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182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image and cap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436106" y="10232441"/>
            <a:ext cx="15414610" cy="1718121"/>
            <a:chOff x="436106" y="10232441"/>
            <a:chExt cx="15414610" cy="1718121"/>
          </a:xfrm>
        </p:grpSpPr>
        <p:sp>
          <p:nvSpPr>
            <p:cNvPr id="14" name="Freeform 6"/>
            <p:cNvSpPr>
              <a:spLocks/>
            </p:cNvSpPr>
            <p:nvPr userDrawn="1"/>
          </p:nvSpPr>
          <p:spPr bwMode="auto">
            <a:xfrm>
              <a:off x="436106" y="10232441"/>
              <a:ext cx="15414610" cy="1718121"/>
            </a:xfrm>
            <a:custGeom>
              <a:avLst/>
              <a:gdLst>
                <a:gd name="T0" fmla="*/ 128 w 11448"/>
                <a:gd name="T1" fmla="*/ 1276 h 1276"/>
                <a:gd name="T2" fmla="*/ 350 w 11448"/>
                <a:gd name="T3" fmla="*/ 1276 h 1276"/>
                <a:gd name="T4" fmla="*/ 570 w 11448"/>
                <a:gd name="T5" fmla="*/ 1276 h 1276"/>
                <a:gd name="T6" fmla="*/ 789 w 11448"/>
                <a:gd name="T7" fmla="*/ 1276 h 1276"/>
                <a:gd name="T8" fmla="*/ 1002 w 11448"/>
                <a:gd name="T9" fmla="*/ 1262 h 1276"/>
                <a:gd name="T10" fmla="*/ 1193 w 11448"/>
                <a:gd name="T11" fmla="*/ 1222 h 1276"/>
                <a:gd name="T12" fmla="*/ 1415 w 11448"/>
                <a:gd name="T13" fmla="*/ 1222 h 1276"/>
                <a:gd name="T14" fmla="*/ 1635 w 11448"/>
                <a:gd name="T15" fmla="*/ 1222 h 1276"/>
                <a:gd name="T16" fmla="*/ 1857 w 11448"/>
                <a:gd name="T17" fmla="*/ 1222 h 1276"/>
                <a:gd name="T18" fmla="*/ 2077 w 11448"/>
                <a:gd name="T19" fmla="*/ 1222 h 1276"/>
                <a:gd name="T20" fmla="*/ 2296 w 11448"/>
                <a:gd name="T21" fmla="*/ 1222 h 1276"/>
                <a:gd name="T22" fmla="*/ 2519 w 11448"/>
                <a:gd name="T23" fmla="*/ 1222 h 1276"/>
                <a:gd name="T24" fmla="*/ 2738 w 11448"/>
                <a:gd name="T25" fmla="*/ 1222 h 1276"/>
                <a:gd name="T26" fmla="*/ 2937 w 11448"/>
                <a:gd name="T27" fmla="*/ 1253 h 1276"/>
                <a:gd name="T28" fmla="*/ 3142 w 11448"/>
                <a:gd name="T29" fmla="*/ 1276 h 1276"/>
                <a:gd name="T30" fmla="*/ 3364 w 11448"/>
                <a:gd name="T31" fmla="*/ 1276 h 1276"/>
                <a:gd name="T32" fmla="*/ 3584 w 11448"/>
                <a:gd name="T33" fmla="*/ 1276 h 1276"/>
                <a:gd name="T34" fmla="*/ 3804 w 11448"/>
                <a:gd name="T35" fmla="*/ 1276 h 1276"/>
                <a:gd name="T36" fmla="*/ 4026 w 11448"/>
                <a:gd name="T37" fmla="*/ 1276 h 1276"/>
                <a:gd name="T38" fmla="*/ 4245 w 11448"/>
                <a:gd name="T39" fmla="*/ 1276 h 1276"/>
                <a:gd name="T40" fmla="*/ 4465 w 11448"/>
                <a:gd name="T41" fmla="*/ 1276 h 1276"/>
                <a:gd name="T42" fmla="*/ 4687 w 11448"/>
                <a:gd name="T43" fmla="*/ 1276 h 1276"/>
                <a:gd name="T44" fmla="*/ 4907 w 11448"/>
                <a:gd name="T45" fmla="*/ 1276 h 1276"/>
                <a:gd name="T46" fmla="*/ 5126 w 11448"/>
                <a:gd name="T47" fmla="*/ 1276 h 1276"/>
                <a:gd name="T48" fmla="*/ 5348 w 11448"/>
                <a:gd name="T49" fmla="*/ 1276 h 1276"/>
                <a:gd name="T50" fmla="*/ 5568 w 11448"/>
                <a:gd name="T51" fmla="*/ 1276 h 1276"/>
                <a:gd name="T52" fmla="*/ 5788 w 11448"/>
                <a:gd name="T53" fmla="*/ 1276 h 1276"/>
                <a:gd name="T54" fmla="*/ 6008 w 11448"/>
                <a:gd name="T55" fmla="*/ 1276 h 1276"/>
                <a:gd name="T56" fmla="*/ 6230 w 11448"/>
                <a:gd name="T57" fmla="*/ 1276 h 1276"/>
                <a:gd name="T58" fmla="*/ 6449 w 11448"/>
                <a:gd name="T59" fmla="*/ 1276 h 1276"/>
                <a:gd name="T60" fmla="*/ 6671 w 11448"/>
                <a:gd name="T61" fmla="*/ 1276 h 1276"/>
                <a:gd name="T62" fmla="*/ 6891 w 11448"/>
                <a:gd name="T63" fmla="*/ 1276 h 1276"/>
                <a:gd name="T64" fmla="*/ 7111 w 11448"/>
                <a:gd name="T65" fmla="*/ 1276 h 1276"/>
                <a:gd name="T66" fmla="*/ 7333 w 11448"/>
                <a:gd name="T67" fmla="*/ 1276 h 1276"/>
                <a:gd name="T68" fmla="*/ 7552 w 11448"/>
                <a:gd name="T69" fmla="*/ 1276 h 1276"/>
                <a:gd name="T70" fmla="*/ 7772 w 11448"/>
                <a:gd name="T71" fmla="*/ 1276 h 1276"/>
                <a:gd name="T72" fmla="*/ 7994 w 11448"/>
                <a:gd name="T73" fmla="*/ 1276 h 1276"/>
                <a:gd name="T74" fmla="*/ 8214 w 11448"/>
                <a:gd name="T75" fmla="*/ 1276 h 1276"/>
                <a:gd name="T76" fmla="*/ 8434 w 11448"/>
                <a:gd name="T77" fmla="*/ 1276 h 1276"/>
                <a:gd name="T78" fmla="*/ 8656 w 11448"/>
                <a:gd name="T79" fmla="*/ 1276 h 1276"/>
                <a:gd name="T80" fmla="*/ 8875 w 11448"/>
                <a:gd name="T81" fmla="*/ 1276 h 1276"/>
                <a:gd name="T82" fmla="*/ 9097 w 11448"/>
                <a:gd name="T83" fmla="*/ 1276 h 1276"/>
                <a:gd name="T84" fmla="*/ 9317 w 11448"/>
                <a:gd name="T85" fmla="*/ 1276 h 1276"/>
                <a:gd name="T86" fmla="*/ 9537 w 11448"/>
                <a:gd name="T87" fmla="*/ 1276 h 1276"/>
                <a:gd name="T88" fmla="*/ 9759 w 11448"/>
                <a:gd name="T89" fmla="*/ 1276 h 1276"/>
                <a:gd name="T90" fmla="*/ 9978 w 11448"/>
                <a:gd name="T91" fmla="*/ 1276 h 1276"/>
                <a:gd name="T92" fmla="*/ 10198 w 11448"/>
                <a:gd name="T93" fmla="*/ 1276 h 1276"/>
                <a:gd name="T94" fmla="*/ 10420 w 11448"/>
                <a:gd name="T95" fmla="*/ 1276 h 1276"/>
                <a:gd name="T96" fmla="*/ 10640 w 11448"/>
                <a:gd name="T97" fmla="*/ 1276 h 1276"/>
                <a:gd name="T98" fmla="*/ 10860 w 11448"/>
                <a:gd name="T99" fmla="*/ 1276 h 1276"/>
                <a:gd name="T100" fmla="*/ 11082 w 11448"/>
                <a:gd name="T101" fmla="*/ 1276 h 1276"/>
                <a:gd name="T102" fmla="*/ 11301 w 11448"/>
                <a:gd name="T103" fmla="*/ 1276 h 1276"/>
                <a:gd name="T104" fmla="*/ 11448 w 11448"/>
                <a:gd name="T105" fmla="*/ 1276 h 1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448" h="1276">
                  <a:moveTo>
                    <a:pt x="0" y="0"/>
                  </a:moveTo>
                  <a:lnTo>
                    <a:pt x="0" y="1250"/>
                  </a:lnTo>
                  <a:lnTo>
                    <a:pt x="19" y="1222"/>
                  </a:lnTo>
                  <a:lnTo>
                    <a:pt x="55" y="1276"/>
                  </a:lnTo>
                  <a:lnTo>
                    <a:pt x="93" y="1222"/>
                  </a:lnTo>
                  <a:lnTo>
                    <a:pt x="128" y="1276"/>
                  </a:lnTo>
                  <a:lnTo>
                    <a:pt x="166" y="1222"/>
                  </a:lnTo>
                  <a:lnTo>
                    <a:pt x="201" y="1276"/>
                  </a:lnTo>
                  <a:lnTo>
                    <a:pt x="239" y="1222"/>
                  </a:lnTo>
                  <a:lnTo>
                    <a:pt x="274" y="1276"/>
                  </a:lnTo>
                  <a:lnTo>
                    <a:pt x="312" y="1222"/>
                  </a:lnTo>
                  <a:lnTo>
                    <a:pt x="350" y="1276"/>
                  </a:lnTo>
                  <a:lnTo>
                    <a:pt x="385" y="1222"/>
                  </a:lnTo>
                  <a:lnTo>
                    <a:pt x="423" y="1276"/>
                  </a:lnTo>
                  <a:lnTo>
                    <a:pt x="459" y="1222"/>
                  </a:lnTo>
                  <a:lnTo>
                    <a:pt x="496" y="1276"/>
                  </a:lnTo>
                  <a:lnTo>
                    <a:pt x="532" y="1222"/>
                  </a:lnTo>
                  <a:lnTo>
                    <a:pt x="570" y="1276"/>
                  </a:lnTo>
                  <a:lnTo>
                    <a:pt x="605" y="1222"/>
                  </a:lnTo>
                  <a:lnTo>
                    <a:pt x="643" y="1276"/>
                  </a:lnTo>
                  <a:lnTo>
                    <a:pt x="681" y="1222"/>
                  </a:lnTo>
                  <a:lnTo>
                    <a:pt x="716" y="1276"/>
                  </a:lnTo>
                  <a:lnTo>
                    <a:pt x="754" y="1222"/>
                  </a:lnTo>
                  <a:lnTo>
                    <a:pt x="789" y="1276"/>
                  </a:lnTo>
                  <a:lnTo>
                    <a:pt x="827" y="1222"/>
                  </a:lnTo>
                  <a:lnTo>
                    <a:pt x="863" y="1276"/>
                  </a:lnTo>
                  <a:lnTo>
                    <a:pt x="900" y="1222"/>
                  </a:lnTo>
                  <a:lnTo>
                    <a:pt x="938" y="1276"/>
                  </a:lnTo>
                  <a:lnTo>
                    <a:pt x="974" y="1222"/>
                  </a:lnTo>
                  <a:lnTo>
                    <a:pt x="1002" y="1262"/>
                  </a:lnTo>
                  <a:lnTo>
                    <a:pt x="1011" y="1276"/>
                  </a:lnTo>
                  <a:lnTo>
                    <a:pt x="1047" y="1222"/>
                  </a:lnTo>
                  <a:lnTo>
                    <a:pt x="1085" y="1276"/>
                  </a:lnTo>
                  <a:lnTo>
                    <a:pt x="1120" y="1222"/>
                  </a:lnTo>
                  <a:lnTo>
                    <a:pt x="1158" y="1276"/>
                  </a:lnTo>
                  <a:lnTo>
                    <a:pt x="1193" y="1222"/>
                  </a:lnTo>
                  <a:lnTo>
                    <a:pt x="1231" y="1276"/>
                  </a:lnTo>
                  <a:lnTo>
                    <a:pt x="1269" y="1222"/>
                  </a:lnTo>
                  <a:lnTo>
                    <a:pt x="1304" y="1276"/>
                  </a:lnTo>
                  <a:lnTo>
                    <a:pt x="1342" y="1222"/>
                  </a:lnTo>
                  <a:lnTo>
                    <a:pt x="1378" y="1276"/>
                  </a:lnTo>
                  <a:lnTo>
                    <a:pt x="1415" y="1222"/>
                  </a:lnTo>
                  <a:lnTo>
                    <a:pt x="1451" y="1276"/>
                  </a:lnTo>
                  <a:lnTo>
                    <a:pt x="1489" y="1222"/>
                  </a:lnTo>
                  <a:lnTo>
                    <a:pt x="1526" y="1276"/>
                  </a:lnTo>
                  <a:lnTo>
                    <a:pt x="1562" y="1222"/>
                  </a:lnTo>
                  <a:lnTo>
                    <a:pt x="1600" y="1276"/>
                  </a:lnTo>
                  <a:lnTo>
                    <a:pt x="1635" y="1222"/>
                  </a:lnTo>
                  <a:lnTo>
                    <a:pt x="1673" y="1276"/>
                  </a:lnTo>
                  <a:lnTo>
                    <a:pt x="1708" y="1222"/>
                  </a:lnTo>
                  <a:lnTo>
                    <a:pt x="1746" y="1276"/>
                  </a:lnTo>
                  <a:lnTo>
                    <a:pt x="1782" y="1222"/>
                  </a:lnTo>
                  <a:lnTo>
                    <a:pt x="1819" y="1276"/>
                  </a:lnTo>
                  <a:lnTo>
                    <a:pt x="1857" y="1222"/>
                  </a:lnTo>
                  <a:lnTo>
                    <a:pt x="1893" y="1276"/>
                  </a:lnTo>
                  <a:lnTo>
                    <a:pt x="1930" y="1222"/>
                  </a:lnTo>
                  <a:lnTo>
                    <a:pt x="1966" y="1276"/>
                  </a:lnTo>
                  <a:lnTo>
                    <a:pt x="2004" y="1222"/>
                  </a:lnTo>
                  <a:lnTo>
                    <a:pt x="2039" y="1276"/>
                  </a:lnTo>
                  <a:lnTo>
                    <a:pt x="2077" y="1222"/>
                  </a:lnTo>
                  <a:lnTo>
                    <a:pt x="2112" y="1276"/>
                  </a:lnTo>
                  <a:lnTo>
                    <a:pt x="2150" y="1222"/>
                  </a:lnTo>
                  <a:lnTo>
                    <a:pt x="2188" y="1276"/>
                  </a:lnTo>
                  <a:lnTo>
                    <a:pt x="2223" y="1222"/>
                  </a:lnTo>
                  <a:lnTo>
                    <a:pt x="2261" y="1276"/>
                  </a:lnTo>
                  <a:lnTo>
                    <a:pt x="2296" y="1222"/>
                  </a:lnTo>
                  <a:lnTo>
                    <a:pt x="2334" y="1276"/>
                  </a:lnTo>
                  <a:lnTo>
                    <a:pt x="2370" y="1222"/>
                  </a:lnTo>
                  <a:lnTo>
                    <a:pt x="2408" y="1276"/>
                  </a:lnTo>
                  <a:lnTo>
                    <a:pt x="2445" y="1222"/>
                  </a:lnTo>
                  <a:lnTo>
                    <a:pt x="2481" y="1276"/>
                  </a:lnTo>
                  <a:lnTo>
                    <a:pt x="2519" y="1222"/>
                  </a:lnTo>
                  <a:lnTo>
                    <a:pt x="2554" y="1276"/>
                  </a:lnTo>
                  <a:lnTo>
                    <a:pt x="2592" y="1222"/>
                  </a:lnTo>
                  <a:lnTo>
                    <a:pt x="2627" y="1276"/>
                  </a:lnTo>
                  <a:lnTo>
                    <a:pt x="2665" y="1222"/>
                  </a:lnTo>
                  <a:lnTo>
                    <a:pt x="2700" y="1276"/>
                  </a:lnTo>
                  <a:lnTo>
                    <a:pt x="2738" y="1222"/>
                  </a:lnTo>
                  <a:lnTo>
                    <a:pt x="2776" y="1276"/>
                  </a:lnTo>
                  <a:lnTo>
                    <a:pt x="2811" y="1222"/>
                  </a:lnTo>
                  <a:lnTo>
                    <a:pt x="2849" y="1276"/>
                  </a:lnTo>
                  <a:lnTo>
                    <a:pt x="2885" y="1222"/>
                  </a:lnTo>
                  <a:lnTo>
                    <a:pt x="2922" y="1276"/>
                  </a:lnTo>
                  <a:lnTo>
                    <a:pt x="2937" y="1253"/>
                  </a:lnTo>
                  <a:lnTo>
                    <a:pt x="2958" y="1222"/>
                  </a:lnTo>
                  <a:lnTo>
                    <a:pt x="2996" y="1276"/>
                  </a:lnTo>
                  <a:lnTo>
                    <a:pt x="3033" y="1222"/>
                  </a:lnTo>
                  <a:lnTo>
                    <a:pt x="3069" y="1276"/>
                  </a:lnTo>
                  <a:lnTo>
                    <a:pt x="3107" y="1222"/>
                  </a:lnTo>
                  <a:lnTo>
                    <a:pt x="3142" y="1276"/>
                  </a:lnTo>
                  <a:lnTo>
                    <a:pt x="3180" y="1222"/>
                  </a:lnTo>
                  <a:lnTo>
                    <a:pt x="3215" y="1276"/>
                  </a:lnTo>
                  <a:lnTo>
                    <a:pt x="3253" y="1222"/>
                  </a:lnTo>
                  <a:lnTo>
                    <a:pt x="3289" y="1276"/>
                  </a:lnTo>
                  <a:lnTo>
                    <a:pt x="3326" y="1222"/>
                  </a:lnTo>
                  <a:lnTo>
                    <a:pt x="3364" y="1276"/>
                  </a:lnTo>
                  <a:lnTo>
                    <a:pt x="3400" y="1222"/>
                  </a:lnTo>
                  <a:lnTo>
                    <a:pt x="3437" y="1276"/>
                  </a:lnTo>
                  <a:lnTo>
                    <a:pt x="3473" y="1222"/>
                  </a:lnTo>
                  <a:lnTo>
                    <a:pt x="3511" y="1276"/>
                  </a:lnTo>
                  <a:lnTo>
                    <a:pt x="3546" y="1222"/>
                  </a:lnTo>
                  <a:lnTo>
                    <a:pt x="3584" y="1276"/>
                  </a:lnTo>
                  <a:lnTo>
                    <a:pt x="3619" y="1222"/>
                  </a:lnTo>
                  <a:lnTo>
                    <a:pt x="3657" y="1276"/>
                  </a:lnTo>
                  <a:lnTo>
                    <a:pt x="3695" y="1222"/>
                  </a:lnTo>
                  <a:lnTo>
                    <a:pt x="3730" y="1276"/>
                  </a:lnTo>
                  <a:lnTo>
                    <a:pt x="3768" y="1222"/>
                  </a:lnTo>
                  <a:lnTo>
                    <a:pt x="3804" y="1276"/>
                  </a:lnTo>
                  <a:lnTo>
                    <a:pt x="3841" y="1222"/>
                  </a:lnTo>
                  <a:lnTo>
                    <a:pt x="3877" y="1276"/>
                  </a:lnTo>
                  <a:lnTo>
                    <a:pt x="3915" y="1222"/>
                  </a:lnTo>
                  <a:lnTo>
                    <a:pt x="3952" y="1276"/>
                  </a:lnTo>
                  <a:lnTo>
                    <a:pt x="3988" y="1222"/>
                  </a:lnTo>
                  <a:lnTo>
                    <a:pt x="4026" y="1276"/>
                  </a:lnTo>
                  <a:lnTo>
                    <a:pt x="4061" y="1222"/>
                  </a:lnTo>
                  <a:lnTo>
                    <a:pt x="4099" y="1276"/>
                  </a:lnTo>
                  <a:lnTo>
                    <a:pt x="4134" y="1222"/>
                  </a:lnTo>
                  <a:lnTo>
                    <a:pt x="4172" y="1276"/>
                  </a:lnTo>
                  <a:lnTo>
                    <a:pt x="4208" y="1222"/>
                  </a:lnTo>
                  <a:lnTo>
                    <a:pt x="4245" y="1276"/>
                  </a:lnTo>
                  <a:lnTo>
                    <a:pt x="4283" y="1222"/>
                  </a:lnTo>
                  <a:lnTo>
                    <a:pt x="4319" y="1276"/>
                  </a:lnTo>
                  <a:lnTo>
                    <a:pt x="4356" y="1222"/>
                  </a:lnTo>
                  <a:lnTo>
                    <a:pt x="4392" y="1276"/>
                  </a:lnTo>
                  <a:lnTo>
                    <a:pt x="4430" y="1222"/>
                  </a:lnTo>
                  <a:lnTo>
                    <a:pt x="4465" y="1276"/>
                  </a:lnTo>
                  <a:lnTo>
                    <a:pt x="4503" y="1222"/>
                  </a:lnTo>
                  <a:lnTo>
                    <a:pt x="4541" y="1276"/>
                  </a:lnTo>
                  <a:lnTo>
                    <a:pt x="4576" y="1222"/>
                  </a:lnTo>
                  <a:lnTo>
                    <a:pt x="4614" y="1276"/>
                  </a:lnTo>
                  <a:lnTo>
                    <a:pt x="4649" y="1222"/>
                  </a:lnTo>
                  <a:lnTo>
                    <a:pt x="4687" y="1276"/>
                  </a:lnTo>
                  <a:lnTo>
                    <a:pt x="4722" y="1222"/>
                  </a:lnTo>
                  <a:lnTo>
                    <a:pt x="4760" y="1276"/>
                  </a:lnTo>
                  <a:lnTo>
                    <a:pt x="4796" y="1222"/>
                  </a:lnTo>
                  <a:lnTo>
                    <a:pt x="4834" y="1276"/>
                  </a:lnTo>
                  <a:lnTo>
                    <a:pt x="4871" y="1222"/>
                  </a:lnTo>
                  <a:lnTo>
                    <a:pt x="4907" y="1276"/>
                  </a:lnTo>
                  <a:lnTo>
                    <a:pt x="4945" y="1222"/>
                  </a:lnTo>
                  <a:lnTo>
                    <a:pt x="4980" y="1276"/>
                  </a:lnTo>
                  <a:lnTo>
                    <a:pt x="5018" y="1222"/>
                  </a:lnTo>
                  <a:lnTo>
                    <a:pt x="5053" y="1276"/>
                  </a:lnTo>
                  <a:lnTo>
                    <a:pt x="5091" y="1222"/>
                  </a:lnTo>
                  <a:lnTo>
                    <a:pt x="5126" y="1276"/>
                  </a:lnTo>
                  <a:lnTo>
                    <a:pt x="5164" y="1222"/>
                  </a:lnTo>
                  <a:lnTo>
                    <a:pt x="5202" y="1276"/>
                  </a:lnTo>
                  <a:lnTo>
                    <a:pt x="5237" y="1222"/>
                  </a:lnTo>
                  <a:lnTo>
                    <a:pt x="5275" y="1276"/>
                  </a:lnTo>
                  <a:lnTo>
                    <a:pt x="5311" y="1222"/>
                  </a:lnTo>
                  <a:lnTo>
                    <a:pt x="5348" y="1276"/>
                  </a:lnTo>
                  <a:lnTo>
                    <a:pt x="5384" y="1222"/>
                  </a:lnTo>
                  <a:lnTo>
                    <a:pt x="5422" y="1276"/>
                  </a:lnTo>
                  <a:lnTo>
                    <a:pt x="5459" y="1222"/>
                  </a:lnTo>
                  <a:lnTo>
                    <a:pt x="5495" y="1276"/>
                  </a:lnTo>
                  <a:lnTo>
                    <a:pt x="5533" y="1222"/>
                  </a:lnTo>
                  <a:lnTo>
                    <a:pt x="5568" y="1276"/>
                  </a:lnTo>
                  <a:lnTo>
                    <a:pt x="5606" y="1222"/>
                  </a:lnTo>
                  <a:lnTo>
                    <a:pt x="5641" y="1276"/>
                  </a:lnTo>
                  <a:lnTo>
                    <a:pt x="5679" y="1222"/>
                  </a:lnTo>
                  <a:lnTo>
                    <a:pt x="5715" y="1274"/>
                  </a:lnTo>
                  <a:lnTo>
                    <a:pt x="5752" y="1222"/>
                  </a:lnTo>
                  <a:lnTo>
                    <a:pt x="5788" y="1276"/>
                  </a:lnTo>
                  <a:lnTo>
                    <a:pt x="5826" y="1222"/>
                  </a:lnTo>
                  <a:lnTo>
                    <a:pt x="5861" y="1276"/>
                  </a:lnTo>
                  <a:lnTo>
                    <a:pt x="5899" y="1222"/>
                  </a:lnTo>
                  <a:lnTo>
                    <a:pt x="5934" y="1276"/>
                  </a:lnTo>
                  <a:lnTo>
                    <a:pt x="5972" y="1222"/>
                  </a:lnTo>
                  <a:lnTo>
                    <a:pt x="6008" y="1276"/>
                  </a:lnTo>
                  <a:lnTo>
                    <a:pt x="6045" y="1222"/>
                  </a:lnTo>
                  <a:lnTo>
                    <a:pt x="6083" y="1276"/>
                  </a:lnTo>
                  <a:lnTo>
                    <a:pt x="6119" y="1222"/>
                  </a:lnTo>
                  <a:lnTo>
                    <a:pt x="6156" y="1276"/>
                  </a:lnTo>
                  <a:lnTo>
                    <a:pt x="6192" y="1222"/>
                  </a:lnTo>
                  <a:lnTo>
                    <a:pt x="6230" y="1276"/>
                  </a:lnTo>
                  <a:lnTo>
                    <a:pt x="6265" y="1222"/>
                  </a:lnTo>
                  <a:lnTo>
                    <a:pt x="6303" y="1276"/>
                  </a:lnTo>
                  <a:lnTo>
                    <a:pt x="6341" y="1222"/>
                  </a:lnTo>
                  <a:lnTo>
                    <a:pt x="6376" y="1276"/>
                  </a:lnTo>
                  <a:lnTo>
                    <a:pt x="6414" y="1222"/>
                  </a:lnTo>
                  <a:lnTo>
                    <a:pt x="6449" y="1276"/>
                  </a:lnTo>
                  <a:lnTo>
                    <a:pt x="6487" y="1222"/>
                  </a:lnTo>
                  <a:lnTo>
                    <a:pt x="6522" y="1276"/>
                  </a:lnTo>
                  <a:lnTo>
                    <a:pt x="6560" y="1222"/>
                  </a:lnTo>
                  <a:lnTo>
                    <a:pt x="6596" y="1276"/>
                  </a:lnTo>
                  <a:lnTo>
                    <a:pt x="6634" y="1222"/>
                  </a:lnTo>
                  <a:lnTo>
                    <a:pt x="6671" y="1276"/>
                  </a:lnTo>
                  <a:lnTo>
                    <a:pt x="6707" y="1222"/>
                  </a:lnTo>
                  <a:lnTo>
                    <a:pt x="6745" y="1276"/>
                  </a:lnTo>
                  <a:lnTo>
                    <a:pt x="6780" y="1222"/>
                  </a:lnTo>
                  <a:lnTo>
                    <a:pt x="6818" y="1276"/>
                  </a:lnTo>
                  <a:lnTo>
                    <a:pt x="6853" y="1222"/>
                  </a:lnTo>
                  <a:lnTo>
                    <a:pt x="6891" y="1276"/>
                  </a:lnTo>
                  <a:lnTo>
                    <a:pt x="6926" y="1222"/>
                  </a:lnTo>
                  <a:lnTo>
                    <a:pt x="6964" y="1276"/>
                  </a:lnTo>
                  <a:lnTo>
                    <a:pt x="7002" y="1222"/>
                  </a:lnTo>
                  <a:lnTo>
                    <a:pt x="7037" y="1276"/>
                  </a:lnTo>
                  <a:lnTo>
                    <a:pt x="7075" y="1222"/>
                  </a:lnTo>
                  <a:lnTo>
                    <a:pt x="7111" y="1276"/>
                  </a:lnTo>
                  <a:lnTo>
                    <a:pt x="7148" y="1222"/>
                  </a:lnTo>
                  <a:lnTo>
                    <a:pt x="7184" y="1276"/>
                  </a:lnTo>
                  <a:lnTo>
                    <a:pt x="7222" y="1222"/>
                  </a:lnTo>
                  <a:lnTo>
                    <a:pt x="7259" y="1276"/>
                  </a:lnTo>
                  <a:lnTo>
                    <a:pt x="7295" y="1222"/>
                  </a:lnTo>
                  <a:lnTo>
                    <a:pt x="7333" y="1276"/>
                  </a:lnTo>
                  <a:lnTo>
                    <a:pt x="7368" y="1222"/>
                  </a:lnTo>
                  <a:lnTo>
                    <a:pt x="7406" y="1276"/>
                  </a:lnTo>
                  <a:lnTo>
                    <a:pt x="7441" y="1222"/>
                  </a:lnTo>
                  <a:lnTo>
                    <a:pt x="7479" y="1276"/>
                  </a:lnTo>
                  <a:lnTo>
                    <a:pt x="7515" y="1222"/>
                  </a:lnTo>
                  <a:lnTo>
                    <a:pt x="7552" y="1276"/>
                  </a:lnTo>
                  <a:lnTo>
                    <a:pt x="7590" y="1222"/>
                  </a:lnTo>
                  <a:lnTo>
                    <a:pt x="7626" y="1276"/>
                  </a:lnTo>
                  <a:lnTo>
                    <a:pt x="7663" y="1222"/>
                  </a:lnTo>
                  <a:lnTo>
                    <a:pt x="7699" y="1276"/>
                  </a:lnTo>
                  <a:lnTo>
                    <a:pt x="7737" y="1222"/>
                  </a:lnTo>
                  <a:lnTo>
                    <a:pt x="7772" y="1276"/>
                  </a:lnTo>
                  <a:lnTo>
                    <a:pt x="7810" y="1222"/>
                  </a:lnTo>
                  <a:lnTo>
                    <a:pt x="7845" y="1276"/>
                  </a:lnTo>
                  <a:lnTo>
                    <a:pt x="7883" y="1222"/>
                  </a:lnTo>
                  <a:lnTo>
                    <a:pt x="7921" y="1276"/>
                  </a:lnTo>
                  <a:lnTo>
                    <a:pt x="7956" y="1222"/>
                  </a:lnTo>
                  <a:lnTo>
                    <a:pt x="7994" y="1276"/>
                  </a:lnTo>
                  <a:lnTo>
                    <a:pt x="8030" y="1222"/>
                  </a:lnTo>
                  <a:lnTo>
                    <a:pt x="8067" y="1276"/>
                  </a:lnTo>
                  <a:lnTo>
                    <a:pt x="8103" y="1222"/>
                  </a:lnTo>
                  <a:lnTo>
                    <a:pt x="8141" y="1276"/>
                  </a:lnTo>
                  <a:lnTo>
                    <a:pt x="8178" y="1222"/>
                  </a:lnTo>
                  <a:lnTo>
                    <a:pt x="8214" y="1276"/>
                  </a:lnTo>
                  <a:lnTo>
                    <a:pt x="8252" y="1222"/>
                  </a:lnTo>
                  <a:lnTo>
                    <a:pt x="8287" y="1276"/>
                  </a:lnTo>
                  <a:lnTo>
                    <a:pt x="8325" y="1222"/>
                  </a:lnTo>
                  <a:lnTo>
                    <a:pt x="8360" y="1276"/>
                  </a:lnTo>
                  <a:lnTo>
                    <a:pt x="8398" y="1222"/>
                  </a:lnTo>
                  <a:lnTo>
                    <a:pt x="8434" y="1276"/>
                  </a:lnTo>
                  <a:lnTo>
                    <a:pt x="8471" y="1222"/>
                  </a:lnTo>
                  <a:lnTo>
                    <a:pt x="8509" y="1276"/>
                  </a:lnTo>
                  <a:lnTo>
                    <a:pt x="8545" y="1222"/>
                  </a:lnTo>
                  <a:lnTo>
                    <a:pt x="8582" y="1276"/>
                  </a:lnTo>
                  <a:lnTo>
                    <a:pt x="8618" y="1222"/>
                  </a:lnTo>
                  <a:lnTo>
                    <a:pt x="8656" y="1276"/>
                  </a:lnTo>
                  <a:lnTo>
                    <a:pt x="8691" y="1222"/>
                  </a:lnTo>
                  <a:lnTo>
                    <a:pt x="8729" y="1276"/>
                  </a:lnTo>
                  <a:lnTo>
                    <a:pt x="8767" y="1222"/>
                  </a:lnTo>
                  <a:lnTo>
                    <a:pt x="8802" y="1276"/>
                  </a:lnTo>
                  <a:lnTo>
                    <a:pt x="8840" y="1222"/>
                  </a:lnTo>
                  <a:lnTo>
                    <a:pt x="8875" y="1276"/>
                  </a:lnTo>
                  <a:lnTo>
                    <a:pt x="8913" y="1222"/>
                  </a:lnTo>
                  <a:lnTo>
                    <a:pt x="8948" y="1276"/>
                  </a:lnTo>
                  <a:lnTo>
                    <a:pt x="8986" y="1222"/>
                  </a:lnTo>
                  <a:lnTo>
                    <a:pt x="9022" y="1276"/>
                  </a:lnTo>
                  <a:lnTo>
                    <a:pt x="9059" y="1222"/>
                  </a:lnTo>
                  <a:lnTo>
                    <a:pt x="9097" y="1276"/>
                  </a:lnTo>
                  <a:lnTo>
                    <a:pt x="9133" y="1222"/>
                  </a:lnTo>
                  <a:lnTo>
                    <a:pt x="9171" y="1276"/>
                  </a:lnTo>
                  <a:lnTo>
                    <a:pt x="9206" y="1222"/>
                  </a:lnTo>
                  <a:lnTo>
                    <a:pt x="9244" y="1276"/>
                  </a:lnTo>
                  <a:lnTo>
                    <a:pt x="9279" y="1222"/>
                  </a:lnTo>
                  <a:lnTo>
                    <a:pt x="9317" y="1276"/>
                  </a:lnTo>
                  <a:lnTo>
                    <a:pt x="9352" y="1222"/>
                  </a:lnTo>
                  <a:lnTo>
                    <a:pt x="9390" y="1276"/>
                  </a:lnTo>
                  <a:lnTo>
                    <a:pt x="9428" y="1222"/>
                  </a:lnTo>
                  <a:lnTo>
                    <a:pt x="9463" y="1276"/>
                  </a:lnTo>
                  <a:lnTo>
                    <a:pt x="9501" y="1222"/>
                  </a:lnTo>
                  <a:lnTo>
                    <a:pt x="9537" y="1276"/>
                  </a:lnTo>
                  <a:lnTo>
                    <a:pt x="9574" y="1222"/>
                  </a:lnTo>
                  <a:lnTo>
                    <a:pt x="9610" y="1276"/>
                  </a:lnTo>
                  <a:lnTo>
                    <a:pt x="9648" y="1222"/>
                  </a:lnTo>
                  <a:lnTo>
                    <a:pt x="9685" y="1276"/>
                  </a:lnTo>
                  <a:lnTo>
                    <a:pt x="9721" y="1222"/>
                  </a:lnTo>
                  <a:lnTo>
                    <a:pt x="9759" y="1276"/>
                  </a:lnTo>
                  <a:lnTo>
                    <a:pt x="9794" y="1222"/>
                  </a:lnTo>
                  <a:lnTo>
                    <a:pt x="9832" y="1276"/>
                  </a:lnTo>
                  <a:lnTo>
                    <a:pt x="9867" y="1222"/>
                  </a:lnTo>
                  <a:lnTo>
                    <a:pt x="9905" y="1276"/>
                  </a:lnTo>
                  <a:lnTo>
                    <a:pt x="9941" y="1222"/>
                  </a:lnTo>
                  <a:lnTo>
                    <a:pt x="9978" y="1276"/>
                  </a:lnTo>
                  <a:lnTo>
                    <a:pt x="10016" y="1222"/>
                  </a:lnTo>
                  <a:lnTo>
                    <a:pt x="10052" y="1276"/>
                  </a:lnTo>
                  <a:lnTo>
                    <a:pt x="10089" y="1222"/>
                  </a:lnTo>
                  <a:lnTo>
                    <a:pt x="10125" y="1276"/>
                  </a:lnTo>
                  <a:lnTo>
                    <a:pt x="10163" y="1222"/>
                  </a:lnTo>
                  <a:lnTo>
                    <a:pt x="10198" y="1276"/>
                  </a:lnTo>
                  <a:lnTo>
                    <a:pt x="10236" y="1222"/>
                  </a:lnTo>
                  <a:lnTo>
                    <a:pt x="10274" y="1276"/>
                  </a:lnTo>
                  <a:lnTo>
                    <a:pt x="10309" y="1222"/>
                  </a:lnTo>
                  <a:lnTo>
                    <a:pt x="10347" y="1276"/>
                  </a:lnTo>
                  <a:lnTo>
                    <a:pt x="10382" y="1222"/>
                  </a:lnTo>
                  <a:lnTo>
                    <a:pt x="10420" y="1276"/>
                  </a:lnTo>
                  <a:lnTo>
                    <a:pt x="10456" y="1222"/>
                  </a:lnTo>
                  <a:lnTo>
                    <a:pt x="10493" y="1276"/>
                  </a:lnTo>
                  <a:lnTo>
                    <a:pt x="10529" y="1222"/>
                  </a:lnTo>
                  <a:lnTo>
                    <a:pt x="10567" y="1276"/>
                  </a:lnTo>
                  <a:lnTo>
                    <a:pt x="10604" y="1222"/>
                  </a:lnTo>
                  <a:lnTo>
                    <a:pt x="10640" y="1276"/>
                  </a:lnTo>
                  <a:lnTo>
                    <a:pt x="10678" y="1222"/>
                  </a:lnTo>
                  <a:lnTo>
                    <a:pt x="10713" y="1276"/>
                  </a:lnTo>
                  <a:lnTo>
                    <a:pt x="10751" y="1222"/>
                  </a:lnTo>
                  <a:lnTo>
                    <a:pt x="10786" y="1276"/>
                  </a:lnTo>
                  <a:lnTo>
                    <a:pt x="10824" y="1222"/>
                  </a:lnTo>
                  <a:lnTo>
                    <a:pt x="10860" y="1276"/>
                  </a:lnTo>
                  <a:lnTo>
                    <a:pt x="10897" y="1222"/>
                  </a:lnTo>
                  <a:lnTo>
                    <a:pt x="10935" y="1276"/>
                  </a:lnTo>
                  <a:lnTo>
                    <a:pt x="10971" y="1222"/>
                  </a:lnTo>
                  <a:lnTo>
                    <a:pt x="11008" y="1276"/>
                  </a:lnTo>
                  <a:lnTo>
                    <a:pt x="11044" y="1222"/>
                  </a:lnTo>
                  <a:lnTo>
                    <a:pt x="11082" y="1276"/>
                  </a:lnTo>
                  <a:lnTo>
                    <a:pt x="11117" y="1222"/>
                  </a:lnTo>
                  <a:lnTo>
                    <a:pt x="11155" y="1276"/>
                  </a:lnTo>
                  <a:lnTo>
                    <a:pt x="11193" y="1222"/>
                  </a:lnTo>
                  <a:lnTo>
                    <a:pt x="11228" y="1276"/>
                  </a:lnTo>
                  <a:lnTo>
                    <a:pt x="11266" y="1222"/>
                  </a:lnTo>
                  <a:lnTo>
                    <a:pt x="11301" y="1276"/>
                  </a:lnTo>
                  <a:lnTo>
                    <a:pt x="11339" y="1222"/>
                  </a:lnTo>
                  <a:lnTo>
                    <a:pt x="11374" y="1276"/>
                  </a:lnTo>
                  <a:lnTo>
                    <a:pt x="11412" y="1222"/>
                  </a:lnTo>
                  <a:lnTo>
                    <a:pt x="11431" y="1250"/>
                  </a:lnTo>
                  <a:lnTo>
                    <a:pt x="11431" y="1276"/>
                  </a:lnTo>
                  <a:lnTo>
                    <a:pt x="11448" y="1276"/>
                  </a:lnTo>
                  <a:lnTo>
                    <a:pt x="114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5" name="Picture 14"/>
            <p:cNvPicPr>
              <a:picLocks noChangeAspect="1"/>
            </p:cNvPicPr>
            <p:nvPr userDrawn="1"/>
          </p:nvPicPr>
          <p:blipFill rotWithShape="1">
            <a:blip r:embed="rId2" cstate="print">
              <a:clrChange>
                <a:clrFrom>
                  <a:srgbClr val="BDCF3F"/>
                </a:clrFrom>
                <a:clrTo>
                  <a:srgbClr val="BDCF3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8" t="84638" r="87704" b="3657"/>
            <a:stretch/>
          </p:blipFill>
          <p:spPr>
            <a:xfrm>
              <a:off x="635431" y="10321871"/>
              <a:ext cx="1363850" cy="1427217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Content, image and caption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4813" y="3495674"/>
            <a:ext cx="9061450" cy="6557963"/>
          </a:xfrm>
        </p:spPr>
        <p:txBody>
          <a:bodyPr lIns="0" rIns="0"/>
          <a:lstStyle>
            <a:lvl1pPr>
              <a:lnSpc>
                <a:spcPts val="3800"/>
              </a:lnSpc>
              <a:defRPr/>
            </a:lvl1pPr>
            <a:lvl2pPr>
              <a:lnSpc>
                <a:spcPts val="3800"/>
              </a:lnSpc>
              <a:defRPr/>
            </a:lvl2pPr>
            <a:lvl3pPr>
              <a:lnSpc>
                <a:spcPts val="3800"/>
              </a:lnSpc>
              <a:defRPr/>
            </a:lvl3pPr>
            <a:lvl4pPr>
              <a:lnSpc>
                <a:spcPts val="3800"/>
              </a:lnSpc>
              <a:defRPr/>
            </a:lvl4pPr>
            <a:lvl5pPr>
              <a:lnSpc>
                <a:spcPts val="38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6754813" y="3324225"/>
            <a:ext cx="906145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2223909" y="10210801"/>
            <a:ext cx="13592353" cy="1726634"/>
          </a:xfrm>
        </p:spPr>
        <p:txBody>
          <a:bodyPr anchor="ctr" anchorCtr="0">
            <a:normAutofit/>
          </a:bodyPr>
          <a:lstStyle>
            <a:lvl1pPr marL="0" indent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1pPr>
            <a:lvl2pPr marL="0" indent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2pPr>
            <a:lvl3pPr marL="0" indent="0">
              <a:defRPr sz="3000">
                <a:solidFill>
                  <a:schemeClr val="accent1"/>
                </a:solidFill>
              </a:defRPr>
            </a:lvl3pPr>
            <a:lvl4pPr marL="0" indent="0">
              <a:defRPr sz="3000">
                <a:solidFill>
                  <a:schemeClr val="accent1"/>
                </a:solidFill>
              </a:defRPr>
            </a:lvl4pPr>
            <a:lvl5pPr marL="0" indent="0">
              <a:defRPr sz="3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460375" y="3289300"/>
            <a:ext cx="5927725" cy="6764338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26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layou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Image and content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9425" y="3495675"/>
            <a:ext cx="9061450" cy="8252845"/>
          </a:xfrm>
        </p:spPr>
        <p:txBody>
          <a:bodyPr lIns="0" rIns="0"/>
          <a:lstStyle>
            <a:lvl1pPr>
              <a:lnSpc>
                <a:spcPts val="3800"/>
              </a:lnSpc>
              <a:defRPr/>
            </a:lvl1pPr>
            <a:lvl2pPr>
              <a:lnSpc>
                <a:spcPts val="3800"/>
              </a:lnSpc>
              <a:defRPr/>
            </a:lvl2pPr>
            <a:lvl3pPr>
              <a:lnSpc>
                <a:spcPts val="3800"/>
              </a:lnSpc>
              <a:defRPr/>
            </a:lvl3pPr>
            <a:lvl4pPr>
              <a:lnSpc>
                <a:spcPts val="3800"/>
              </a:lnSpc>
              <a:defRPr/>
            </a:lvl4pPr>
            <a:lvl5pPr>
              <a:lnSpc>
                <a:spcPts val="3800"/>
              </a:lnSpc>
              <a:defRPr/>
            </a:lvl5pPr>
          </a:lstStyle>
          <a:p>
            <a:pPr lvl="0"/>
            <a:r>
              <a:rPr lang="en-US" dirty="0" smtClean="0"/>
              <a:t>Object</a:t>
            </a:r>
            <a:endParaRPr lang="en-GB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79425" y="3324225"/>
            <a:ext cx="906145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9910763" y="3289300"/>
            <a:ext cx="5905500" cy="845978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968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Content, image and caption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5" y="3495675"/>
            <a:ext cx="9061450" cy="8252845"/>
          </a:xfrm>
        </p:spPr>
        <p:txBody>
          <a:bodyPr lIns="0" rIns="0"/>
          <a:lstStyle>
            <a:lvl1pPr>
              <a:lnSpc>
                <a:spcPts val="3800"/>
              </a:lnSpc>
              <a:defRPr/>
            </a:lvl1pPr>
            <a:lvl2pPr>
              <a:lnSpc>
                <a:spcPts val="3800"/>
              </a:lnSpc>
              <a:defRPr/>
            </a:lvl2pPr>
            <a:lvl3pPr>
              <a:lnSpc>
                <a:spcPts val="3800"/>
              </a:lnSpc>
              <a:defRPr/>
            </a:lvl3pPr>
            <a:lvl4pPr>
              <a:lnSpc>
                <a:spcPts val="3800"/>
              </a:lnSpc>
              <a:defRPr/>
            </a:lvl4pPr>
            <a:lvl5pPr>
              <a:lnSpc>
                <a:spcPts val="38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79425" y="3324225"/>
            <a:ext cx="906145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0"/>
          </p:nvPr>
        </p:nvSpPr>
        <p:spPr>
          <a:xfrm>
            <a:off x="9910763" y="3289300"/>
            <a:ext cx="5905500" cy="8459788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68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image and caption layou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436106" y="10232441"/>
            <a:ext cx="15414610" cy="1718121"/>
            <a:chOff x="436106" y="10232441"/>
            <a:chExt cx="15414610" cy="1718121"/>
          </a:xfrm>
        </p:grpSpPr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436106" y="10232441"/>
              <a:ext cx="15414610" cy="1718121"/>
            </a:xfrm>
            <a:custGeom>
              <a:avLst/>
              <a:gdLst>
                <a:gd name="T0" fmla="*/ 128 w 11448"/>
                <a:gd name="T1" fmla="*/ 1276 h 1276"/>
                <a:gd name="T2" fmla="*/ 350 w 11448"/>
                <a:gd name="T3" fmla="*/ 1276 h 1276"/>
                <a:gd name="T4" fmla="*/ 570 w 11448"/>
                <a:gd name="T5" fmla="*/ 1276 h 1276"/>
                <a:gd name="T6" fmla="*/ 789 w 11448"/>
                <a:gd name="T7" fmla="*/ 1276 h 1276"/>
                <a:gd name="T8" fmla="*/ 1002 w 11448"/>
                <a:gd name="T9" fmla="*/ 1262 h 1276"/>
                <a:gd name="T10" fmla="*/ 1193 w 11448"/>
                <a:gd name="T11" fmla="*/ 1222 h 1276"/>
                <a:gd name="T12" fmla="*/ 1415 w 11448"/>
                <a:gd name="T13" fmla="*/ 1222 h 1276"/>
                <a:gd name="T14" fmla="*/ 1635 w 11448"/>
                <a:gd name="T15" fmla="*/ 1222 h 1276"/>
                <a:gd name="T16" fmla="*/ 1857 w 11448"/>
                <a:gd name="T17" fmla="*/ 1222 h 1276"/>
                <a:gd name="T18" fmla="*/ 2077 w 11448"/>
                <a:gd name="T19" fmla="*/ 1222 h 1276"/>
                <a:gd name="T20" fmla="*/ 2296 w 11448"/>
                <a:gd name="T21" fmla="*/ 1222 h 1276"/>
                <a:gd name="T22" fmla="*/ 2519 w 11448"/>
                <a:gd name="T23" fmla="*/ 1222 h 1276"/>
                <a:gd name="T24" fmla="*/ 2738 w 11448"/>
                <a:gd name="T25" fmla="*/ 1222 h 1276"/>
                <a:gd name="T26" fmla="*/ 2937 w 11448"/>
                <a:gd name="T27" fmla="*/ 1253 h 1276"/>
                <a:gd name="T28" fmla="*/ 3142 w 11448"/>
                <a:gd name="T29" fmla="*/ 1276 h 1276"/>
                <a:gd name="T30" fmla="*/ 3364 w 11448"/>
                <a:gd name="T31" fmla="*/ 1276 h 1276"/>
                <a:gd name="T32" fmla="*/ 3584 w 11448"/>
                <a:gd name="T33" fmla="*/ 1276 h 1276"/>
                <a:gd name="T34" fmla="*/ 3804 w 11448"/>
                <a:gd name="T35" fmla="*/ 1276 h 1276"/>
                <a:gd name="T36" fmla="*/ 4026 w 11448"/>
                <a:gd name="T37" fmla="*/ 1276 h 1276"/>
                <a:gd name="T38" fmla="*/ 4245 w 11448"/>
                <a:gd name="T39" fmla="*/ 1276 h 1276"/>
                <a:gd name="T40" fmla="*/ 4465 w 11448"/>
                <a:gd name="T41" fmla="*/ 1276 h 1276"/>
                <a:gd name="T42" fmla="*/ 4687 w 11448"/>
                <a:gd name="T43" fmla="*/ 1276 h 1276"/>
                <a:gd name="T44" fmla="*/ 4907 w 11448"/>
                <a:gd name="T45" fmla="*/ 1276 h 1276"/>
                <a:gd name="T46" fmla="*/ 5126 w 11448"/>
                <a:gd name="T47" fmla="*/ 1276 h 1276"/>
                <a:gd name="T48" fmla="*/ 5348 w 11448"/>
                <a:gd name="T49" fmla="*/ 1276 h 1276"/>
                <a:gd name="T50" fmla="*/ 5568 w 11448"/>
                <a:gd name="T51" fmla="*/ 1276 h 1276"/>
                <a:gd name="T52" fmla="*/ 5788 w 11448"/>
                <a:gd name="T53" fmla="*/ 1276 h 1276"/>
                <a:gd name="T54" fmla="*/ 6008 w 11448"/>
                <a:gd name="T55" fmla="*/ 1276 h 1276"/>
                <a:gd name="T56" fmla="*/ 6230 w 11448"/>
                <a:gd name="T57" fmla="*/ 1276 h 1276"/>
                <a:gd name="T58" fmla="*/ 6449 w 11448"/>
                <a:gd name="T59" fmla="*/ 1276 h 1276"/>
                <a:gd name="T60" fmla="*/ 6671 w 11448"/>
                <a:gd name="T61" fmla="*/ 1276 h 1276"/>
                <a:gd name="T62" fmla="*/ 6891 w 11448"/>
                <a:gd name="T63" fmla="*/ 1276 h 1276"/>
                <a:gd name="T64" fmla="*/ 7111 w 11448"/>
                <a:gd name="T65" fmla="*/ 1276 h 1276"/>
                <a:gd name="T66" fmla="*/ 7333 w 11448"/>
                <a:gd name="T67" fmla="*/ 1276 h 1276"/>
                <a:gd name="T68" fmla="*/ 7552 w 11448"/>
                <a:gd name="T69" fmla="*/ 1276 h 1276"/>
                <a:gd name="T70" fmla="*/ 7772 w 11448"/>
                <a:gd name="T71" fmla="*/ 1276 h 1276"/>
                <a:gd name="T72" fmla="*/ 7994 w 11448"/>
                <a:gd name="T73" fmla="*/ 1276 h 1276"/>
                <a:gd name="T74" fmla="*/ 8214 w 11448"/>
                <a:gd name="T75" fmla="*/ 1276 h 1276"/>
                <a:gd name="T76" fmla="*/ 8434 w 11448"/>
                <a:gd name="T77" fmla="*/ 1276 h 1276"/>
                <a:gd name="T78" fmla="*/ 8656 w 11448"/>
                <a:gd name="T79" fmla="*/ 1276 h 1276"/>
                <a:gd name="T80" fmla="*/ 8875 w 11448"/>
                <a:gd name="T81" fmla="*/ 1276 h 1276"/>
                <a:gd name="T82" fmla="*/ 9097 w 11448"/>
                <a:gd name="T83" fmla="*/ 1276 h 1276"/>
                <a:gd name="T84" fmla="*/ 9317 w 11448"/>
                <a:gd name="T85" fmla="*/ 1276 h 1276"/>
                <a:gd name="T86" fmla="*/ 9537 w 11448"/>
                <a:gd name="T87" fmla="*/ 1276 h 1276"/>
                <a:gd name="T88" fmla="*/ 9759 w 11448"/>
                <a:gd name="T89" fmla="*/ 1276 h 1276"/>
                <a:gd name="T90" fmla="*/ 9978 w 11448"/>
                <a:gd name="T91" fmla="*/ 1276 h 1276"/>
                <a:gd name="T92" fmla="*/ 10198 w 11448"/>
                <a:gd name="T93" fmla="*/ 1276 h 1276"/>
                <a:gd name="T94" fmla="*/ 10420 w 11448"/>
                <a:gd name="T95" fmla="*/ 1276 h 1276"/>
                <a:gd name="T96" fmla="*/ 10640 w 11448"/>
                <a:gd name="T97" fmla="*/ 1276 h 1276"/>
                <a:gd name="T98" fmla="*/ 10860 w 11448"/>
                <a:gd name="T99" fmla="*/ 1276 h 1276"/>
                <a:gd name="T100" fmla="*/ 11082 w 11448"/>
                <a:gd name="T101" fmla="*/ 1276 h 1276"/>
                <a:gd name="T102" fmla="*/ 11301 w 11448"/>
                <a:gd name="T103" fmla="*/ 1276 h 1276"/>
                <a:gd name="T104" fmla="*/ 11448 w 11448"/>
                <a:gd name="T105" fmla="*/ 1276 h 1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448" h="1276">
                  <a:moveTo>
                    <a:pt x="0" y="0"/>
                  </a:moveTo>
                  <a:lnTo>
                    <a:pt x="0" y="1250"/>
                  </a:lnTo>
                  <a:lnTo>
                    <a:pt x="19" y="1222"/>
                  </a:lnTo>
                  <a:lnTo>
                    <a:pt x="55" y="1276"/>
                  </a:lnTo>
                  <a:lnTo>
                    <a:pt x="93" y="1222"/>
                  </a:lnTo>
                  <a:lnTo>
                    <a:pt x="128" y="1276"/>
                  </a:lnTo>
                  <a:lnTo>
                    <a:pt x="166" y="1222"/>
                  </a:lnTo>
                  <a:lnTo>
                    <a:pt x="201" y="1276"/>
                  </a:lnTo>
                  <a:lnTo>
                    <a:pt x="239" y="1222"/>
                  </a:lnTo>
                  <a:lnTo>
                    <a:pt x="274" y="1276"/>
                  </a:lnTo>
                  <a:lnTo>
                    <a:pt x="312" y="1222"/>
                  </a:lnTo>
                  <a:lnTo>
                    <a:pt x="350" y="1276"/>
                  </a:lnTo>
                  <a:lnTo>
                    <a:pt x="385" y="1222"/>
                  </a:lnTo>
                  <a:lnTo>
                    <a:pt x="423" y="1276"/>
                  </a:lnTo>
                  <a:lnTo>
                    <a:pt x="459" y="1222"/>
                  </a:lnTo>
                  <a:lnTo>
                    <a:pt x="496" y="1276"/>
                  </a:lnTo>
                  <a:lnTo>
                    <a:pt x="532" y="1222"/>
                  </a:lnTo>
                  <a:lnTo>
                    <a:pt x="570" y="1276"/>
                  </a:lnTo>
                  <a:lnTo>
                    <a:pt x="605" y="1222"/>
                  </a:lnTo>
                  <a:lnTo>
                    <a:pt x="643" y="1276"/>
                  </a:lnTo>
                  <a:lnTo>
                    <a:pt x="681" y="1222"/>
                  </a:lnTo>
                  <a:lnTo>
                    <a:pt x="716" y="1276"/>
                  </a:lnTo>
                  <a:lnTo>
                    <a:pt x="754" y="1222"/>
                  </a:lnTo>
                  <a:lnTo>
                    <a:pt x="789" y="1276"/>
                  </a:lnTo>
                  <a:lnTo>
                    <a:pt x="827" y="1222"/>
                  </a:lnTo>
                  <a:lnTo>
                    <a:pt x="863" y="1276"/>
                  </a:lnTo>
                  <a:lnTo>
                    <a:pt x="900" y="1222"/>
                  </a:lnTo>
                  <a:lnTo>
                    <a:pt x="938" y="1276"/>
                  </a:lnTo>
                  <a:lnTo>
                    <a:pt x="974" y="1222"/>
                  </a:lnTo>
                  <a:lnTo>
                    <a:pt x="1002" y="1262"/>
                  </a:lnTo>
                  <a:lnTo>
                    <a:pt x="1011" y="1276"/>
                  </a:lnTo>
                  <a:lnTo>
                    <a:pt x="1047" y="1222"/>
                  </a:lnTo>
                  <a:lnTo>
                    <a:pt x="1085" y="1276"/>
                  </a:lnTo>
                  <a:lnTo>
                    <a:pt x="1120" y="1222"/>
                  </a:lnTo>
                  <a:lnTo>
                    <a:pt x="1158" y="1276"/>
                  </a:lnTo>
                  <a:lnTo>
                    <a:pt x="1193" y="1222"/>
                  </a:lnTo>
                  <a:lnTo>
                    <a:pt x="1231" y="1276"/>
                  </a:lnTo>
                  <a:lnTo>
                    <a:pt x="1269" y="1222"/>
                  </a:lnTo>
                  <a:lnTo>
                    <a:pt x="1304" y="1276"/>
                  </a:lnTo>
                  <a:lnTo>
                    <a:pt x="1342" y="1222"/>
                  </a:lnTo>
                  <a:lnTo>
                    <a:pt x="1378" y="1276"/>
                  </a:lnTo>
                  <a:lnTo>
                    <a:pt x="1415" y="1222"/>
                  </a:lnTo>
                  <a:lnTo>
                    <a:pt x="1451" y="1276"/>
                  </a:lnTo>
                  <a:lnTo>
                    <a:pt x="1489" y="1222"/>
                  </a:lnTo>
                  <a:lnTo>
                    <a:pt x="1526" y="1276"/>
                  </a:lnTo>
                  <a:lnTo>
                    <a:pt x="1562" y="1222"/>
                  </a:lnTo>
                  <a:lnTo>
                    <a:pt x="1600" y="1276"/>
                  </a:lnTo>
                  <a:lnTo>
                    <a:pt x="1635" y="1222"/>
                  </a:lnTo>
                  <a:lnTo>
                    <a:pt x="1673" y="1276"/>
                  </a:lnTo>
                  <a:lnTo>
                    <a:pt x="1708" y="1222"/>
                  </a:lnTo>
                  <a:lnTo>
                    <a:pt x="1746" y="1276"/>
                  </a:lnTo>
                  <a:lnTo>
                    <a:pt x="1782" y="1222"/>
                  </a:lnTo>
                  <a:lnTo>
                    <a:pt x="1819" y="1276"/>
                  </a:lnTo>
                  <a:lnTo>
                    <a:pt x="1857" y="1222"/>
                  </a:lnTo>
                  <a:lnTo>
                    <a:pt x="1893" y="1276"/>
                  </a:lnTo>
                  <a:lnTo>
                    <a:pt x="1930" y="1222"/>
                  </a:lnTo>
                  <a:lnTo>
                    <a:pt x="1966" y="1276"/>
                  </a:lnTo>
                  <a:lnTo>
                    <a:pt x="2004" y="1222"/>
                  </a:lnTo>
                  <a:lnTo>
                    <a:pt x="2039" y="1276"/>
                  </a:lnTo>
                  <a:lnTo>
                    <a:pt x="2077" y="1222"/>
                  </a:lnTo>
                  <a:lnTo>
                    <a:pt x="2112" y="1276"/>
                  </a:lnTo>
                  <a:lnTo>
                    <a:pt x="2150" y="1222"/>
                  </a:lnTo>
                  <a:lnTo>
                    <a:pt x="2188" y="1276"/>
                  </a:lnTo>
                  <a:lnTo>
                    <a:pt x="2223" y="1222"/>
                  </a:lnTo>
                  <a:lnTo>
                    <a:pt x="2261" y="1276"/>
                  </a:lnTo>
                  <a:lnTo>
                    <a:pt x="2296" y="1222"/>
                  </a:lnTo>
                  <a:lnTo>
                    <a:pt x="2334" y="1276"/>
                  </a:lnTo>
                  <a:lnTo>
                    <a:pt x="2370" y="1222"/>
                  </a:lnTo>
                  <a:lnTo>
                    <a:pt x="2408" y="1276"/>
                  </a:lnTo>
                  <a:lnTo>
                    <a:pt x="2445" y="1222"/>
                  </a:lnTo>
                  <a:lnTo>
                    <a:pt x="2481" y="1276"/>
                  </a:lnTo>
                  <a:lnTo>
                    <a:pt x="2519" y="1222"/>
                  </a:lnTo>
                  <a:lnTo>
                    <a:pt x="2554" y="1276"/>
                  </a:lnTo>
                  <a:lnTo>
                    <a:pt x="2592" y="1222"/>
                  </a:lnTo>
                  <a:lnTo>
                    <a:pt x="2627" y="1276"/>
                  </a:lnTo>
                  <a:lnTo>
                    <a:pt x="2665" y="1222"/>
                  </a:lnTo>
                  <a:lnTo>
                    <a:pt x="2700" y="1276"/>
                  </a:lnTo>
                  <a:lnTo>
                    <a:pt x="2738" y="1222"/>
                  </a:lnTo>
                  <a:lnTo>
                    <a:pt x="2776" y="1276"/>
                  </a:lnTo>
                  <a:lnTo>
                    <a:pt x="2811" y="1222"/>
                  </a:lnTo>
                  <a:lnTo>
                    <a:pt x="2849" y="1276"/>
                  </a:lnTo>
                  <a:lnTo>
                    <a:pt x="2885" y="1222"/>
                  </a:lnTo>
                  <a:lnTo>
                    <a:pt x="2922" y="1276"/>
                  </a:lnTo>
                  <a:lnTo>
                    <a:pt x="2937" y="1253"/>
                  </a:lnTo>
                  <a:lnTo>
                    <a:pt x="2958" y="1222"/>
                  </a:lnTo>
                  <a:lnTo>
                    <a:pt x="2996" y="1276"/>
                  </a:lnTo>
                  <a:lnTo>
                    <a:pt x="3033" y="1222"/>
                  </a:lnTo>
                  <a:lnTo>
                    <a:pt x="3069" y="1276"/>
                  </a:lnTo>
                  <a:lnTo>
                    <a:pt x="3107" y="1222"/>
                  </a:lnTo>
                  <a:lnTo>
                    <a:pt x="3142" y="1276"/>
                  </a:lnTo>
                  <a:lnTo>
                    <a:pt x="3180" y="1222"/>
                  </a:lnTo>
                  <a:lnTo>
                    <a:pt x="3215" y="1276"/>
                  </a:lnTo>
                  <a:lnTo>
                    <a:pt x="3253" y="1222"/>
                  </a:lnTo>
                  <a:lnTo>
                    <a:pt x="3289" y="1276"/>
                  </a:lnTo>
                  <a:lnTo>
                    <a:pt x="3326" y="1222"/>
                  </a:lnTo>
                  <a:lnTo>
                    <a:pt x="3364" y="1276"/>
                  </a:lnTo>
                  <a:lnTo>
                    <a:pt x="3400" y="1222"/>
                  </a:lnTo>
                  <a:lnTo>
                    <a:pt x="3437" y="1276"/>
                  </a:lnTo>
                  <a:lnTo>
                    <a:pt x="3473" y="1222"/>
                  </a:lnTo>
                  <a:lnTo>
                    <a:pt x="3511" y="1276"/>
                  </a:lnTo>
                  <a:lnTo>
                    <a:pt x="3546" y="1222"/>
                  </a:lnTo>
                  <a:lnTo>
                    <a:pt x="3584" y="1276"/>
                  </a:lnTo>
                  <a:lnTo>
                    <a:pt x="3619" y="1222"/>
                  </a:lnTo>
                  <a:lnTo>
                    <a:pt x="3657" y="1276"/>
                  </a:lnTo>
                  <a:lnTo>
                    <a:pt x="3695" y="1222"/>
                  </a:lnTo>
                  <a:lnTo>
                    <a:pt x="3730" y="1276"/>
                  </a:lnTo>
                  <a:lnTo>
                    <a:pt x="3768" y="1222"/>
                  </a:lnTo>
                  <a:lnTo>
                    <a:pt x="3804" y="1276"/>
                  </a:lnTo>
                  <a:lnTo>
                    <a:pt x="3841" y="1222"/>
                  </a:lnTo>
                  <a:lnTo>
                    <a:pt x="3877" y="1276"/>
                  </a:lnTo>
                  <a:lnTo>
                    <a:pt x="3915" y="1222"/>
                  </a:lnTo>
                  <a:lnTo>
                    <a:pt x="3952" y="1276"/>
                  </a:lnTo>
                  <a:lnTo>
                    <a:pt x="3988" y="1222"/>
                  </a:lnTo>
                  <a:lnTo>
                    <a:pt x="4026" y="1276"/>
                  </a:lnTo>
                  <a:lnTo>
                    <a:pt x="4061" y="1222"/>
                  </a:lnTo>
                  <a:lnTo>
                    <a:pt x="4099" y="1276"/>
                  </a:lnTo>
                  <a:lnTo>
                    <a:pt x="4134" y="1222"/>
                  </a:lnTo>
                  <a:lnTo>
                    <a:pt x="4172" y="1276"/>
                  </a:lnTo>
                  <a:lnTo>
                    <a:pt x="4208" y="1222"/>
                  </a:lnTo>
                  <a:lnTo>
                    <a:pt x="4245" y="1276"/>
                  </a:lnTo>
                  <a:lnTo>
                    <a:pt x="4283" y="1222"/>
                  </a:lnTo>
                  <a:lnTo>
                    <a:pt x="4319" y="1276"/>
                  </a:lnTo>
                  <a:lnTo>
                    <a:pt x="4356" y="1222"/>
                  </a:lnTo>
                  <a:lnTo>
                    <a:pt x="4392" y="1276"/>
                  </a:lnTo>
                  <a:lnTo>
                    <a:pt x="4430" y="1222"/>
                  </a:lnTo>
                  <a:lnTo>
                    <a:pt x="4465" y="1276"/>
                  </a:lnTo>
                  <a:lnTo>
                    <a:pt x="4503" y="1222"/>
                  </a:lnTo>
                  <a:lnTo>
                    <a:pt x="4541" y="1276"/>
                  </a:lnTo>
                  <a:lnTo>
                    <a:pt x="4576" y="1222"/>
                  </a:lnTo>
                  <a:lnTo>
                    <a:pt x="4614" y="1276"/>
                  </a:lnTo>
                  <a:lnTo>
                    <a:pt x="4649" y="1222"/>
                  </a:lnTo>
                  <a:lnTo>
                    <a:pt x="4687" y="1276"/>
                  </a:lnTo>
                  <a:lnTo>
                    <a:pt x="4722" y="1222"/>
                  </a:lnTo>
                  <a:lnTo>
                    <a:pt x="4760" y="1276"/>
                  </a:lnTo>
                  <a:lnTo>
                    <a:pt x="4796" y="1222"/>
                  </a:lnTo>
                  <a:lnTo>
                    <a:pt x="4834" y="1276"/>
                  </a:lnTo>
                  <a:lnTo>
                    <a:pt x="4871" y="1222"/>
                  </a:lnTo>
                  <a:lnTo>
                    <a:pt x="4907" y="1276"/>
                  </a:lnTo>
                  <a:lnTo>
                    <a:pt x="4945" y="1222"/>
                  </a:lnTo>
                  <a:lnTo>
                    <a:pt x="4980" y="1276"/>
                  </a:lnTo>
                  <a:lnTo>
                    <a:pt x="5018" y="1222"/>
                  </a:lnTo>
                  <a:lnTo>
                    <a:pt x="5053" y="1276"/>
                  </a:lnTo>
                  <a:lnTo>
                    <a:pt x="5091" y="1222"/>
                  </a:lnTo>
                  <a:lnTo>
                    <a:pt x="5126" y="1276"/>
                  </a:lnTo>
                  <a:lnTo>
                    <a:pt x="5164" y="1222"/>
                  </a:lnTo>
                  <a:lnTo>
                    <a:pt x="5202" y="1276"/>
                  </a:lnTo>
                  <a:lnTo>
                    <a:pt x="5237" y="1222"/>
                  </a:lnTo>
                  <a:lnTo>
                    <a:pt x="5275" y="1276"/>
                  </a:lnTo>
                  <a:lnTo>
                    <a:pt x="5311" y="1222"/>
                  </a:lnTo>
                  <a:lnTo>
                    <a:pt x="5348" y="1276"/>
                  </a:lnTo>
                  <a:lnTo>
                    <a:pt x="5384" y="1222"/>
                  </a:lnTo>
                  <a:lnTo>
                    <a:pt x="5422" y="1276"/>
                  </a:lnTo>
                  <a:lnTo>
                    <a:pt x="5459" y="1222"/>
                  </a:lnTo>
                  <a:lnTo>
                    <a:pt x="5495" y="1276"/>
                  </a:lnTo>
                  <a:lnTo>
                    <a:pt x="5533" y="1222"/>
                  </a:lnTo>
                  <a:lnTo>
                    <a:pt x="5568" y="1276"/>
                  </a:lnTo>
                  <a:lnTo>
                    <a:pt x="5606" y="1222"/>
                  </a:lnTo>
                  <a:lnTo>
                    <a:pt x="5641" y="1276"/>
                  </a:lnTo>
                  <a:lnTo>
                    <a:pt x="5679" y="1222"/>
                  </a:lnTo>
                  <a:lnTo>
                    <a:pt x="5715" y="1274"/>
                  </a:lnTo>
                  <a:lnTo>
                    <a:pt x="5752" y="1222"/>
                  </a:lnTo>
                  <a:lnTo>
                    <a:pt x="5788" y="1276"/>
                  </a:lnTo>
                  <a:lnTo>
                    <a:pt x="5826" y="1222"/>
                  </a:lnTo>
                  <a:lnTo>
                    <a:pt x="5861" y="1276"/>
                  </a:lnTo>
                  <a:lnTo>
                    <a:pt x="5899" y="1222"/>
                  </a:lnTo>
                  <a:lnTo>
                    <a:pt x="5934" y="1276"/>
                  </a:lnTo>
                  <a:lnTo>
                    <a:pt x="5972" y="1222"/>
                  </a:lnTo>
                  <a:lnTo>
                    <a:pt x="6008" y="1276"/>
                  </a:lnTo>
                  <a:lnTo>
                    <a:pt x="6045" y="1222"/>
                  </a:lnTo>
                  <a:lnTo>
                    <a:pt x="6083" y="1276"/>
                  </a:lnTo>
                  <a:lnTo>
                    <a:pt x="6119" y="1222"/>
                  </a:lnTo>
                  <a:lnTo>
                    <a:pt x="6156" y="1276"/>
                  </a:lnTo>
                  <a:lnTo>
                    <a:pt x="6192" y="1222"/>
                  </a:lnTo>
                  <a:lnTo>
                    <a:pt x="6230" y="1276"/>
                  </a:lnTo>
                  <a:lnTo>
                    <a:pt x="6265" y="1222"/>
                  </a:lnTo>
                  <a:lnTo>
                    <a:pt x="6303" y="1276"/>
                  </a:lnTo>
                  <a:lnTo>
                    <a:pt x="6341" y="1222"/>
                  </a:lnTo>
                  <a:lnTo>
                    <a:pt x="6376" y="1276"/>
                  </a:lnTo>
                  <a:lnTo>
                    <a:pt x="6414" y="1222"/>
                  </a:lnTo>
                  <a:lnTo>
                    <a:pt x="6449" y="1276"/>
                  </a:lnTo>
                  <a:lnTo>
                    <a:pt x="6487" y="1222"/>
                  </a:lnTo>
                  <a:lnTo>
                    <a:pt x="6522" y="1276"/>
                  </a:lnTo>
                  <a:lnTo>
                    <a:pt x="6560" y="1222"/>
                  </a:lnTo>
                  <a:lnTo>
                    <a:pt x="6596" y="1276"/>
                  </a:lnTo>
                  <a:lnTo>
                    <a:pt x="6634" y="1222"/>
                  </a:lnTo>
                  <a:lnTo>
                    <a:pt x="6671" y="1276"/>
                  </a:lnTo>
                  <a:lnTo>
                    <a:pt x="6707" y="1222"/>
                  </a:lnTo>
                  <a:lnTo>
                    <a:pt x="6745" y="1276"/>
                  </a:lnTo>
                  <a:lnTo>
                    <a:pt x="6780" y="1222"/>
                  </a:lnTo>
                  <a:lnTo>
                    <a:pt x="6818" y="1276"/>
                  </a:lnTo>
                  <a:lnTo>
                    <a:pt x="6853" y="1222"/>
                  </a:lnTo>
                  <a:lnTo>
                    <a:pt x="6891" y="1276"/>
                  </a:lnTo>
                  <a:lnTo>
                    <a:pt x="6926" y="1222"/>
                  </a:lnTo>
                  <a:lnTo>
                    <a:pt x="6964" y="1276"/>
                  </a:lnTo>
                  <a:lnTo>
                    <a:pt x="7002" y="1222"/>
                  </a:lnTo>
                  <a:lnTo>
                    <a:pt x="7037" y="1276"/>
                  </a:lnTo>
                  <a:lnTo>
                    <a:pt x="7075" y="1222"/>
                  </a:lnTo>
                  <a:lnTo>
                    <a:pt x="7111" y="1276"/>
                  </a:lnTo>
                  <a:lnTo>
                    <a:pt x="7148" y="1222"/>
                  </a:lnTo>
                  <a:lnTo>
                    <a:pt x="7184" y="1276"/>
                  </a:lnTo>
                  <a:lnTo>
                    <a:pt x="7222" y="1222"/>
                  </a:lnTo>
                  <a:lnTo>
                    <a:pt x="7259" y="1276"/>
                  </a:lnTo>
                  <a:lnTo>
                    <a:pt x="7295" y="1222"/>
                  </a:lnTo>
                  <a:lnTo>
                    <a:pt x="7333" y="1276"/>
                  </a:lnTo>
                  <a:lnTo>
                    <a:pt x="7368" y="1222"/>
                  </a:lnTo>
                  <a:lnTo>
                    <a:pt x="7406" y="1276"/>
                  </a:lnTo>
                  <a:lnTo>
                    <a:pt x="7441" y="1222"/>
                  </a:lnTo>
                  <a:lnTo>
                    <a:pt x="7479" y="1276"/>
                  </a:lnTo>
                  <a:lnTo>
                    <a:pt x="7515" y="1222"/>
                  </a:lnTo>
                  <a:lnTo>
                    <a:pt x="7552" y="1276"/>
                  </a:lnTo>
                  <a:lnTo>
                    <a:pt x="7590" y="1222"/>
                  </a:lnTo>
                  <a:lnTo>
                    <a:pt x="7626" y="1276"/>
                  </a:lnTo>
                  <a:lnTo>
                    <a:pt x="7663" y="1222"/>
                  </a:lnTo>
                  <a:lnTo>
                    <a:pt x="7699" y="1276"/>
                  </a:lnTo>
                  <a:lnTo>
                    <a:pt x="7737" y="1222"/>
                  </a:lnTo>
                  <a:lnTo>
                    <a:pt x="7772" y="1276"/>
                  </a:lnTo>
                  <a:lnTo>
                    <a:pt x="7810" y="1222"/>
                  </a:lnTo>
                  <a:lnTo>
                    <a:pt x="7845" y="1276"/>
                  </a:lnTo>
                  <a:lnTo>
                    <a:pt x="7883" y="1222"/>
                  </a:lnTo>
                  <a:lnTo>
                    <a:pt x="7921" y="1276"/>
                  </a:lnTo>
                  <a:lnTo>
                    <a:pt x="7956" y="1222"/>
                  </a:lnTo>
                  <a:lnTo>
                    <a:pt x="7994" y="1276"/>
                  </a:lnTo>
                  <a:lnTo>
                    <a:pt x="8030" y="1222"/>
                  </a:lnTo>
                  <a:lnTo>
                    <a:pt x="8067" y="1276"/>
                  </a:lnTo>
                  <a:lnTo>
                    <a:pt x="8103" y="1222"/>
                  </a:lnTo>
                  <a:lnTo>
                    <a:pt x="8141" y="1276"/>
                  </a:lnTo>
                  <a:lnTo>
                    <a:pt x="8178" y="1222"/>
                  </a:lnTo>
                  <a:lnTo>
                    <a:pt x="8214" y="1276"/>
                  </a:lnTo>
                  <a:lnTo>
                    <a:pt x="8252" y="1222"/>
                  </a:lnTo>
                  <a:lnTo>
                    <a:pt x="8287" y="1276"/>
                  </a:lnTo>
                  <a:lnTo>
                    <a:pt x="8325" y="1222"/>
                  </a:lnTo>
                  <a:lnTo>
                    <a:pt x="8360" y="1276"/>
                  </a:lnTo>
                  <a:lnTo>
                    <a:pt x="8398" y="1222"/>
                  </a:lnTo>
                  <a:lnTo>
                    <a:pt x="8434" y="1276"/>
                  </a:lnTo>
                  <a:lnTo>
                    <a:pt x="8471" y="1222"/>
                  </a:lnTo>
                  <a:lnTo>
                    <a:pt x="8509" y="1276"/>
                  </a:lnTo>
                  <a:lnTo>
                    <a:pt x="8545" y="1222"/>
                  </a:lnTo>
                  <a:lnTo>
                    <a:pt x="8582" y="1276"/>
                  </a:lnTo>
                  <a:lnTo>
                    <a:pt x="8618" y="1222"/>
                  </a:lnTo>
                  <a:lnTo>
                    <a:pt x="8656" y="1276"/>
                  </a:lnTo>
                  <a:lnTo>
                    <a:pt x="8691" y="1222"/>
                  </a:lnTo>
                  <a:lnTo>
                    <a:pt x="8729" y="1276"/>
                  </a:lnTo>
                  <a:lnTo>
                    <a:pt x="8767" y="1222"/>
                  </a:lnTo>
                  <a:lnTo>
                    <a:pt x="8802" y="1276"/>
                  </a:lnTo>
                  <a:lnTo>
                    <a:pt x="8840" y="1222"/>
                  </a:lnTo>
                  <a:lnTo>
                    <a:pt x="8875" y="1276"/>
                  </a:lnTo>
                  <a:lnTo>
                    <a:pt x="8913" y="1222"/>
                  </a:lnTo>
                  <a:lnTo>
                    <a:pt x="8948" y="1276"/>
                  </a:lnTo>
                  <a:lnTo>
                    <a:pt x="8986" y="1222"/>
                  </a:lnTo>
                  <a:lnTo>
                    <a:pt x="9022" y="1276"/>
                  </a:lnTo>
                  <a:lnTo>
                    <a:pt x="9059" y="1222"/>
                  </a:lnTo>
                  <a:lnTo>
                    <a:pt x="9097" y="1276"/>
                  </a:lnTo>
                  <a:lnTo>
                    <a:pt x="9133" y="1222"/>
                  </a:lnTo>
                  <a:lnTo>
                    <a:pt x="9171" y="1276"/>
                  </a:lnTo>
                  <a:lnTo>
                    <a:pt x="9206" y="1222"/>
                  </a:lnTo>
                  <a:lnTo>
                    <a:pt x="9244" y="1276"/>
                  </a:lnTo>
                  <a:lnTo>
                    <a:pt x="9279" y="1222"/>
                  </a:lnTo>
                  <a:lnTo>
                    <a:pt x="9317" y="1276"/>
                  </a:lnTo>
                  <a:lnTo>
                    <a:pt x="9352" y="1222"/>
                  </a:lnTo>
                  <a:lnTo>
                    <a:pt x="9390" y="1276"/>
                  </a:lnTo>
                  <a:lnTo>
                    <a:pt x="9428" y="1222"/>
                  </a:lnTo>
                  <a:lnTo>
                    <a:pt x="9463" y="1276"/>
                  </a:lnTo>
                  <a:lnTo>
                    <a:pt x="9501" y="1222"/>
                  </a:lnTo>
                  <a:lnTo>
                    <a:pt x="9537" y="1276"/>
                  </a:lnTo>
                  <a:lnTo>
                    <a:pt x="9574" y="1222"/>
                  </a:lnTo>
                  <a:lnTo>
                    <a:pt x="9610" y="1276"/>
                  </a:lnTo>
                  <a:lnTo>
                    <a:pt x="9648" y="1222"/>
                  </a:lnTo>
                  <a:lnTo>
                    <a:pt x="9685" y="1276"/>
                  </a:lnTo>
                  <a:lnTo>
                    <a:pt x="9721" y="1222"/>
                  </a:lnTo>
                  <a:lnTo>
                    <a:pt x="9759" y="1276"/>
                  </a:lnTo>
                  <a:lnTo>
                    <a:pt x="9794" y="1222"/>
                  </a:lnTo>
                  <a:lnTo>
                    <a:pt x="9832" y="1276"/>
                  </a:lnTo>
                  <a:lnTo>
                    <a:pt x="9867" y="1222"/>
                  </a:lnTo>
                  <a:lnTo>
                    <a:pt x="9905" y="1276"/>
                  </a:lnTo>
                  <a:lnTo>
                    <a:pt x="9941" y="1222"/>
                  </a:lnTo>
                  <a:lnTo>
                    <a:pt x="9978" y="1276"/>
                  </a:lnTo>
                  <a:lnTo>
                    <a:pt x="10016" y="1222"/>
                  </a:lnTo>
                  <a:lnTo>
                    <a:pt x="10052" y="1276"/>
                  </a:lnTo>
                  <a:lnTo>
                    <a:pt x="10089" y="1222"/>
                  </a:lnTo>
                  <a:lnTo>
                    <a:pt x="10125" y="1276"/>
                  </a:lnTo>
                  <a:lnTo>
                    <a:pt x="10163" y="1222"/>
                  </a:lnTo>
                  <a:lnTo>
                    <a:pt x="10198" y="1276"/>
                  </a:lnTo>
                  <a:lnTo>
                    <a:pt x="10236" y="1222"/>
                  </a:lnTo>
                  <a:lnTo>
                    <a:pt x="10274" y="1276"/>
                  </a:lnTo>
                  <a:lnTo>
                    <a:pt x="10309" y="1222"/>
                  </a:lnTo>
                  <a:lnTo>
                    <a:pt x="10347" y="1276"/>
                  </a:lnTo>
                  <a:lnTo>
                    <a:pt x="10382" y="1222"/>
                  </a:lnTo>
                  <a:lnTo>
                    <a:pt x="10420" y="1276"/>
                  </a:lnTo>
                  <a:lnTo>
                    <a:pt x="10456" y="1222"/>
                  </a:lnTo>
                  <a:lnTo>
                    <a:pt x="10493" y="1276"/>
                  </a:lnTo>
                  <a:lnTo>
                    <a:pt x="10529" y="1222"/>
                  </a:lnTo>
                  <a:lnTo>
                    <a:pt x="10567" y="1276"/>
                  </a:lnTo>
                  <a:lnTo>
                    <a:pt x="10604" y="1222"/>
                  </a:lnTo>
                  <a:lnTo>
                    <a:pt x="10640" y="1276"/>
                  </a:lnTo>
                  <a:lnTo>
                    <a:pt x="10678" y="1222"/>
                  </a:lnTo>
                  <a:lnTo>
                    <a:pt x="10713" y="1276"/>
                  </a:lnTo>
                  <a:lnTo>
                    <a:pt x="10751" y="1222"/>
                  </a:lnTo>
                  <a:lnTo>
                    <a:pt x="10786" y="1276"/>
                  </a:lnTo>
                  <a:lnTo>
                    <a:pt x="10824" y="1222"/>
                  </a:lnTo>
                  <a:lnTo>
                    <a:pt x="10860" y="1276"/>
                  </a:lnTo>
                  <a:lnTo>
                    <a:pt x="10897" y="1222"/>
                  </a:lnTo>
                  <a:lnTo>
                    <a:pt x="10935" y="1276"/>
                  </a:lnTo>
                  <a:lnTo>
                    <a:pt x="10971" y="1222"/>
                  </a:lnTo>
                  <a:lnTo>
                    <a:pt x="11008" y="1276"/>
                  </a:lnTo>
                  <a:lnTo>
                    <a:pt x="11044" y="1222"/>
                  </a:lnTo>
                  <a:lnTo>
                    <a:pt x="11082" y="1276"/>
                  </a:lnTo>
                  <a:lnTo>
                    <a:pt x="11117" y="1222"/>
                  </a:lnTo>
                  <a:lnTo>
                    <a:pt x="11155" y="1276"/>
                  </a:lnTo>
                  <a:lnTo>
                    <a:pt x="11193" y="1222"/>
                  </a:lnTo>
                  <a:lnTo>
                    <a:pt x="11228" y="1276"/>
                  </a:lnTo>
                  <a:lnTo>
                    <a:pt x="11266" y="1222"/>
                  </a:lnTo>
                  <a:lnTo>
                    <a:pt x="11301" y="1276"/>
                  </a:lnTo>
                  <a:lnTo>
                    <a:pt x="11339" y="1222"/>
                  </a:lnTo>
                  <a:lnTo>
                    <a:pt x="11374" y="1276"/>
                  </a:lnTo>
                  <a:lnTo>
                    <a:pt x="11412" y="1222"/>
                  </a:lnTo>
                  <a:lnTo>
                    <a:pt x="11431" y="1250"/>
                  </a:lnTo>
                  <a:lnTo>
                    <a:pt x="11431" y="1276"/>
                  </a:lnTo>
                  <a:lnTo>
                    <a:pt x="11448" y="1276"/>
                  </a:lnTo>
                  <a:lnTo>
                    <a:pt x="114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6" name="Picture 15"/>
            <p:cNvPicPr>
              <a:picLocks noChangeAspect="1"/>
            </p:cNvPicPr>
            <p:nvPr userDrawn="1"/>
          </p:nvPicPr>
          <p:blipFill rotWithShape="1">
            <a:blip r:embed="rId2" cstate="print">
              <a:clrChange>
                <a:clrFrom>
                  <a:srgbClr val="BDCF3F"/>
                </a:clrFrom>
                <a:clrTo>
                  <a:srgbClr val="BDCF3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8" t="84638" r="87704" b="3657"/>
            <a:stretch/>
          </p:blipFill>
          <p:spPr>
            <a:xfrm>
              <a:off x="635431" y="10321871"/>
              <a:ext cx="1363850" cy="1427217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Content, image and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9425" y="3495674"/>
            <a:ext cx="9061450" cy="6557963"/>
          </a:xfrm>
        </p:spPr>
        <p:txBody>
          <a:bodyPr lIns="0" rIns="0"/>
          <a:lstStyle>
            <a:lvl1pPr>
              <a:lnSpc>
                <a:spcPts val="3800"/>
              </a:lnSpc>
              <a:defRPr/>
            </a:lvl1pPr>
            <a:lvl2pPr>
              <a:lnSpc>
                <a:spcPts val="3800"/>
              </a:lnSpc>
              <a:defRPr/>
            </a:lvl2pPr>
            <a:lvl3pPr>
              <a:lnSpc>
                <a:spcPts val="3800"/>
              </a:lnSpc>
              <a:defRPr/>
            </a:lvl3pPr>
            <a:lvl4pPr>
              <a:lnSpc>
                <a:spcPts val="3800"/>
              </a:lnSpc>
              <a:defRPr/>
            </a:lvl4pPr>
            <a:lvl5pPr>
              <a:lnSpc>
                <a:spcPts val="3800"/>
              </a:lnSpc>
              <a:defRPr/>
            </a:lvl5pPr>
          </a:lstStyle>
          <a:p>
            <a:pPr lvl="0"/>
            <a:r>
              <a:rPr lang="en-US" dirty="0" smtClean="0"/>
              <a:t>Object</a:t>
            </a:r>
            <a:endParaRPr lang="en-GB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79425" y="3324225"/>
            <a:ext cx="906145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2223909" y="10210801"/>
            <a:ext cx="13592353" cy="1726634"/>
          </a:xfrm>
        </p:spPr>
        <p:txBody>
          <a:bodyPr anchor="ctr" anchorCtr="0">
            <a:normAutofit/>
          </a:bodyPr>
          <a:lstStyle>
            <a:lvl1pPr marL="0" indent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1pPr>
            <a:lvl2pPr marL="0" indent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2pPr>
            <a:lvl3pPr marL="0" indent="0">
              <a:defRPr sz="3000">
                <a:solidFill>
                  <a:schemeClr val="accent1"/>
                </a:solidFill>
              </a:defRPr>
            </a:lvl3pPr>
            <a:lvl4pPr marL="0" indent="0">
              <a:defRPr sz="3000">
                <a:solidFill>
                  <a:schemeClr val="accent1"/>
                </a:solidFill>
              </a:defRPr>
            </a:lvl4pPr>
            <a:lvl5pPr marL="0" indent="0">
              <a:defRPr sz="3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9910763" y="3289300"/>
            <a:ext cx="5905500" cy="67643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8101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, image and caption layou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Image and content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9425" y="3495674"/>
            <a:ext cx="9061450" cy="6557963"/>
          </a:xfrm>
        </p:spPr>
        <p:txBody>
          <a:bodyPr lIns="0" rIns="0"/>
          <a:lstStyle>
            <a:lvl1pPr>
              <a:lnSpc>
                <a:spcPts val="3800"/>
              </a:lnSpc>
              <a:defRPr/>
            </a:lvl1pPr>
            <a:lvl2pPr>
              <a:lnSpc>
                <a:spcPts val="3800"/>
              </a:lnSpc>
              <a:defRPr/>
            </a:lvl2pPr>
            <a:lvl3pPr>
              <a:lnSpc>
                <a:spcPts val="3800"/>
              </a:lnSpc>
              <a:defRPr/>
            </a:lvl3pPr>
            <a:lvl4pPr>
              <a:lnSpc>
                <a:spcPts val="3800"/>
              </a:lnSpc>
              <a:defRPr/>
            </a:lvl4pPr>
            <a:lvl5pPr>
              <a:lnSpc>
                <a:spcPts val="3800"/>
              </a:lnSpc>
              <a:defRPr/>
            </a:lvl5pPr>
          </a:lstStyle>
          <a:p>
            <a:pPr lvl="0"/>
            <a:r>
              <a:rPr lang="en-US" dirty="0" smtClean="0"/>
              <a:t>Object</a:t>
            </a:r>
            <a:endParaRPr lang="en-GB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79425" y="3324225"/>
            <a:ext cx="906145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2223909" y="10210801"/>
            <a:ext cx="13592353" cy="1726634"/>
          </a:xfrm>
        </p:spPr>
        <p:txBody>
          <a:bodyPr anchor="ctr" anchorCtr="0">
            <a:normAutofit/>
          </a:bodyPr>
          <a:lstStyle>
            <a:lvl1pPr marL="0" indent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1pPr>
            <a:lvl2pPr marL="0" indent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2pPr>
            <a:lvl3pPr marL="0" indent="0">
              <a:defRPr sz="3000">
                <a:solidFill>
                  <a:schemeClr val="accent1"/>
                </a:solidFill>
              </a:defRPr>
            </a:lvl3pPr>
            <a:lvl4pPr marL="0" indent="0">
              <a:defRPr sz="3000">
                <a:solidFill>
                  <a:schemeClr val="accent1"/>
                </a:solidFill>
              </a:defRPr>
            </a:lvl4pPr>
            <a:lvl5pPr marL="0" indent="0">
              <a:defRPr sz="3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9910763" y="3289300"/>
            <a:ext cx="5905500" cy="67643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411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Content and chart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9426" y="3495675"/>
            <a:ext cx="5908675" cy="8252845"/>
          </a:xfrm>
        </p:spPr>
        <p:txBody>
          <a:bodyPr lIns="0" rIns="0"/>
          <a:lstStyle>
            <a:lvl1pPr>
              <a:lnSpc>
                <a:spcPts val="3800"/>
              </a:lnSpc>
              <a:defRPr/>
            </a:lvl1pPr>
            <a:lvl2pPr>
              <a:lnSpc>
                <a:spcPts val="3800"/>
              </a:lnSpc>
              <a:defRPr/>
            </a:lvl2pPr>
            <a:lvl3pPr>
              <a:lnSpc>
                <a:spcPts val="3800"/>
              </a:lnSpc>
              <a:defRPr/>
            </a:lvl3pPr>
            <a:lvl4pPr>
              <a:lnSpc>
                <a:spcPts val="3800"/>
              </a:lnSpc>
              <a:defRPr/>
            </a:lvl4pPr>
            <a:lvl5pPr>
              <a:lnSpc>
                <a:spcPts val="3800"/>
              </a:lnSpc>
              <a:defRPr/>
            </a:lvl5pPr>
          </a:lstStyle>
          <a:p>
            <a:pPr lvl="0"/>
            <a:r>
              <a:rPr lang="en-US" dirty="0" smtClean="0"/>
              <a:t>Object</a:t>
            </a:r>
            <a:endParaRPr lang="en-GB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79426" y="3324225"/>
            <a:ext cx="5908675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754813" y="3289301"/>
            <a:ext cx="9061450" cy="845978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632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Content, and image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6" y="3495675"/>
            <a:ext cx="5908675" cy="8252845"/>
          </a:xfrm>
        </p:spPr>
        <p:txBody>
          <a:bodyPr lIns="0" rIns="0"/>
          <a:lstStyle>
            <a:lvl1pPr>
              <a:lnSpc>
                <a:spcPts val="3800"/>
              </a:lnSpc>
              <a:defRPr/>
            </a:lvl1pPr>
            <a:lvl2pPr>
              <a:lnSpc>
                <a:spcPts val="3800"/>
              </a:lnSpc>
              <a:defRPr/>
            </a:lvl2pPr>
            <a:lvl3pPr>
              <a:lnSpc>
                <a:spcPts val="3800"/>
              </a:lnSpc>
              <a:defRPr/>
            </a:lvl3pPr>
            <a:lvl4pPr>
              <a:lnSpc>
                <a:spcPts val="3800"/>
              </a:lnSpc>
              <a:defRPr/>
            </a:lvl4pPr>
            <a:lvl5pPr>
              <a:lnSpc>
                <a:spcPts val="38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79426" y="3324225"/>
            <a:ext cx="5908675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0"/>
          </p:nvPr>
        </p:nvSpPr>
        <p:spPr>
          <a:xfrm>
            <a:off x="6754813" y="3495675"/>
            <a:ext cx="9061450" cy="8253413"/>
          </a:xfrm>
        </p:spPr>
        <p:txBody>
          <a:bodyPr/>
          <a:lstStyle/>
          <a:p>
            <a:r>
              <a:rPr lang="en-US" smtClean="0"/>
              <a:t>Click icon to add chart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32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image and caption layou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436106" y="10232441"/>
            <a:ext cx="15414610" cy="1718121"/>
            <a:chOff x="436106" y="10232441"/>
            <a:chExt cx="15414610" cy="1718121"/>
          </a:xfrm>
        </p:grpSpPr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436106" y="10232441"/>
              <a:ext cx="15414610" cy="1718121"/>
            </a:xfrm>
            <a:custGeom>
              <a:avLst/>
              <a:gdLst>
                <a:gd name="T0" fmla="*/ 128 w 11448"/>
                <a:gd name="T1" fmla="*/ 1276 h 1276"/>
                <a:gd name="T2" fmla="*/ 350 w 11448"/>
                <a:gd name="T3" fmla="*/ 1276 h 1276"/>
                <a:gd name="T4" fmla="*/ 570 w 11448"/>
                <a:gd name="T5" fmla="*/ 1276 h 1276"/>
                <a:gd name="T6" fmla="*/ 789 w 11448"/>
                <a:gd name="T7" fmla="*/ 1276 h 1276"/>
                <a:gd name="T8" fmla="*/ 1002 w 11448"/>
                <a:gd name="T9" fmla="*/ 1262 h 1276"/>
                <a:gd name="T10" fmla="*/ 1193 w 11448"/>
                <a:gd name="T11" fmla="*/ 1222 h 1276"/>
                <a:gd name="T12" fmla="*/ 1415 w 11448"/>
                <a:gd name="T13" fmla="*/ 1222 h 1276"/>
                <a:gd name="T14" fmla="*/ 1635 w 11448"/>
                <a:gd name="T15" fmla="*/ 1222 h 1276"/>
                <a:gd name="T16" fmla="*/ 1857 w 11448"/>
                <a:gd name="T17" fmla="*/ 1222 h 1276"/>
                <a:gd name="T18" fmla="*/ 2077 w 11448"/>
                <a:gd name="T19" fmla="*/ 1222 h 1276"/>
                <a:gd name="T20" fmla="*/ 2296 w 11448"/>
                <a:gd name="T21" fmla="*/ 1222 h 1276"/>
                <a:gd name="T22" fmla="*/ 2519 w 11448"/>
                <a:gd name="T23" fmla="*/ 1222 h 1276"/>
                <a:gd name="T24" fmla="*/ 2738 w 11448"/>
                <a:gd name="T25" fmla="*/ 1222 h 1276"/>
                <a:gd name="T26" fmla="*/ 2937 w 11448"/>
                <a:gd name="T27" fmla="*/ 1253 h 1276"/>
                <a:gd name="T28" fmla="*/ 3142 w 11448"/>
                <a:gd name="T29" fmla="*/ 1276 h 1276"/>
                <a:gd name="T30" fmla="*/ 3364 w 11448"/>
                <a:gd name="T31" fmla="*/ 1276 h 1276"/>
                <a:gd name="T32" fmla="*/ 3584 w 11448"/>
                <a:gd name="T33" fmla="*/ 1276 h 1276"/>
                <a:gd name="T34" fmla="*/ 3804 w 11448"/>
                <a:gd name="T35" fmla="*/ 1276 h 1276"/>
                <a:gd name="T36" fmla="*/ 4026 w 11448"/>
                <a:gd name="T37" fmla="*/ 1276 h 1276"/>
                <a:gd name="T38" fmla="*/ 4245 w 11448"/>
                <a:gd name="T39" fmla="*/ 1276 h 1276"/>
                <a:gd name="T40" fmla="*/ 4465 w 11448"/>
                <a:gd name="T41" fmla="*/ 1276 h 1276"/>
                <a:gd name="T42" fmla="*/ 4687 w 11448"/>
                <a:gd name="T43" fmla="*/ 1276 h 1276"/>
                <a:gd name="T44" fmla="*/ 4907 w 11448"/>
                <a:gd name="T45" fmla="*/ 1276 h 1276"/>
                <a:gd name="T46" fmla="*/ 5126 w 11448"/>
                <a:gd name="T47" fmla="*/ 1276 h 1276"/>
                <a:gd name="T48" fmla="*/ 5348 w 11448"/>
                <a:gd name="T49" fmla="*/ 1276 h 1276"/>
                <a:gd name="T50" fmla="*/ 5568 w 11448"/>
                <a:gd name="T51" fmla="*/ 1276 h 1276"/>
                <a:gd name="T52" fmla="*/ 5788 w 11448"/>
                <a:gd name="T53" fmla="*/ 1276 h 1276"/>
                <a:gd name="T54" fmla="*/ 6008 w 11448"/>
                <a:gd name="T55" fmla="*/ 1276 h 1276"/>
                <a:gd name="T56" fmla="*/ 6230 w 11448"/>
                <a:gd name="T57" fmla="*/ 1276 h 1276"/>
                <a:gd name="T58" fmla="*/ 6449 w 11448"/>
                <a:gd name="T59" fmla="*/ 1276 h 1276"/>
                <a:gd name="T60" fmla="*/ 6671 w 11448"/>
                <a:gd name="T61" fmla="*/ 1276 h 1276"/>
                <a:gd name="T62" fmla="*/ 6891 w 11448"/>
                <a:gd name="T63" fmla="*/ 1276 h 1276"/>
                <a:gd name="T64" fmla="*/ 7111 w 11448"/>
                <a:gd name="T65" fmla="*/ 1276 h 1276"/>
                <a:gd name="T66" fmla="*/ 7333 w 11448"/>
                <a:gd name="T67" fmla="*/ 1276 h 1276"/>
                <a:gd name="T68" fmla="*/ 7552 w 11448"/>
                <a:gd name="T69" fmla="*/ 1276 h 1276"/>
                <a:gd name="T70" fmla="*/ 7772 w 11448"/>
                <a:gd name="T71" fmla="*/ 1276 h 1276"/>
                <a:gd name="T72" fmla="*/ 7994 w 11448"/>
                <a:gd name="T73" fmla="*/ 1276 h 1276"/>
                <a:gd name="T74" fmla="*/ 8214 w 11448"/>
                <a:gd name="T75" fmla="*/ 1276 h 1276"/>
                <a:gd name="T76" fmla="*/ 8434 w 11448"/>
                <a:gd name="T77" fmla="*/ 1276 h 1276"/>
                <a:gd name="T78" fmla="*/ 8656 w 11448"/>
                <a:gd name="T79" fmla="*/ 1276 h 1276"/>
                <a:gd name="T80" fmla="*/ 8875 w 11448"/>
                <a:gd name="T81" fmla="*/ 1276 h 1276"/>
                <a:gd name="T82" fmla="*/ 9097 w 11448"/>
                <a:gd name="T83" fmla="*/ 1276 h 1276"/>
                <a:gd name="T84" fmla="*/ 9317 w 11448"/>
                <a:gd name="T85" fmla="*/ 1276 h 1276"/>
                <a:gd name="T86" fmla="*/ 9537 w 11448"/>
                <a:gd name="T87" fmla="*/ 1276 h 1276"/>
                <a:gd name="T88" fmla="*/ 9759 w 11448"/>
                <a:gd name="T89" fmla="*/ 1276 h 1276"/>
                <a:gd name="T90" fmla="*/ 9978 w 11448"/>
                <a:gd name="T91" fmla="*/ 1276 h 1276"/>
                <a:gd name="T92" fmla="*/ 10198 w 11448"/>
                <a:gd name="T93" fmla="*/ 1276 h 1276"/>
                <a:gd name="T94" fmla="*/ 10420 w 11448"/>
                <a:gd name="T95" fmla="*/ 1276 h 1276"/>
                <a:gd name="T96" fmla="*/ 10640 w 11448"/>
                <a:gd name="T97" fmla="*/ 1276 h 1276"/>
                <a:gd name="T98" fmla="*/ 10860 w 11448"/>
                <a:gd name="T99" fmla="*/ 1276 h 1276"/>
                <a:gd name="T100" fmla="*/ 11082 w 11448"/>
                <a:gd name="T101" fmla="*/ 1276 h 1276"/>
                <a:gd name="T102" fmla="*/ 11301 w 11448"/>
                <a:gd name="T103" fmla="*/ 1276 h 1276"/>
                <a:gd name="T104" fmla="*/ 11448 w 11448"/>
                <a:gd name="T105" fmla="*/ 1276 h 1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448" h="1276">
                  <a:moveTo>
                    <a:pt x="0" y="0"/>
                  </a:moveTo>
                  <a:lnTo>
                    <a:pt x="0" y="1250"/>
                  </a:lnTo>
                  <a:lnTo>
                    <a:pt x="19" y="1222"/>
                  </a:lnTo>
                  <a:lnTo>
                    <a:pt x="55" y="1276"/>
                  </a:lnTo>
                  <a:lnTo>
                    <a:pt x="93" y="1222"/>
                  </a:lnTo>
                  <a:lnTo>
                    <a:pt x="128" y="1276"/>
                  </a:lnTo>
                  <a:lnTo>
                    <a:pt x="166" y="1222"/>
                  </a:lnTo>
                  <a:lnTo>
                    <a:pt x="201" y="1276"/>
                  </a:lnTo>
                  <a:lnTo>
                    <a:pt x="239" y="1222"/>
                  </a:lnTo>
                  <a:lnTo>
                    <a:pt x="274" y="1276"/>
                  </a:lnTo>
                  <a:lnTo>
                    <a:pt x="312" y="1222"/>
                  </a:lnTo>
                  <a:lnTo>
                    <a:pt x="350" y="1276"/>
                  </a:lnTo>
                  <a:lnTo>
                    <a:pt x="385" y="1222"/>
                  </a:lnTo>
                  <a:lnTo>
                    <a:pt x="423" y="1276"/>
                  </a:lnTo>
                  <a:lnTo>
                    <a:pt x="459" y="1222"/>
                  </a:lnTo>
                  <a:lnTo>
                    <a:pt x="496" y="1276"/>
                  </a:lnTo>
                  <a:lnTo>
                    <a:pt x="532" y="1222"/>
                  </a:lnTo>
                  <a:lnTo>
                    <a:pt x="570" y="1276"/>
                  </a:lnTo>
                  <a:lnTo>
                    <a:pt x="605" y="1222"/>
                  </a:lnTo>
                  <a:lnTo>
                    <a:pt x="643" y="1276"/>
                  </a:lnTo>
                  <a:lnTo>
                    <a:pt x="681" y="1222"/>
                  </a:lnTo>
                  <a:lnTo>
                    <a:pt x="716" y="1276"/>
                  </a:lnTo>
                  <a:lnTo>
                    <a:pt x="754" y="1222"/>
                  </a:lnTo>
                  <a:lnTo>
                    <a:pt x="789" y="1276"/>
                  </a:lnTo>
                  <a:lnTo>
                    <a:pt x="827" y="1222"/>
                  </a:lnTo>
                  <a:lnTo>
                    <a:pt x="863" y="1276"/>
                  </a:lnTo>
                  <a:lnTo>
                    <a:pt x="900" y="1222"/>
                  </a:lnTo>
                  <a:lnTo>
                    <a:pt x="938" y="1276"/>
                  </a:lnTo>
                  <a:lnTo>
                    <a:pt x="974" y="1222"/>
                  </a:lnTo>
                  <a:lnTo>
                    <a:pt x="1002" y="1262"/>
                  </a:lnTo>
                  <a:lnTo>
                    <a:pt x="1011" y="1276"/>
                  </a:lnTo>
                  <a:lnTo>
                    <a:pt x="1047" y="1222"/>
                  </a:lnTo>
                  <a:lnTo>
                    <a:pt x="1085" y="1276"/>
                  </a:lnTo>
                  <a:lnTo>
                    <a:pt x="1120" y="1222"/>
                  </a:lnTo>
                  <a:lnTo>
                    <a:pt x="1158" y="1276"/>
                  </a:lnTo>
                  <a:lnTo>
                    <a:pt x="1193" y="1222"/>
                  </a:lnTo>
                  <a:lnTo>
                    <a:pt x="1231" y="1276"/>
                  </a:lnTo>
                  <a:lnTo>
                    <a:pt x="1269" y="1222"/>
                  </a:lnTo>
                  <a:lnTo>
                    <a:pt x="1304" y="1276"/>
                  </a:lnTo>
                  <a:lnTo>
                    <a:pt x="1342" y="1222"/>
                  </a:lnTo>
                  <a:lnTo>
                    <a:pt x="1378" y="1276"/>
                  </a:lnTo>
                  <a:lnTo>
                    <a:pt x="1415" y="1222"/>
                  </a:lnTo>
                  <a:lnTo>
                    <a:pt x="1451" y="1276"/>
                  </a:lnTo>
                  <a:lnTo>
                    <a:pt x="1489" y="1222"/>
                  </a:lnTo>
                  <a:lnTo>
                    <a:pt x="1526" y="1276"/>
                  </a:lnTo>
                  <a:lnTo>
                    <a:pt x="1562" y="1222"/>
                  </a:lnTo>
                  <a:lnTo>
                    <a:pt x="1600" y="1276"/>
                  </a:lnTo>
                  <a:lnTo>
                    <a:pt x="1635" y="1222"/>
                  </a:lnTo>
                  <a:lnTo>
                    <a:pt x="1673" y="1276"/>
                  </a:lnTo>
                  <a:lnTo>
                    <a:pt x="1708" y="1222"/>
                  </a:lnTo>
                  <a:lnTo>
                    <a:pt x="1746" y="1276"/>
                  </a:lnTo>
                  <a:lnTo>
                    <a:pt x="1782" y="1222"/>
                  </a:lnTo>
                  <a:lnTo>
                    <a:pt x="1819" y="1276"/>
                  </a:lnTo>
                  <a:lnTo>
                    <a:pt x="1857" y="1222"/>
                  </a:lnTo>
                  <a:lnTo>
                    <a:pt x="1893" y="1276"/>
                  </a:lnTo>
                  <a:lnTo>
                    <a:pt x="1930" y="1222"/>
                  </a:lnTo>
                  <a:lnTo>
                    <a:pt x="1966" y="1276"/>
                  </a:lnTo>
                  <a:lnTo>
                    <a:pt x="2004" y="1222"/>
                  </a:lnTo>
                  <a:lnTo>
                    <a:pt x="2039" y="1276"/>
                  </a:lnTo>
                  <a:lnTo>
                    <a:pt x="2077" y="1222"/>
                  </a:lnTo>
                  <a:lnTo>
                    <a:pt x="2112" y="1276"/>
                  </a:lnTo>
                  <a:lnTo>
                    <a:pt x="2150" y="1222"/>
                  </a:lnTo>
                  <a:lnTo>
                    <a:pt x="2188" y="1276"/>
                  </a:lnTo>
                  <a:lnTo>
                    <a:pt x="2223" y="1222"/>
                  </a:lnTo>
                  <a:lnTo>
                    <a:pt x="2261" y="1276"/>
                  </a:lnTo>
                  <a:lnTo>
                    <a:pt x="2296" y="1222"/>
                  </a:lnTo>
                  <a:lnTo>
                    <a:pt x="2334" y="1276"/>
                  </a:lnTo>
                  <a:lnTo>
                    <a:pt x="2370" y="1222"/>
                  </a:lnTo>
                  <a:lnTo>
                    <a:pt x="2408" y="1276"/>
                  </a:lnTo>
                  <a:lnTo>
                    <a:pt x="2445" y="1222"/>
                  </a:lnTo>
                  <a:lnTo>
                    <a:pt x="2481" y="1276"/>
                  </a:lnTo>
                  <a:lnTo>
                    <a:pt x="2519" y="1222"/>
                  </a:lnTo>
                  <a:lnTo>
                    <a:pt x="2554" y="1276"/>
                  </a:lnTo>
                  <a:lnTo>
                    <a:pt x="2592" y="1222"/>
                  </a:lnTo>
                  <a:lnTo>
                    <a:pt x="2627" y="1276"/>
                  </a:lnTo>
                  <a:lnTo>
                    <a:pt x="2665" y="1222"/>
                  </a:lnTo>
                  <a:lnTo>
                    <a:pt x="2700" y="1276"/>
                  </a:lnTo>
                  <a:lnTo>
                    <a:pt x="2738" y="1222"/>
                  </a:lnTo>
                  <a:lnTo>
                    <a:pt x="2776" y="1276"/>
                  </a:lnTo>
                  <a:lnTo>
                    <a:pt x="2811" y="1222"/>
                  </a:lnTo>
                  <a:lnTo>
                    <a:pt x="2849" y="1276"/>
                  </a:lnTo>
                  <a:lnTo>
                    <a:pt x="2885" y="1222"/>
                  </a:lnTo>
                  <a:lnTo>
                    <a:pt x="2922" y="1276"/>
                  </a:lnTo>
                  <a:lnTo>
                    <a:pt x="2937" y="1253"/>
                  </a:lnTo>
                  <a:lnTo>
                    <a:pt x="2958" y="1222"/>
                  </a:lnTo>
                  <a:lnTo>
                    <a:pt x="2996" y="1276"/>
                  </a:lnTo>
                  <a:lnTo>
                    <a:pt x="3033" y="1222"/>
                  </a:lnTo>
                  <a:lnTo>
                    <a:pt x="3069" y="1276"/>
                  </a:lnTo>
                  <a:lnTo>
                    <a:pt x="3107" y="1222"/>
                  </a:lnTo>
                  <a:lnTo>
                    <a:pt x="3142" y="1276"/>
                  </a:lnTo>
                  <a:lnTo>
                    <a:pt x="3180" y="1222"/>
                  </a:lnTo>
                  <a:lnTo>
                    <a:pt x="3215" y="1276"/>
                  </a:lnTo>
                  <a:lnTo>
                    <a:pt x="3253" y="1222"/>
                  </a:lnTo>
                  <a:lnTo>
                    <a:pt x="3289" y="1276"/>
                  </a:lnTo>
                  <a:lnTo>
                    <a:pt x="3326" y="1222"/>
                  </a:lnTo>
                  <a:lnTo>
                    <a:pt x="3364" y="1276"/>
                  </a:lnTo>
                  <a:lnTo>
                    <a:pt x="3400" y="1222"/>
                  </a:lnTo>
                  <a:lnTo>
                    <a:pt x="3437" y="1276"/>
                  </a:lnTo>
                  <a:lnTo>
                    <a:pt x="3473" y="1222"/>
                  </a:lnTo>
                  <a:lnTo>
                    <a:pt x="3511" y="1276"/>
                  </a:lnTo>
                  <a:lnTo>
                    <a:pt x="3546" y="1222"/>
                  </a:lnTo>
                  <a:lnTo>
                    <a:pt x="3584" y="1276"/>
                  </a:lnTo>
                  <a:lnTo>
                    <a:pt x="3619" y="1222"/>
                  </a:lnTo>
                  <a:lnTo>
                    <a:pt x="3657" y="1276"/>
                  </a:lnTo>
                  <a:lnTo>
                    <a:pt x="3695" y="1222"/>
                  </a:lnTo>
                  <a:lnTo>
                    <a:pt x="3730" y="1276"/>
                  </a:lnTo>
                  <a:lnTo>
                    <a:pt x="3768" y="1222"/>
                  </a:lnTo>
                  <a:lnTo>
                    <a:pt x="3804" y="1276"/>
                  </a:lnTo>
                  <a:lnTo>
                    <a:pt x="3841" y="1222"/>
                  </a:lnTo>
                  <a:lnTo>
                    <a:pt x="3877" y="1276"/>
                  </a:lnTo>
                  <a:lnTo>
                    <a:pt x="3915" y="1222"/>
                  </a:lnTo>
                  <a:lnTo>
                    <a:pt x="3952" y="1276"/>
                  </a:lnTo>
                  <a:lnTo>
                    <a:pt x="3988" y="1222"/>
                  </a:lnTo>
                  <a:lnTo>
                    <a:pt x="4026" y="1276"/>
                  </a:lnTo>
                  <a:lnTo>
                    <a:pt x="4061" y="1222"/>
                  </a:lnTo>
                  <a:lnTo>
                    <a:pt x="4099" y="1276"/>
                  </a:lnTo>
                  <a:lnTo>
                    <a:pt x="4134" y="1222"/>
                  </a:lnTo>
                  <a:lnTo>
                    <a:pt x="4172" y="1276"/>
                  </a:lnTo>
                  <a:lnTo>
                    <a:pt x="4208" y="1222"/>
                  </a:lnTo>
                  <a:lnTo>
                    <a:pt x="4245" y="1276"/>
                  </a:lnTo>
                  <a:lnTo>
                    <a:pt x="4283" y="1222"/>
                  </a:lnTo>
                  <a:lnTo>
                    <a:pt x="4319" y="1276"/>
                  </a:lnTo>
                  <a:lnTo>
                    <a:pt x="4356" y="1222"/>
                  </a:lnTo>
                  <a:lnTo>
                    <a:pt x="4392" y="1276"/>
                  </a:lnTo>
                  <a:lnTo>
                    <a:pt x="4430" y="1222"/>
                  </a:lnTo>
                  <a:lnTo>
                    <a:pt x="4465" y="1276"/>
                  </a:lnTo>
                  <a:lnTo>
                    <a:pt x="4503" y="1222"/>
                  </a:lnTo>
                  <a:lnTo>
                    <a:pt x="4541" y="1276"/>
                  </a:lnTo>
                  <a:lnTo>
                    <a:pt x="4576" y="1222"/>
                  </a:lnTo>
                  <a:lnTo>
                    <a:pt x="4614" y="1276"/>
                  </a:lnTo>
                  <a:lnTo>
                    <a:pt x="4649" y="1222"/>
                  </a:lnTo>
                  <a:lnTo>
                    <a:pt x="4687" y="1276"/>
                  </a:lnTo>
                  <a:lnTo>
                    <a:pt x="4722" y="1222"/>
                  </a:lnTo>
                  <a:lnTo>
                    <a:pt x="4760" y="1276"/>
                  </a:lnTo>
                  <a:lnTo>
                    <a:pt x="4796" y="1222"/>
                  </a:lnTo>
                  <a:lnTo>
                    <a:pt x="4834" y="1276"/>
                  </a:lnTo>
                  <a:lnTo>
                    <a:pt x="4871" y="1222"/>
                  </a:lnTo>
                  <a:lnTo>
                    <a:pt x="4907" y="1276"/>
                  </a:lnTo>
                  <a:lnTo>
                    <a:pt x="4945" y="1222"/>
                  </a:lnTo>
                  <a:lnTo>
                    <a:pt x="4980" y="1276"/>
                  </a:lnTo>
                  <a:lnTo>
                    <a:pt x="5018" y="1222"/>
                  </a:lnTo>
                  <a:lnTo>
                    <a:pt x="5053" y="1276"/>
                  </a:lnTo>
                  <a:lnTo>
                    <a:pt x="5091" y="1222"/>
                  </a:lnTo>
                  <a:lnTo>
                    <a:pt x="5126" y="1276"/>
                  </a:lnTo>
                  <a:lnTo>
                    <a:pt x="5164" y="1222"/>
                  </a:lnTo>
                  <a:lnTo>
                    <a:pt x="5202" y="1276"/>
                  </a:lnTo>
                  <a:lnTo>
                    <a:pt x="5237" y="1222"/>
                  </a:lnTo>
                  <a:lnTo>
                    <a:pt x="5275" y="1276"/>
                  </a:lnTo>
                  <a:lnTo>
                    <a:pt x="5311" y="1222"/>
                  </a:lnTo>
                  <a:lnTo>
                    <a:pt x="5348" y="1276"/>
                  </a:lnTo>
                  <a:lnTo>
                    <a:pt x="5384" y="1222"/>
                  </a:lnTo>
                  <a:lnTo>
                    <a:pt x="5422" y="1276"/>
                  </a:lnTo>
                  <a:lnTo>
                    <a:pt x="5459" y="1222"/>
                  </a:lnTo>
                  <a:lnTo>
                    <a:pt x="5495" y="1276"/>
                  </a:lnTo>
                  <a:lnTo>
                    <a:pt x="5533" y="1222"/>
                  </a:lnTo>
                  <a:lnTo>
                    <a:pt x="5568" y="1276"/>
                  </a:lnTo>
                  <a:lnTo>
                    <a:pt x="5606" y="1222"/>
                  </a:lnTo>
                  <a:lnTo>
                    <a:pt x="5641" y="1276"/>
                  </a:lnTo>
                  <a:lnTo>
                    <a:pt x="5679" y="1222"/>
                  </a:lnTo>
                  <a:lnTo>
                    <a:pt x="5715" y="1274"/>
                  </a:lnTo>
                  <a:lnTo>
                    <a:pt x="5752" y="1222"/>
                  </a:lnTo>
                  <a:lnTo>
                    <a:pt x="5788" y="1276"/>
                  </a:lnTo>
                  <a:lnTo>
                    <a:pt x="5826" y="1222"/>
                  </a:lnTo>
                  <a:lnTo>
                    <a:pt x="5861" y="1276"/>
                  </a:lnTo>
                  <a:lnTo>
                    <a:pt x="5899" y="1222"/>
                  </a:lnTo>
                  <a:lnTo>
                    <a:pt x="5934" y="1276"/>
                  </a:lnTo>
                  <a:lnTo>
                    <a:pt x="5972" y="1222"/>
                  </a:lnTo>
                  <a:lnTo>
                    <a:pt x="6008" y="1276"/>
                  </a:lnTo>
                  <a:lnTo>
                    <a:pt x="6045" y="1222"/>
                  </a:lnTo>
                  <a:lnTo>
                    <a:pt x="6083" y="1276"/>
                  </a:lnTo>
                  <a:lnTo>
                    <a:pt x="6119" y="1222"/>
                  </a:lnTo>
                  <a:lnTo>
                    <a:pt x="6156" y="1276"/>
                  </a:lnTo>
                  <a:lnTo>
                    <a:pt x="6192" y="1222"/>
                  </a:lnTo>
                  <a:lnTo>
                    <a:pt x="6230" y="1276"/>
                  </a:lnTo>
                  <a:lnTo>
                    <a:pt x="6265" y="1222"/>
                  </a:lnTo>
                  <a:lnTo>
                    <a:pt x="6303" y="1276"/>
                  </a:lnTo>
                  <a:lnTo>
                    <a:pt x="6341" y="1222"/>
                  </a:lnTo>
                  <a:lnTo>
                    <a:pt x="6376" y="1276"/>
                  </a:lnTo>
                  <a:lnTo>
                    <a:pt x="6414" y="1222"/>
                  </a:lnTo>
                  <a:lnTo>
                    <a:pt x="6449" y="1276"/>
                  </a:lnTo>
                  <a:lnTo>
                    <a:pt x="6487" y="1222"/>
                  </a:lnTo>
                  <a:lnTo>
                    <a:pt x="6522" y="1276"/>
                  </a:lnTo>
                  <a:lnTo>
                    <a:pt x="6560" y="1222"/>
                  </a:lnTo>
                  <a:lnTo>
                    <a:pt x="6596" y="1276"/>
                  </a:lnTo>
                  <a:lnTo>
                    <a:pt x="6634" y="1222"/>
                  </a:lnTo>
                  <a:lnTo>
                    <a:pt x="6671" y="1276"/>
                  </a:lnTo>
                  <a:lnTo>
                    <a:pt x="6707" y="1222"/>
                  </a:lnTo>
                  <a:lnTo>
                    <a:pt x="6745" y="1276"/>
                  </a:lnTo>
                  <a:lnTo>
                    <a:pt x="6780" y="1222"/>
                  </a:lnTo>
                  <a:lnTo>
                    <a:pt x="6818" y="1276"/>
                  </a:lnTo>
                  <a:lnTo>
                    <a:pt x="6853" y="1222"/>
                  </a:lnTo>
                  <a:lnTo>
                    <a:pt x="6891" y="1276"/>
                  </a:lnTo>
                  <a:lnTo>
                    <a:pt x="6926" y="1222"/>
                  </a:lnTo>
                  <a:lnTo>
                    <a:pt x="6964" y="1276"/>
                  </a:lnTo>
                  <a:lnTo>
                    <a:pt x="7002" y="1222"/>
                  </a:lnTo>
                  <a:lnTo>
                    <a:pt x="7037" y="1276"/>
                  </a:lnTo>
                  <a:lnTo>
                    <a:pt x="7075" y="1222"/>
                  </a:lnTo>
                  <a:lnTo>
                    <a:pt x="7111" y="1276"/>
                  </a:lnTo>
                  <a:lnTo>
                    <a:pt x="7148" y="1222"/>
                  </a:lnTo>
                  <a:lnTo>
                    <a:pt x="7184" y="1276"/>
                  </a:lnTo>
                  <a:lnTo>
                    <a:pt x="7222" y="1222"/>
                  </a:lnTo>
                  <a:lnTo>
                    <a:pt x="7259" y="1276"/>
                  </a:lnTo>
                  <a:lnTo>
                    <a:pt x="7295" y="1222"/>
                  </a:lnTo>
                  <a:lnTo>
                    <a:pt x="7333" y="1276"/>
                  </a:lnTo>
                  <a:lnTo>
                    <a:pt x="7368" y="1222"/>
                  </a:lnTo>
                  <a:lnTo>
                    <a:pt x="7406" y="1276"/>
                  </a:lnTo>
                  <a:lnTo>
                    <a:pt x="7441" y="1222"/>
                  </a:lnTo>
                  <a:lnTo>
                    <a:pt x="7479" y="1276"/>
                  </a:lnTo>
                  <a:lnTo>
                    <a:pt x="7515" y="1222"/>
                  </a:lnTo>
                  <a:lnTo>
                    <a:pt x="7552" y="1276"/>
                  </a:lnTo>
                  <a:lnTo>
                    <a:pt x="7590" y="1222"/>
                  </a:lnTo>
                  <a:lnTo>
                    <a:pt x="7626" y="1276"/>
                  </a:lnTo>
                  <a:lnTo>
                    <a:pt x="7663" y="1222"/>
                  </a:lnTo>
                  <a:lnTo>
                    <a:pt x="7699" y="1276"/>
                  </a:lnTo>
                  <a:lnTo>
                    <a:pt x="7737" y="1222"/>
                  </a:lnTo>
                  <a:lnTo>
                    <a:pt x="7772" y="1276"/>
                  </a:lnTo>
                  <a:lnTo>
                    <a:pt x="7810" y="1222"/>
                  </a:lnTo>
                  <a:lnTo>
                    <a:pt x="7845" y="1276"/>
                  </a:lnTo>
                  <a:lnTo>
                    <a:pt x="7883" y="1222"/>
                  </a:lnTo>
                  <a:lnTo>
                    <a:pt x="7921" y="1276"/>
                  </a:lnTo>
                  <a:lnTo>
                    <a:pt x="7956" y="1222"/>
                  </a:lnTo>
                  <a:lnTo>
                    <a:pt x="7994" y="1276"/>
                  </a:lnTo>
                  <a:lnTo>
                    <a:pt x="8030" y="1222"/>
                  </a:lnTo>
                  <a:lnTo>
                    <a:pt x="8067" y="1276"/>
                  </a:lnTo>
                  <a:lnTo>
                    <a:pt x="8103" y="1222"/>
                  </a:lnTo>
                  <a:lnTo>
                    <a:pt x="8141" y="1276"/>
                  </a:lnTo>
                  <a:lnTo>
                    <a:pt x="8178" y="1222"/>
                  </a:lnTo>
                  <a:lnTo>
                    <a:pt x="8214" y="1276"/>
                  </a:lnTo>
                  <a:lnTo>
                    <a:pt x="8252" y="1222"/>
                  </a:lnTo>
                  <a:lnTo>
                    <a:pt x="8287" y="1276"/>
                  </a:lnTo>
                  <a:lnTo>
                    <a:pt x="8325" y="1222"/>
                  </a:lnTo>
                  <a:lnTo>
                    <a:pt x="8360" y="1276"/>
                  </a:lnTo>
                  <a:lnTo>
                    <a:pt x="8398" y="1222"/>
                  </a:lnTo>
                  <a:lnTo>
                    <a:pt x="8434" y="1276"/>
                  </a:lnTo>
                  <a:lnTo>
                    <a:pt x="8471" y="1222"/>
                  </a:lnTo>
                  <a:lnTo>
                    <a:pt x="8509" y="1276"/>
                  </a:lnTo>
                  <a:lnTo>
                    <a:pt x="8545" y="1222"/>
                  </a:lnTo>
                  <a:lnTo>
                    <a:pt x="8582" y="1276"/>
                  </a:lnTo>
                  <a:lnTo>
                    <a:pt x="8618" y="1222"/>
                  </a:lnTo>
                  <a:lnTo>
                    <a:pt x="8656" y="1276"/>
                  </a:lnTo>
                  <a:lnTo>
                    <a:pt x="8691" y="1222"/>
                  </a:lnTo>
                  <a:lnTo>
                    <a:pt x="8729" y="1276"/>
                  </a:lnTo>
                  <a:lnTo>
                    <a:pt x="8767" y="1222"/>
                  </a:lnTo>
                  <a:lnTo>
                    <a:pt x="8802" y="1276"/>
                  </a:lnTo>
                  <a:lnTo>
                    <a:pt x="8840" y="1222"/>
                  </a:lnTo>
                  <a:lnTo>
                    <a:pt x="8875" y="1276"/>
                  </a:lnTo>
                  <a:lnTo>
                    <a:pt x="8913" y="1222"/>
                  </a:lnTo>
                  <a:lnTo>
                    <a:pt x="8948" y="1276"/>
                  </a:lnTo>
                  <a:lnTo>
                    <a:pt x="8986" y="1222"/>
                  </a:lnTo>
                  <a:lnTo>
                    <a:pt x="9022" y="1276"/>
                  </a:lnTo>
                  <a:lnTo>
                    <a:pt x="9059" y="1222"/>
                  </a:lnTo>
                  <a:lnTo>
                    <a:pt x="9097" y="1276"/>
                  </a:lnTo>
                  <a:lnTo>
                    <a:pt x="9133" y="1222"/>
                  </a:lnTo>
                  <a:lnTo>
                    <a:pt x="9171" y="1276"/>
                  </a:lnTo>
                  <a:lnTo>
                    <a:pt x="9206" y="1222"/>
                  </a:lnTo>
                  <a:lnTo>
                    <a:pt x="9244" y="1276"/>
                  </a:lnTo>
                  <a:lnTo>
                    <a:pt x="9279" y="1222"/>
                  </a:lnTo>
                  <a:lnTo>
                    <a:pt x="9317" y="1276"/>
                  </a:lnTo>
                  <a:lnTo>
                    <a:pt x="9352" y="1222"/>
                  </a:lnTo>
                  <a:lnTo>
                    <a:pt x="9390" y="1276"/>
                  </a:lnTo>
                  <a:lnTo>
                    <a:pt x="9428" y="1222"/>
                  </a:lnTo>
                  <a:lnTo>
                    <a:pt x="9463" y="1276"/>
                  </a:lnTo>
                  <a:lnTo>
                    <a:pt x="9501" y="1222"/>
                  </a:lnTo>
                  <a:lnTo>
                    <a:pt x="9537" y="1276"/>
                  </a:lnTo>
                  <a:lnTo>
                    <a:pt x="9574" y="1222"/>
                  </a:lnTo>
                  <a:lnTo>
                    <a:pt x="9610" y="1276"/>
                  </a:lnTo>
                  <a:lnTo>
                    <a:pt x="9648" y="1222"/>
                  </a:lnTo>
                  <a:lnTo>
                    <a:pt x="9685" y="1276"/>
                  </a:lnTo>
                  <a:lnTo>
                    <a:pt x="9721" y="1222"/>
                  </a:lnTo>
                  <a:lnTo>
                    <a:pt x="9759" y="1276"/>
                  </a:lnTo>
                  <a:lnTo>
                    <a:pt x="9794" y="1222"/>
                  </a:lnTo>
                  <a:lnTo>
                    <a:pt x="9832" y="1276"/>
                  </a:lnTo>
                  <a:lnTo>
                    <a:pt x="9867" y="1222"/>
                  </a:lnTo>
                  <a:lnTo>
                    <a:pt x="9905" y="1276"/>
                  </a:lnTo>
                  <a:lnTo>
                    <a:pt x="9941" y="1222"/>
                  </a:lnTo>
                  <a:lnTo>
                    <a:pt x="9978" y="1276"/>
                  </a:lnTo>
                  <a:lnTo>
                    <a:pt x="10016" y="1222"/>
                  </a:lnTo>
                  <a:lnTo>
                    <a:pt x="10052" y="1276"/>
                  </a:lnTo>
                  <a:lnTo>
                    <a:pt x="10089" y="1222"/>
                  </a:lnTo>
                  <a:lnTo>
                    <a:pt x="10125" y="1276"/>
                  </a:lnTo>
                  <a:lnTo>
                    <a:pt x="10163" y="1222"/>
                  </a:lnTo>
                  <a:lnTo>
                    <a:pt x="10198" y="1276"/>
                  </a:lnTo>
                  <a:lnTo>
                    <a:pt x="10236" y="1222"/>
                  </a:lnTo>
                  <a:lnTo>
                    <a:pt x="10274" y="1276"/>
                  </a:lnTo>
                  <a:lnTo>
                    <a:pt x="10309" y="1222"/>
                  </a:lnTo>
                  <a:lnTo>
                    <a:pt x="10347" y="1276"/>
                  </a:lnTo>
                  <a:lnTo>
                    <a:pt x="10382" y="1222"/>
                  </a:lnTo>
                  <a:lnTo>
                    <a:pt x="10420" y="1276"/>
                  </a:lnTo>
                  <a:lnTo>
                    <a:pt x="10456" y="1222"/>
                  </a:lnTo>
                  <a:lnTo>
                    <a:pt x="10493" y="1276"/>
                  </a:lnTo>
                  <a:lnTo>
                    <a:pt x="10529" y="1222"/>
                  </a:lnTo>
                  <a:lnTo>
                    <a:pt x="10567" y="1276"/>
                  </a:lnTo>
                  <a:lnTo>
                    <a:pt x="10604" y="1222"/>
                  </a:lnTo>
                  <a:lnTo>
                    <a:pt x="10640" y="1276"/>
                  </a:lnTo>
                  <a:lnTo>
                    <a:pt x="10678" y="1222"/>
                  </a:lnTo>
                  <a:lnTo>
                    <a:pt x="10713" y="1276"/>
                  </a:lnTo>
                  <a:lnTo>
                    <a:pt x="10751" y="1222"/>
                  </a:lnTo>
                  <a:lnTo>
                    <a:pt x="10786" y="1276"/>
                  </a:lnTo>
                  <a:lnTo>
                    <a:pt x="10824" y="1222"/>
                  </a:lnTo>
                  <a:lnTo>
                    <a:pt x="10860" y="1276"/>
                  </a:lnTo>
                  <a:lnTo>
                    <a:pt x="10897" y="1222"/>
                  </a:lnTo>
                  <a:lnTo>
                    <a:pt x="10935" y="1276"/>
                  </a:lnTo>
                  <a:lnTo>
                    <a:pt x="10971" y="1222"/>
                  </a:lnTo>
                  <a:lnTo>
                    <a:pt x="11008" y="1276"/>
                  </a:lnTo>
                  <a:lnTo>
                    <a:pt x="11044" y="1222"/>
                  </a:lnTo>
                  <a:lnTo>
                    <a:pt x="11082" y="1276"/>
                  </a:lnTo>
                  <a:lnTo>
                    <a:pt x="11117" y="1222"/>
                  </a:lnTo>
                  <a:lnTo>
                    <a:pt x="11155" y="1276"/>
                  </a:lnTo>
                  <a:lnTo>
                    <a:pt x="11193" y="1222"/>
                  </a:lnTo>
                  <a:lnTo>
                    <a:pt x="11228" y="1276"/>
                  </a:lnTo>
                  <a:lnTo>
                    <a:pt x="11266" y="1222"/>
                  </a:lnTo>
                  <a:lnTo>
                    <a:pt x="11301" y="1276"/>
                  </a:lnTo>
                  <a:lnTo>
                    <a:pt x="11339" y="1222"/>
                  </a:lnTo>
                  <a:lnTo>
                    <a:pt x="11374" y="1276"/>
                  </a:lnTo>
                  <a:lnTo>
                    <a:pt x="11412" y="1222"/>
                  </a:lnTo>
                  <a:lnTo>
                    <a:pt x="11431" y="1250"/>
                  </a:lnTo>
                  <a:lnTo>
                    <a:pt x="11431" y="1276"/>
                  </a:lnTo>
                  <a:lnTo>
                    <a:pt x="11448" y="1276"/>
                  </a:lnTo>
                  <a:lnTo>
                    <a:pt x="114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 rotWithShape="1">
            <a:blip r:embed="rId2" cstate="print">
              <a:clrChange>
                <a:clrFrom>
                  <a:srgbClr val="BDCF3F"/>
                </a:clrFrom>
                <a:clrTo>
                  <a:srgbClr val="BDCF3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8" t="84638" r="87704" b="3657"/>
            <a:stretch/>
          </p:blipFill>
          <p:spPr>
            <a:xfrm>
              <a:off x="635431" y="10321871"/>
              <a:ext cx="1363850" cy="1427217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Content, image and picture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9426" y="3495674"/>
            <a:ext cx="5908675" cy="6524625"/>
          </a:xfrm>
        </p:spPr>
        <p:txBody>
          <a:bodyPr lIns="0" rIns="0"/>
          <a:lstStyle>
            <a:lvl1pPr>
              <a:lnSpc>
                <a:spcPts val="3800"/>
              </a:lnSpc>
              <a:defRPr/>
            </a:lvl1pPr>
            <a:lvl2pPr>
              <a:lnSpc>
                <a:spcPts val="3800"/>
              </a:lnSpc>
              <a:defRPr/>
            </a:lvl2pPr>
            <a:lvl3pPr>
              <a:lnSpc>
                <a:spcPts val="3800"/>
              </a:lnSpc>
              <a:defRPr/>
            </a:lvl3pPr>
            <a:lvl4pPr>
              <a:lnSpc>
                <a:spcPts val="3800"/>
              </a:lnSpc>
              <a:defRPr/>
            </a:lvl4pPr>
            <a:lvl5pPr>
              <a:lnSpc>
                <a:spcPts val="3800"/>
              </a:lnSpc>
              <a:defRPr/>
            </a:lvl5pPr>
          </a:lstStyle>
          <a:p>
            <a:pPr lvl="0"/>
            <a:r>
              <a:rPr lang="en-US" dirty="0" smtClean="0"/>
              <a:t>Object</a:t>
            </a:r>
            <a:endParaRPr lang="en-GB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79426" y="3324225"/>
            <a:ext cx="5908675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2223909" y="10210801"/>
            <a:ext cx="13592353" cy="1726634"/>
          </a:xfrm>
        </p:spPr>
        <p:txBody>
          <a:bodyPr anchor="ctr" anchorCtr="0">
            <a:normAutofit/>
          </a:bodyPr>
          <a:lstStyle>
            <a:lvl1pPr marL="0" indent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1pPr>
            <a:lvl2pPr marL="0" indent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2pPr>
            <a:lvl3pPr marL="0" indent="0">
              <a:defRPr sz="3000">
                <a:solidFill>
                  <a:schemeClr val="accent1"/>
                </a:solidFill>
              </a:defRPr>
            </a:lvl3pPr>
            <a:lvl4pPr marL="0" indent="0">
              <a:defRPr sz="3000">
                <a:solidFill>
                  <a:schemeClr val="accent1"/>
                </a:solidFill>
              </a:defRPr>
            </a:lvl4pPr>
            <a:lvl5pPr marL="0" indent="0">
              <a:defRPr sz="3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6754813" y="3289300"/>
            <a:ext cx="9061450" cy="6731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826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6259175" cy="12202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3286125" y="3289299"/>
            <a:ext cx="9752013" cy="5328568"/>
          </a:xfrm>
          <a:prstGeom prst="rect">
            <a:avLst/>
          </a:prstGeom>
        </p:spPr>
        <p:txBody>
          <a:bodyPr vert="horz" lIns="162589" tIns="81295" rIns="162589" bIns="81295" rtlCol="0" anchor="ctr">
            <a:normAutofit fontScale="97500"/>
          </a:bodyPr>
          <a:lstStyle>
            <a:lvl1pPr algn="l" defTabSz="1625895" rtl="0" eaLnBrk="1" latinLnBrk="0" hangingPunct="1"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GillSans" pitchFamily="2" charset="0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  <p:sp>
        <p:nvSpPr>
          <p:cNvPr id="13" name="Title 4"/>
          <p:cNvSpPr>
            <a:spLocks noGrp="1"/>
          </p:cNvSpPr>
          <p:nvPr>
            <p:ph type="title" idx="4294967295" hasCustomPrompt="1"/>
          </p:nvPr>
        </p:nvSpPr>
        <p:spPr>
          <a:xfrm>
            <a:off x="3286125" y="3688718"/>
            <a:ext cx="9752013" cy="3672408"/>
          </a:xfrm>
        </p:spPr>
        <p:txBody>
          <a:bodyPr>
            <a:noAutofit/>
          </a:bodyPr>
          <a:lstStyle/>
          <a:p>
            <a:r>
              <a:rPr lang="en-GB" sz="4000" b="1" dirty="0"/>
              <a:t/>
            </a:r>
            <a:br>
              <a:rPr lang="en-GB" sz="4000" b="1" dirty="0"/>
            </a:br>
            <a:r>
              <a:rPr lang="en-GB" sz="4000" dirty="0"/>
              <a:t/>
            </a:r>
            <a:br>
              <a:rPr lang="en-GB" sz="4000" dirty="0"/>
            </a:br>
            <a:endParaRPr lang="en-GB" sz="4000" dirty="0"/>
          </a:p>
        </p:txBody>
      </p:sp>
      <p:sp>
        <p:nvSpPr>
          <p:cNvPr id="14" name="Text Placeholder 20"/>
          <p:cNvSpPr>
            <a:spLocks noGrp="1"/>
          </p:cNvSpPr>
          <p:nvPr>
            <p:ph type="body" sz="quarter" idx="4294967295"/>
          </p:nvPr>
        </p:nvSpPr>
        <p:spPr>
          <a:xfrm>
            <a:off x="3286125" y="7325122"/>
            <a:ext cx="9752013" cy="1435772"/>
          </a:xfrm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64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itt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754" y="0"/>
            <a:ext cx="16260231" cy="12195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34" descr="twitter2.wm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89552" y="3932236"/>
            <a:ext cx="11607800" cy="49403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0"/>
          </p:nvPr>
        </p:nvSpPr>
        <p:spPr>
          <a:xfrm>
            <a:off x="2655227" y="5558457"/>
            <a:ext cx="9499259" cy="1530350"/>
          </a:xfrm>
        </p:spPr>
        <p:txBody>
          <a:bodyPr tIns="0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2"/>
          </p:nvPr>
        </p:nvSpPr>
        <p:spPr>
          <a:xfrm>
            <a:off x="2444834" y="4444563"/>
            <a:ext cx="9723719" cy="704212"/>
          </a:xfrm>
        </p:spPr>
        <p:txBody>
          <a:bodyPr/>
          <a:lstStyle>
            <a:lvl1pPr>
              <a:defRPr i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26" name="Picture 25" descr="twitter bird.wm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316047" y="4420057"/>
            <a:ext cx="875610" cy="622228"/>
          </a:xfrm>
          <a:prstGeom prst="rect">
            <a:avLst/>
          </a:prstGeom>
        </p:spPr>
      </p:pic>
      <p:sp>
        <p:nvSpPr>
          <p:cNvPr id="30" name="Picture Placeholder 29"/>
          <p:cNvSpPr>
            <a:spLocks noGrp="1"/>
          </p:cNvSpPr>
          <p:nvPr>
            <p:ph type="pic" sz="quarter" idx="13"/>
          </p:nvPr>
        </p:nvSpPr>
        <p:spPr>
          <a:xfrm>
            <a:off x="1412876" y="5680236"/>
            <a:ext cx="1031142" cy="1033302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 dirty="0" smtClean="0"/>
              <a:t>Click icon to add picture</a:t>
            </a:r>
            <a:endParaRPr lang="en-GB" dirty="0"/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4"/>
          </p:nvPr>
        </p:nvSpPr>
        <p:spPr>
          <a:xfrm>
            <a:off x="2655227" y="7258270"/>
            <a:ext cx="9481136" cy="914400"/>
          </a:xfrm>
        </p:spPr>
        <p:txBody>
          <a:bodyPr tIns="0">
            <a:noAutofit/>
          </a:bodyPr>
          <a:lstStyle>
            <a:lvl1pPr>
              <a:defRPr sz="2000">
                <a:solidFill>
                  <a:schemeClr val="accent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864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itt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754" y="0"/>
            <a:ext cx="16260231" cy="12195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454026" y="4983271"/>
            <a:ext cx="14214474" cy="2728982"/>
          </a:xfrm>
          <a:noFill/>
        </p:spPr>
        <p:txBody>
          <a:bodyPr wrap="square" rtlCol="0" anchor="t" anchorCtr="0">
            <a:spAutoFit/>
          </a:bodyPr>
          <a:lstStyle>
            <a:lvl1pPr algn="l">
              <a:defRPr lang="en-GB" sz="57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>
              <a:lnSpc>
                <a:spcPts val="9957"/>
              </a:lnSpc>
            </a:pPr>
            <a:r>
              <a:rPr kumimoji="0" lang="en-GB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GillSans" pitchFamily="2" charset="0"/>
                <a:ea typeface="+mj-ea"/>
                <a:cs typeface="+mj-cs"/>
              </a:rPr>
              <a:t>This is a single bullet page layout </a:t>
            </a:r>
            <a:r>
              <a:rPr kumimoji="0" lang="en-GB" sz="7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GillSans" pitchFamily="2" charset="0"/>
                <a:ea typeface="+mj-ea"/>
                <a:cs typeface="+mj-cs"/>
              </a:rPr>
              <a:t>GillSans</a:t>
            </a:r>
            <a:r>
              <a:rPr kumimoji="0" lang="en-GB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GillSans" pitchFamily="2" charset="0"/>
                <a:ea typeface="+mj-ea"/>
                <a:cs typeface="+mj-cs"/>
              </a:rPr>
              <a:t> 57pt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83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  <p:sp>
        <p:nvSpPr>
          <p:cNvPr id="6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460376" y="874260"/>
            <a:ext cx="15355888" cy="10845800"/>
          </a:xfrm>
          <a:ln w="3175">
            <a:solidFill>
              <a:schemeClr val="bg2"/>
            </a:solidFill>
          </a:ln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7628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436106" y="10232441"/>
            <a:ext cx="15414610" cy="1718121"/>
            <a:chOff x="436106" y="10232441"/>
            <a:chExt cx="15414610" cy="1718121"/>
          </a:xfrm>
        </p:grpSpPr>
        <p:sp>
          <p:nvSpPr>
            <p:cNvPr id="9" name="Freeform 6"/>
            <p:cNvSpPr>
              <a:spLocks/>
            </p:cNvSpPr>
            <p:nvPr userDrawn="1"/>
          </p:nvSpPr>
          <p:spPr bwMode="auto">
            <a:xfrm>
              <a:off x="436106" y="10232441"/>
              <a:ext cx="15414610" cy="1718121"/>
            </a:xfrm>
            <a:custGeom>
              <a:avLst/>
              <a:gdLst>
                <a:gd name="T0" fmla="*/ 128 w 11448"/>
                <a:gd name="T1" fmla="*/ 1276 h 1276"/>
                <a:gd name="T2" fmla="*/ 350 w 11448"/>
                <a:gd name="T3" fmla="*/ 1276 h 1276"/>
                <a:gd name="T4" fmla="*/ 570 w 11448"/>
                <a:gd name="T5" fmla="*/ 1276 h 1276"/>
                <a:gd name="T6" fmla="*/ 789 w 11448"/>
                <a:gd name="T7" fmla="*/ 1276 h 1276"/>
                <a:gd name="T8" fmla="*/ 1002 w 11448"/>
                <a:gd name="T9" fmla="*/ 1262 h 1276"/>
                <a:gd name="T10" fmla="*/ 1193 w 11448"/>
                <a:gd name="T11" fmla="*/ 1222 h 1276"/>
                <a:gd name="T12" fmla="*/ 1415 w 11448"/>
                <a:gd name="T13" fmla="*/ 1222 h 1276"/>
                <a:gd name="T14" fmla="*/ 1635 w 11448"/>
                <a:gd name="T15" fmla="*/ 1222 h 1276"/>
                <a:gd name="T16" fmla="*/ 1857 w 11448"/>
                <a:gd name="T17" fmla="*/ 1222 h 1276"/>
                <a:gd name="T18" fmla="*/ 2077 w 11448"/>
                <a:gd name="T19" fmla="*/ 1222 h 1276"/>
                <a:gd name="T20" fmla="*/ 2296 w 11448"/>
                <a:gd name="T21" fmla="*/ 1222 h 1276"/>
                <a:gd name="T22" fmla="*/ 2519 w 11448"/>
                <a:gd name="T23" fmla="*/ 1222 h 1276"/>
                <a:gd name="T24" fmla="*/ 2738 w 11448"/>
                <a:gd name="T25" fmla="*/ 1222 h 1276"/>
                <a:gd name="T26" fmla="*/ 2937 w 11448"/>
                <a:gd name="T27" fmla="*/ 1253 h 1276"/>
                <a:gd name="T28" fmla="*/ 3142 w 11448"/>
                <a:gd name="T29" fmla="*/ 1276 h 1276"/>
                <a:gd name="T30" fmla="*/ 3364 w 11448"/>
                <a:gd name="T31" fmla="*/ 1276 h 1276"/>
                <a:gd name="T32" fmla="*/ 3584 w 11448"/>
                <a:gd name="T33" fmla="*/ 1276 h 1276"/>
                <a:gd name="T34" fmla="*/ 3804 w 11448"/>
                <a:gd name="T35" fmla="*/ 1276 h 1276"/>
                <a:gd name="T36" fmla="*/ 4026 w 11448"/>
                <a:gd name="T37" fmla="*/ 1276 h 1276"/>
                <a:gd name="T38" fmla="*/ 4245 w 11448"/>
                <a:gd name="T39" fmla="*/ 1276 h 1276"/>
                <a:gd name="T40" fmla="*/ 4465 w 11448"/>
                <a:gd name="T41" fmla="*/ 1276 h 1276"/>
                <a:gd name="T42" fmla="*/ 4687 w 11448"/>
                <a:gd name="T43" fmla="*/ 1276 h 1276"/>
                <a:gd name="T44" fmla="*/ 4907 w 11448"/>
                <a:gd name="T45" fmla="*/ 1276 h 1276"/>
                <a:gd name="T46" fmla="*/ 5126 w 11448"/>
                <a:gd name="T47" fmla="*/ 1276 h 1276"/>
                <a:gd name="T48" fmla="*/ 5348 w 11448"/>
                <a:gd name="T49" fmla="*/ 1276 h 1276"/>
                <a:gd name="T50" fmla="*/ 5568 w 11448"/>
                <a:gd name="T51" fmla="*/ 1276 h 1276"/>
                <a:gd name="T52" fmla="*/ 5788 w 11448"/>
                <a:gd name="T53" fmla="*/ 1276 h 1276"/>
                <a:gd name="T54" fmla="*/ 6008 w 11448"/>
                <a:gd name="T55" fmla="*/ 1276 h 1276"/>
                <a:gd name="T56" fmla="*/ 6230 w 11448"/>
                <a:gd name="T57" fmla="*/ 1276 h 1276"/>
                <a:gd name="T58" fmla="*/ 6449 w 11448"/>
                <a:gd name="T59" fmla="*/ 1276 h 1276"/>
                <a:gd name="T60" fmla="*/ 6671 w 11448"/>
                <a:gd name="T61" fmla="*/ 1276 h 1276"/>
                <a:gd name="T62" fmla="*/ 6891 w 11448"/>
                <a:gd name="T63" fmla="*/ 1276 h 1276"/>
                <a:gd name="T64" fmla="*/ 7111 w 11448"/>
                <a:gd name="T65" fmla="*/ 1276 h 1276"/>
                <a:gd name="T66" fmla="*/ 7333 w 11448"/>
                <a:gd name="T67" fmla="*/ 1276 h 1276"/>
                <a:gd name="T68" fmla="*/ 7552 w 11448"/>
                <a:gd name="T69" fmla="*/ 1276 h 1276"/>
                <a:gd name="T70" fmla="*/ 7772 w 11448"/>
                <a:gd name="T71" fmla="*/ 1276 h 1276"/>
                <a:gd name="T72" fmla="*/ 7994 w 11448"/>
                <a:gd name="T73" fmla="*/ 1276 h 1276"/>
                <a:gd name="T74" fmla="*/ 8214 w 11448"/>
                <a:gd name="T75" fmla="*/ 1276 h 1276"/>
                <a:gd name="T76" fmla="*/ 8434 w 11448"/>
                <a:gd name="T77" fmla="*/ 1276 h 1276"/>
                <a:gd name="T78" fmla="*/ 8656 w 11448"/>
                <a:gd name="T79" fmla="*/ 1276 h 1276"/>
                <a:gd name="T80" fmla="*/ 8875 w 11448"/>
                <a:gd name="T81" fmla="*/ 1276 h 1276"/>
                <a:gd name="T82" fmla="*/ 9097 w 11448"/>
                <a:gd name="T83" fmla="*/ 1276 h 1276"/>
                <a:gd name="T84" fmla="*/ 9317 w 11448"/>
                <a:gd name="T85" fmla="*/ 1276 h 1276"/>
                <a:gd name="T86" fmla="*/ 9537 w 11448"/>
                <a:gd name="T87" fmla="*/ 1276 h 1276"/>
                <a:gd name="T88" fmla="*/ 9759 w 11448"/>
                <a:gd name="T89" fmla="*/ 1276 h 1276"/>
                <a:gd name="T90" fmla="*/ 9978 w 11448"/>
                <a:gd name="T91" fmla="*/ 1276 h 1276"/>
                <a:gd name="T92" fmla="*/ 10198 w 11448"/>
                <a:gd name="T93" fmla="*/ 1276 h 1276"/>
                <a:gd name="T94" fmla="*/ 10420 w 11448"/>
                <a:gd name="T95" fmla="*/ 1276 h 1276"/>
                <a:gd name="T96" fmla="*/ 10640 w 11448"/>
                <a:gd name="T97" fmla="*/ 1276 h 1276"/>
                <a:gd name="T98" fmla="*/ 10860 w 11448"/>
                <a:gd name="T99" fmla="*/ 1276 h 1276"/>
                <a:gd name="T100" fmla="*/ 11082 w 11448"/>
                <a:gd name="T101" fmla="*/ 1276 h 1276"/>
                <a:gd name="T102" fmla="*/ 11301 w 11448"/>
                <a:gd name="T103" fmla="*/ 1276 h 1276"/>
                <a:gd name="T104" fmla="*/ 11448 w 11448"/>
                <a:gd name="T105" fmla="*/ 1276 h 1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448" h="1276">
                  <a:moveTo>
                    <a:pt x="0" y="0"/>
                  </a:moveTo>
                  <a:lnTo>
                    <a:pt x="0" y="1250"/>
                  </a:lnTo>
                  <a:lnTo>
                    <a:pt x="19" y="1222"/>
                  </a:lnTo>
                  <a:lnTo>
                    <a:pt x="55" y="1276"/>
                  </a:lnTo>
                  <a:lnTo>
                    <a:pt x="93" y="1222"/>
                  </a:lnTo>
                  <a:lnTo>
                    <a:pt x="128" y="1276"/>
                  </a:lnTo>
                  <a:lnTo>
                    <a:pt x="166" y="1222"/>
                  </a:lnTo>
                  <a:lnTo>
                    <a:pt x="201" y="1276"/>
                  </a:lnTo>
                  <a:lnTo>
                    <a:pt x="239" y="1222"/>
                  </a:lnTo>
                  <a:lnTo>
                    <a:pt x="274" y="1276"/>
                  </a:lnTo>
                  <a:lnTo>
                    <a:pt x="312" y="1222"/>
                  </a:lnTo>
                  <a:lnTo>
                    <a:pt x="350" y="1276"/>
                  </a:lnTo>
                  <a:lnTo>
                    <a:pt x="385" y="1222"/>
                  </a:lnTo>
                  <a:lnTo>
                    <a:pt x="423" y="1276"/>
                  </a:lnTo>
                  <a:lnTo>
                    <a:pt x="459" y="1222"/>
                  </a:lnTo>
                  <a:lnTo>
                    <a:pt x="496" y="1276"/>
                  </a:lnTo>
                  <a:lnTo>
                    <a:pt x="532" y="1222"/>
                  </a:lnTo>
                  <a:lnTo>
                    <a:pt x="570" y="1276"/>
                  </a:lnTo>
                  <a:lnTo>
                    <a:pt x="605" y="1222"/>
                  </a:lnTo>
                  <a:lnTo>
                    <a:pt x="643" y="1276"/>
                  </a:lnTo>
                  <a:lnTo>
                    <a:pt x="681" y="1222"/>
                  </a:lnTo>
                  <a:lnTo>
                    <a:pt x="716" y="1276"/>
                  </a:lnTo>
                  <a:lnTo>
                    <a:pt x="754" y="1222"/>
                  </a:lnTo>
                  <a:lnTo>
                    <a:pt x="789" y="1276"/>
                  </a:lnTo>
                  <a:lnTo>
                    <a:pt x="827" y="1222"/>
                  </a:lnTo>
                  <a:lnTo>
                    <a:pt x="863" y="1276"/>
                  </a:lnTo>
                  <a:lnTo>
                    <a:pt x="900" y="1222"/>
                  </a:lnTo>
                  <a:lnTo>
                    <a:pt x="938" y="1276"/>
                  </a:lnTo>
                  <a:lnTo>
                    <a:pt x="974" y="1222"/>
                  </a:lnTo>
                  <a:lnTo>
                    <a:pt x="1002" y="1262"/>
                  </a:lnTo>
                  <a:lnTo>
                    <a:pt x="1011" y="1276"/>
                  </a:lnTo>
                  <a:lnTo>
                    <a:pt x="1047" y="1222"/>
                  </a:lnTo>
                  <a:lnTo>
                    <a:pt x="1085" y="1276"/>
                  </a:lnTo>
                  <a:lnTo>
                    <a:pt x="1120" y="1222"/>
                  </a:lnTo>
                  <a:lnTo>
                    <a:pt x="1158" y="1276"/>
                  </a:lnTo>
                  <a:lnTo>
                    <a:pt x="1193" y="1222"/>
                  </a:lnTo>
                  <a:lnTo>
                    <a:pt x="1231" y="1276"/>
                  </a:lnTo>
                  <a:lnTo>
                    <a:pt x="1269" y="1222"/>
                  </a:lnTo>
                  <a:lnTo>
                    <a:pt x="1304" y="1276"/>
                  </a:lnTo>
                  <a:lnTo>
                    <a:pt x="1342" y="1222"/>
                  </a:lnTo>
                  <a:lnTo>
                    <a:pt x="1378" y="1276"/>
                  </a:lnTo>
                  <a:lnTo>
                    <a:pt x="1415" y="1222"/>
                  </a:lnTo>
                  <a:lnTo>
                    <a:pt x="1451" y="1276"/>
                  </a:lnTo>
                  <a:lnTo>
                    <a:pt x="1489" y="1222"/>
                  </a:lnTo>
                  <a:lnTo>
                    <a:pt x="1526" y="1276"/>
                  </a:lnTo>
                  <a:lnTo>
                    <a:pt x="1562" y="1222"/>
                  </a:lnTo>
                  <a:lnTo>
                    <a:pt x="1600" y="1276"/>
                  </a:lnTo>
                  <a:lnTo>
                    <a:pt x="1635" y="1222"/>
                  </a:lnTo>
                  <a:lnTo>
                    <a:pt x="1673" y="1276"/>
                  </a:lnTo>
                  <a:lnTo>
                    <a:pt x="1708" y="1222"/>
                  </a:lnTo>
                  <a:lnTo>
                    <a:pt x="1746" y="1276"/>
                  </a:lnTo>
                  <a:lnTo>
                    <a:pt x="1782" y="1222"/>
                  </a:lnTo>
                  <a:lnTo>
                    <a:pt x="1819" y="1276"/>
                  </a:lnTo>
                  <a:lnTo>
                    <a:pt x="1857" y="1222"/>
                  </a:lnTo>
                  <a:lnTo>
                    <a:pt x="1893" y="1276"/>
                  </a:lnTo>
                  <a:lnTo>
                    <a:pt x="1930" y="1222"/>
                  </a:lnTo>
                  <a:lnTo>
                    <a:pt x="1966" y="1276"/>
                  </a:lnTo>
                  <a:lnTo>
                    <a:pt x="2004" y="1222"/>
                  </a:lnTo>
                  <a:lnTo>
                    <a:pt x="2039" y="1276"/>
                  </a:lnTo>
                  <a:lnTo>
                    <a:pt x="2077" y="1222"/>
                  </a:lnTo>
                  <a:lnTo>
                    <a:pt x="2112" y="1276"/>
                  </a:lnTo>
                  <a:lnTo>
                    <a:pt x="2150" y="1222"/>
                  </a:lnTo>
                  <a:lnTo>
                    <a:pt x="2188" y="1276"/>
                  </a:lnTo>
                  <a:lnTo>
                    <a:pt x="2223" y="1222"/>
                  </a:lnTo>
                  <a:lnTo>
                    <a:pt x="2261" y="1276"/>
                  </a:lnTo>
                  <a:lnTo>
                    <a:pt x="2296" y="1222"/>
                  </a:lnTo>
                  <a:lnTo>
                    <a:pt x="2334" y="1276"/>
                  </a:lnTo>
                  <a:lnTo>
                    <a:pt x="2370" y="1222"/>
                  </a:lnTo>
                  <a:lnTo>
                    <a:pt x="2408" y="1276"/>
                  </a:lnTo>
                  <a:lnTo>
                    <a:pt x="2445" y="1222"/>
                  </a:lnTo>
                  <a:lnTo>
                    <a:pt x="2481" y="1276"/>
                  </a:lnTo>
                  <a:lnTo>
                    <a:pt x="2519" y="1222"/>
                  </a:lnTo>
                  <a:lnTo>
                    <a:pt x="2554" y="1276"/>
                  </a:lnTo>
                  <a:lnTo>
                    <a:pt x="2592" y="1222"/>
                  </a:lnTo>
                  <a:lnTo>
                    <a:pt x="2627" y="1276"/>
                  </a:lnTo>
                  <a:lnTo>
                    <a:pt x="2665" y="1222"/>
                  </a:lnTo>
                  <a:lnTo>
                    <a:pt x="2700" y="1276"/>
                  </a:lnTo>
                  <a:lnTo>
                    <a:pt x="2738" y="1222"/>
                  </a:lnTo>
                  <a:lnTo>
                    <a:pt x="2776" y="1276"/>
                  </a:lnTo>
                  <a:lnTo>
                    <a:pt x="2811" y="1222"/>
                  </a:lnTo>
                  <a:lnTo>
                    <a:pt x="2849" y="1276"/>
                  </a:lnTo>
                  <a:lnTo>
                    <a:pt x="2885" y="1222"/>
                  </a:lnTo>
                  <a:lnTo>
                    <a:pt x="2922" y="1276"/>
                  </a:lnTo>
                  <a:lnTo>
                    <a:pt x="2937" y="1253"/>
                  </a:lnTo>
                  <a:lnTo>
                    <a:pt x="2958" y="1222"/>
                  </a:lnTo>
                  <a:lnTo>
                    <a:pt x="2996" y="1276"/>
                  </a:lnTo>
                  <a:lnTo>
                    <a:pt x="3033" y="1222"/>
                  </a:lnTo>
                  <a:lnTo>
                    <a:pt x="3069" y="1276"/>
                  </a:lnTo>
                  <a:lnTo>
                    <a:pt x="3107" y="1222"/>
                  </a:lnTo>
                  <a:lnTo>
                    <a:pt x="3142" y="1276"/>
                  </a:lnTo>
                  <a:lnTo>
                    <a:pt x="3180" y="1222"/>
                  </a:lnTo>
                  <a:lnTo>
                    <a:pt x="3215" y="1276"/>
                  </a:lnTo>
                  <a:lnTo>
                    <a:pt x="3253" y="1222"/>
                  </a:lnTo>
                  <a:lnTo>
                    <a:pt x="3289" y="1276"/>
                  </a:lnTo>
                  <a:lnTo>
                    <a:pt x="3326" y="1222"/>
                  </a:lnTo>
                  <a:lnTo>
                    <a:pt x="3364" y="1276"/>
                  </a:lnTo>
                  <a:lnTo>
                    <a:pt x="3400" y="1222"/>
                  </a:lnTo>
                  <a:lnTo>
                    <a:pt x="3437" y="1276"/>
                  </a:lnTo>
                  <a:lnTo>
                    <a:pt x="3473" y="1222"/>
                  </a:lnTo>
                  <a:lnTo>
                    <a:pt x="3511" y="1276"/>
                  </a:lnTo>
                  <a:lnTo>
                    <a:pt x="3546" y="1222"/>
                  </a:lnTo>
                  <a:lnTo>
                    <a:pt x="3584" y="1276"/>
                  </a:lnTo>
                  <a:lnTo>
                    <a:pt x="3619" y="1222"/>
                  </a:lnTo>
                  <a:lnTo>
                    <a:pt x="3657" y="1276"/>
                  </a:lnTo>
                  <a:lnTo>
                    <a:pt x="3695" y="1222"/>
                  </a:lnTo>
                  <a:lnTo>
                    <a:pt x="3730" y="1276"/>
                  </a:lnTo>
                  <a:lnTo>
                    <a:pt x="3768" y="1222"/>
                  </a:lnTo>
                  <a:lnTo>
                    <a:pt x="3804" y="1276"/>
                  </a:lnTo>
                  <a:lnTo>
                    <a:pt x="3841" y="1222"/>
                  </a:lnTo>
                  <a:lnTo>
                    <a:pt x="3877" y="1276"/>
                  </a:lnTo>
                  <a:lnTo>
                    <a:pt x="3915" y="1222"/>
                  </a:lnTo>
                  <a:lnTo>
                    <a:pt x="3952" y="1276"/>
                  </a:lnTo>
                  <a:lnTo>
                    <a:pt x="3988" y="1222"/>
                  </a:lnTo>
                  <a:lnTo>
                    <a:pt x="4026" y="1276"/>
                  </a:lnTo>
                  <a:lnTo>
                    <a:pt x="4061" y="1222"/>
                  </a:lnTo>
                  <a:lnTo>
                    <a:pt x="4099" y="1276"/>
                  </a:lnTo>
                  <a:lnTo>
                    <a:pt x="4134" y="1222"/>
                  </a:lnTo>
                  <a:lnTo>
                    <a:pt x="4172" y="1276"/>
                  </a:lnTo>
                  <a:lnTo>
                    <a:pt x="4208" y="1222"/>
                  </a:lnTo>
                  <a:lnTo>
                    <a:pt x="4245" y="1276"/>
                  </a:lnTo>
                  <a:lnTo>
                    <a:pt x="4283" y="1222"/>
                  </a:lnTo>
                  <a:lnTo>
                    <a:pt x="4319" y="1276"/>
                  </a:lnTo>
                  <a:lnTo>
                    <a:pt x="4356" y="1222"/>
                  </a:lnTo>
                  <a:lnTo>
                    <a:pt x="4392" y="1276"/>
                  </a:lnTo>
                  <a:lnTo>
                    <a:pt x="4430" y="1222"/>
                  </a:lnTo>
                  <a:lnTo>
                    <a:pt x="4465" y="1276"/>
                  </a:lnTo>
                  <a:lnTo>
                    <a:pt x="4503" y="1222"/>
                  </a:lnTo>
                  <a:lnTo>
                    <a:pt x="4541" y="1276"/>
                  </a:lnTo>
                  <a:lnTo>
                    <a:pt x="4576" y="1222"/>
                  </a:lnTo>
                  <a:lnTo>
                    <a:pt x="4614" y="1276"/>
                  </a:lnTo>
                  <a:lnTo>
                    <a:pt x="4649" y="1222"/>
                  </a:lnTo>
                  <a:lnTo>
                    <a:pt x="4687" y="1276"/>
                  </a:lnTo>
                  <a:lnTo>
                    <a:pt x="4722" y="1222"/>
                  </a:lnTo>
                  <a:lnTo>
                    <a:pt x="4760" y="1276"/>
                  </a:lnTo>
                  <a:lnTo>
                    <a:pt x="4796" y="1222"/>
                  </a:lnTo>
                  <a:lnTo>
                    <a:pt x="4834" y="1276"/>
                  </a:lnTo>
                  <a:lnTo>
                    <a:pt x="4871" y="1222"/>
                  </a:lnTo>
                  <a:lnTo>
                    <a:pt x="4907" y="1276"/>
                  </a:lnTo>
                  <a:lnTo>
                    <a:pt x="4945" y="1222"/>
                  </a:lnTo>
                  <a:lnTo>
                    <a:pt x="4980" y="1276"/>
                  </a:lnTo>
                  <a:lnTo>
                    <a:pt x="5018" y="1222"/>
                  </a:lnTo>
                  <a:lnTo>
                    <a:pt x="5053" y="1276"/>
                  </a:lnTo>
                  <a:lnTo>
                    <a:pt x="5091" y="1222"/>
                  </a:lnTo>
                  <a:lnTo>
                    <a:pt x="5126" y="1276"/>
                  </a:lnTo>
                  <a:lnTo>
                    <a:pt x="5164" y="1222"/>
                  </a:lnTo>
                  <a:lnTo>
                    <a:pt x="5202" y="1276"/>
                  </a:lnTo>
                  <a:lnTo>
                    <a:pt x="5237" y="1222"/>
                  </a:lnTo>
                  <a:lnTo>
                    <a:pt x="5275" y="1276"/>
                  </a:lnTo>
                  <a:lnTo>
                    <a:pt x="5311" y="1222"/>
                  </a:lnTo>
                  <a:lnTo>
                    <a:pt x="5348" y="1276"/>
                  </a:lnTo>
                  <a:lnTo>
                    <a:pt x="5384" y="1222"/>
                  </a:lnTo>
                  <a:lnTo>
                    <a:pt x="5422" y="1276"/>
                  </a:lnTo>
                  <a:lnTo>
                    <a:pt x="5459" y="1222"/>
                  </a:lnTo>
                  <a:lnTo>
                    <a:pt x="5495" y="1276"/>
                  </a:lnTo>
                  <a:lnTo>
                    <a:pt x="5533" y="1222"/>
                  </a:lnTo>
                  <a:lnTo>
                    <a:pt x="5568" y="1276"/>
                  </a:lnTo>
                  <a:lnTo>
                    <a:pt x="5606" y="1222"/>
                  </a:lnTo>
                  <a:lnTo>
                    <a:pt x="5641" y="1276"/>
                  </a:lnTo>
                  <a:lnTo>
                    <a:pt x="5679" y="1222"/>
                  </a:lnTo>
                  <a:lnTo>
                    <a:pt x="5715" y="1274"/>
                  </a:lnTo>
                  <a:lnTo>
                    <a:pt x="5752" y="1222"/>
                  </a:lnTo>
                  <a:lnTo>
                    <a:pt x="5788" y="1276"/>
                  </a:lnTo>
                  <a:lnTo>
                    <a:pt x="5826" y="1222"/>
                  </a:lnTo>
                  <a:lnTo>
                    <a:pt x="5861" y="1276"/>
                  </a:lnTo>
                  <a:lnTo>
                    <a:pt x="5899" y="1222"/>
                  </a:lnTo>
                  <a:lnTo>
                    <a:pt x="5934" y="1276"/>
                  </a:lnTo>
                  <a:lnTo>
                    <a:pt x="5972" y="1222"/>
                  </a:lnTo>
                  <a:lnTo>
                    <a:pt x="6008" y="1276"/>
                  </a:lnTo>
                  <a:lnTo>
                    <a:pt x="6045" y="1222"/>
                  </a:lnTo>
                  <a:lnTo>
                    <a:pt x="6083" y="1276"/>
                  </a:lnTo>
                  <a:lnTo>
                    <a:pt x="6119" y="1222"/>
                  </a:lnTo>
                  <a:lnTo>
                    <a:pt x="6156" y="1276"/>
                  </a:lnTo>
                  <a:lnTo>
                    <a:pt x="6192" y="1222"/>
                  </a:lnTo>
                  <a:lnTo>
                    <a:pt x="6230" y="1276"/>
                  </a:lnTo>
                  <a:lnTo>
                    <a:pt x="6265" y="1222"/>
                  </a:lnTo>
                  <a:lnTo>
                    <a:pt x="6303" y="1276"/>
                  </a:lnTo>
                  <a:lnTo>
                    <a:pt x="6341" y="1222"/>
                  </a:lnTo>
                  <a:lnTo>
                    <a:pt x="6376" y="1276"/>
                  </a:lnTo>
                  <a:lnTo>
                    <a:pt x="6414" y="1222"/>
                  </a:lnTo>
                  <a:lnTo>
                    <a:pt x="6449" y="1276"/>
                  </a:lnTo>
                  <a:lnTo>
                    <a:pt x="6487" y="1222"/>
                  </a:lnTo>
                  <a:lnTo>
                    <a:pt x="6522" y="1276"/>
                  </a:lnTo>
                  <a:lnTo>
                    <a:pt x="6560" y="1222"/>
                  </a:lnTo>
                  <a:lnTo>
                    <a:pt x="6596" y="1276"/>
                  </a:lnTo>
                  <a:lnTo>
                    <a:pt x="6634" y="1222"/>
                  </a:lnTo>
                  <a:lnTo>
                    <a:pt x="6671" y="1276"/>
                  </a:lnTo>
                  <a:lnTo>
                    <a:pt x="6707" y="1222"/>
                  </a:lnTo>
                  <a:lnTo>
                    <a:pt x="6745" y="1276"/>
                  </a:lnTo>
                  <a:lnTo>
                    <a:pt x="6780" y="1222"/>
                  </a:lnTo>
                  <a:lnTo>
                    <a:pt x="6818" y="1276"/>
                  </a:lnTo>
                  <a:lnTo>
                    <a:pt x="6853" y="1222"/>
                  </a:lnTo>
                  <a:lnTo>
                    <a:pt x="6891" y="1276"/>
                  </a:lnTo>
                  <a:lnTo>
                    <a:pt x="6926" y="1222"/>
                  </a:lnTo>
                  <a:lnTo>
                    <a:pt x="6964" y="1276"/>
                  </a:lnTo>
                  <a:lnTo>
                    <a:pt x="7002" y="1222"/>
                  </a:lnTo>
                  <a:lnTo>
                    <a:pt x="7037" y="1276"/>
                  </a:lnTo>
                  <a:lnTo>
                    <a:pt x="7075" y="1222"/>
                  </a:lnTo>
                  <a:lnTo>
                    <a:pt x="7111" y="1276"/>
                  </a:lnTo>
                  <a:lnTo>
                    <a:pt x="7148" y="1222"/>
                  </a:lnTo>
                  <a:lnTo>
                    <a:pt x="7184" y="1276"/>
                  </a:lnTo>
                  <a:lnTo>
                    <a:pt x="7222" y="1222"/>
                  </a:lnTo>
                  <a:lnTo>
                    <a:pt x="7259" y="1276"/>
                  </a:lnTo>
                  <a:lnTo>
                    <a:pt x="7295" y="1222"/>
                  </a:lnTo>
                  <a:lnTo>
                    <a:pt x="7333" y="1276"/>
                  </a:lnTo>
                  <a:lnTo>
                    <a:pt x="7368" y="1222"/>
                  </a:lnTo>
                  <a:lnTo>
                    <a:pt x="7406" y="1276"/>
                  </a:lnTo>
                  <a:lnTo>
                    <a:pt x="7441" y="1222"/>
                  </a:lnTo>
                  <a:lnTo>
                    <a:pt x="7479" y="1276"/>
                  </a:lnTo>
                  <a:lnTo>
                    <a:pt x="7515" y="1222"/>
                  </a:lnTo>
                  <a:lnTo>
                    <a:pt x="7552" y="1276"/>
                  </a:lnTo>
                  <a:lnTo>
                    <a:pt x="7590" y="1222"/>
                  </a:lnTo>
                  <a:lnTo>
                    <a:pt x="7626" y="1276"/>
                  </a:lnTo>
                  <a:lnTo>
                    <a:pt x="7663" y="1222"/>
                  </a:lnTo>
                  <a:lnTo>
                    <a:pt x="7699" y="1276"/>
                  </a:lnTo>
                  <a:lnTo>
                    <a:pt x="7737" y="1222"/>
                  </a:lnTo>
                  <a:lnTo>
                    <a:pt x="7772" y="1276"/>
                  </a:lnTo>
                  <a:lnTo>
                    <a:pt x="7810" y="1222"/>
                  </a:lnTo>
                  <a:lnTo>
                    <a:pt x="7845" y="1276"/>
                  </a:lnTo>
                  <a:lnTo>
                    <a:pt x="7883" y="1222"/>
                  </a:lnTo>
                  <a:lnTo>
                    <a:pt x="7921" y="1276"/>
                  </a:lnTo>
                  <a:lnTo>
                    <a:pt x="7956" y="1222"/>
                  </a:lnTo>
                  <a:lnTo>
                    <a:pt x="7994" y="1276"/>
                  </a:lnTo>
                  <a:lnTo>
                    <a:pt x="8030" y="1222"/>
                  </a:lnTo>
                  <a:lnTo>
                    <a:pt x="8067" y="1276"/>
                  </a:lnTo>
                  <a:lnTo>
                    <a:pt x="8103" y="1222"/>
                  </a:lnTo>
                  <a:lnTo>
                    <a:pt x="8141" y="1276"/>
                  </a:lnTo>
                  <a:lnTo>
                    <a:pt x="8178" y="1222"/>
                  </a:lnTo>
                  <a:lnTo>
                    <a:pt x="8214" y="1276"/>
                  </a:lnTo>
                  <a:lnTo>
                    <a:pt x="8252" y="1222"/>
                  </a:lnTo>
                  <a:lnTo>
                    <a:pt x="8287" y="1276"/>
                  </a:lnTo>
                  <a:lnTo>
                    <a:pt x="8325" y="1222"/>
                  </a:lnTo>
                  <a:lnTo>
                    <a:pt x="8360" y="1276"/>
                  </a:lnTo>
                  <a:lnTo>
                    <a:pt x="8398" y="1222"/>
                  </a:lnTo>
                  <a:lnTo>
                    <a:pt x="8434" y="1276"/>
                  </a:lnTo>
                  <a:lnTo>
                    <a:pt x="8471" y="1222"/>
                  </a:lnTo>
                  <a:lnTo>
                    <a:pt x="8509" y="1276"/>
                  </a:lnTo>
                  <a:lnTo>
                    <a:pt x="8545" y="1222"/>
                  </a:lnTo>
                  <a:lnTo>
                    <a:pt x="8582" y="1276"/>
                  </a:lnTo>
                  <a:lnTo>
                    <a:pt x="8618" y="1222"/>
                  </a:lnTo>
                  <a:lnTo>
                    <a:pt x="8656" y="1276"/>
                  </a:lnTo>
                  <a:lnTo>
                    <a:pt x="8691" y="1222"/>
                  </a:lnTo>
                  <a:lnTo>
                    <a:pt x="8729" y="1276"/>
                  </a:lnTo>
                  <a:lnTo>
                    <a:pt x="8767" y="1222"/>
                  </a:lnTo>
                  <a:lnTo>
                    <a:pt x="8802" y="1276"/>
                  </a:lnTo>
                  <a:lnTo>
                    <a:pt x="8840" y="1222"/>
                  </a:lnTo>
                  <a:lnTo>
                    <a:pt x="8875" y="1276"/>
                  </a:lnTo>
                  <a:lnTo>
                    <a:pt x="8913" y="1222"/>
                  </a:lnTo>
                  <a:lnTo>
                    <a:pt x="8948" y="1276"/>
                  </a:lnTo>
                  <a:lnTo>
                    <a:pt x="8986" y="1222"/>
                  </a:lnTo>
                  <a:lnTo>
                    <a:pt x="9022" y="1276"/>
                  </a:lnTo>
                  <a:lnTo>
                    <a:pt x="9059" y="1222"/>
                  </a:lnTo>
                  <a:lnTo>
                    <a:pt x="9097" y="1276"/>
                  </a:lnTo>
                  <a:lnTo>
                    <a:pt x="9133" y="1222"/>
                  </a:lnTo>
                  <a:lnTo>
                    <a:pt x="9171" y="1276"/>
                  </a:lnTo>
                  <a:lnTo>
                    <a:pt x="9206" y="1222"/>
                  </a:lnTo>
                  <a:lnTo>
                    <a:pt x="9244" y="1276"/>
                  </a:lnTo>
                  <a:lnTo>
                    <a:pt x="9279" y="1222"/>
                  </a:lnTo>
                  <a:lnTo>
                    <a:pt x="9317" y="1276"/>
                  </a:lnTo>
                  <a:lnTo>
                    <a:pt x="9352" y="1222"/>
                  </a:lnTo>
                  <a:lnTo>
                    <a:pt x="9390" y="1276"/>
                  </a:lnTo>
                  <a:lnTo>
                    <a:pt x="9428" y="1222"/>
                  </a:lnTo>
                  <a:lnTo>
                    <a:pt x="9463" y="1276"/>
                  </a:lnTo>
                  <a:lnTo>
                    <a:pt x="9501" y="1222"/>
                  </a:lnTo>
                  <a:lnTo>
                    <a:pt x="9537" y="1276"/>
                  </a:lnTo>
                  <a:lnTo>
                    <a:pt x="9574" y="1222"/>
                  </a:lnTo>
                  <a:lnTo>
                    <a:pt x="9610" y="1276"/>
                  </a:lnTo>
                  <a:lnTo>
                    <a:pt x="9648" y="1222"/>
                  </a:lnTo>
                  <a:lnTo>
                    <a:pt x="9685" y="1276"/>
                  </a:lnTo>
                  <a:lnTo>
                    <a:pt x="9721" y="1222"/>
                  </a:lnTo>
                  <a:lnTo>
                    <a:pt x="9759" y="1276"/>
                  </a:lnTo>
                  <a:lnTo>
                    <a:pt x="9794" y="1222"/>
                  </a:lnTo>
                  <a:lnTo>
                    <a:pt x="9832" y="1276"/>
                  </a:lnTo>
                  <a:lnTo>
                    <a:pt x="9867" y="1222"/>
                  </a:lnTo>
                  <a:lnTo>
                    <a:pt x="9905" y="1276"/>
                  </a:lnTo>
                  <a:lnTo>
                    <a:pt x="9941" y="1222"/>
                  </a:lnTo>
                  <a:lnTo>
                    <a:pt x="9978" y="1276"/>
                  </a:lnTo>
                  <a:lnTo>
                    <a:pt x="10016" y="1222"/>
                  </a:lnTo>
                  <a:lnTo>
                    <a:pt x="10052" y="1276"/>
                  </a:lnTo>
                  <a:lnTo>
                    <a:pt x="10089" y="1222"/>
                  </a:lnTo>
                  <a:lnTo>
                    <a:pt x="10125" y="1276"/>
                  </a:lnTo>
                  <a:lnTo>
                    <a:pt x="10163" y="1222"/>
                  </a:lnTo>
                  <a:lnTo>
                    <a:pt x="10198" y="1276"/>
                  </a:lnTo>
                  <a:lnTo>
                    <a:pt x="10236" y="1222"/>
                  </a:lnTo>
                  <a:lnTo>
                    <a:pt x="10274" y="1276"/>
                  </a:lnTo>
                  <a:lnTo>
                    <a:pt x="10309" y="1222"/>
                  </a:lnTo>
                  <a:lnTo>
                    <a:pt x="10347" y="1276"/>
                  </a:lnTo>
                  <a:lnTo>
                    <a:pt x="10382" y="1222"/>
                  </a:lnTo>
                  <a:lnTo>
                    <a:pt x="10420" y="1276"/>
                  </a:lnTo>
                  <a:lnTo>
                    <a:pt x="10456" y="1222"/>
                  </a:lnTo>
                  <a:lnTo>
                    <a:pt x="10493" y="1276"/>
                  </a:lnTo>
                  <a:lnTo>
                    <a:pt x="10529" y="1222"/>
                  </a:lnTo>
                  <a:lnTo>
                    <a:pt x="10567" y="1276"/>
                  </a:lnTo>
                  <a:lnTo>
                    <a:pt x="10604" y="1222"/>
                  </a:lnTo>
                  <a:lnTo>
                    <a:pt x="10640" y="1276"/>
                  </a:lnTo>
                  <a:lnTo>
                    <a:pt x="10678" y="1222"/>
                  </a:lnTo>
                  <a:lnTo>
                    <a:pt x="10713" y="1276"/>
                  </a:lnTo>
                  <a:lnTo>
                    <a:pt x="10751" y="1222"/>
                  </a:lnTo>
                  <a:lnTo>
                    <a:pt x="10786" y="1276"/>
                  </a:lnTo>
                  <a:lnTo>
                    <a:pt x="10824" y="1222"/>
                  </a:lnTo>
                  <a:lnTo>
                    <a:pt x="10860" y="1276"/>
                  </a:lnTo>
                  <a:lnTo>
                    <a:pt x="10897" y="1222"/>
                  </a:lnTo>
                  <a:lnTo>
                    <a:pt x="10935" y="1276"/>
                  </a:lnTo>
                  <a:lnTo>
                    <a:pt x="10971" y="1222"/>
                  </a:lnTo>
                  <a:lnTo>
                    <a:pt x="11008" y="1276"/>
                  </a:lnTo>
                  <a:lnTo>
                    <a:pt x="11044" y="1222"/>
                  </a:lnTo>
                  <a:lnTo>
                    <a:pt x="11082" y="1276"/>
                  </a:lnTo>
                  <a:lnTo>
                    <a:pt x="11117" y="1222"/>
                  </a:lnTo>
                  <a:lnTo>
                    <a:pt x="11155" y="1276"/>
                  </a:lnTo>
                  <a:lnTo>
                    <a:pt x="11193" y="1222"/>
                  </a:lnTo>
                  <a:lnTo>
                    <a:pt x="11228" y="1276"/>
                  </a:lnTo>
                  <a:lnTo>
                    <a:pt x="11266" y="1222"/>
                  </a:lnTo>
                  <a:lnTo>
                    <a:pt x="11301" y="1276"/>
                  </a:lnTo>
                  <a:lnTo>
                    <a:pt x="11339" y="1222"/>
                  </a:lnTo>
                  <a:lnTo>
                    <a:pt x="11374" y="1276"/>
                  </a:lnTo>
                  <a:lnTo>
                    <a:pt x="11412" y="1222"/>
                  </a:lnTo>
                  <a:lnTo>
                    <a:pt x="11431" y="1250"/>
                  </a:lnTo>
                  <a:lnTo>
                    <a:pt x="11431" y="1276"/>
                  </a:lnTo>
                  <a:lnTo>
                    <a:pt x="11448" y="1276"/>
                  </a:lnTo>
                  <a:lnTo>
                    <a:pt x="114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 rotWithShape="1">
            <a:blip r:embed="rId2" cstate="print">
              <a:clrChange>
                <a:clrFrom>
                  <a:srgbClr val="BDCF3F"/>
                </a:clrFrom>
                <a:clrTo>
                  <a:srgbClr val="BDCF3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8" t="84638" r="87704" b="3657"/>
            <a:stretch/>
          </p:blipFill>
          <p:spPr>
            <a:xfrm>
              <a:off x="635431" y="10321871"/>
              <a:ext cx="1363850" cy="1427217"/>
            </a:xfrm>
            <a:prstGeom prst="rect">
              <a:avLst/>
            </a:prstGeom>
          </p:spPr>
        </p:pic>
      </p:grp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2223911" y="10259786"/>
            <a:ext cx="13437004" cy="1611539"/>
          </a:xfrm>
        </p:spPr>
        <p:txBody>
          <a:bodyPr anchor="ctr" anchorCtr="0">
            <a:normAutofit/>
          </a:bodyPr>
          <a:lstStyle>
            <a:lvl1pPr marL="0" indent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1pPr>
            <a:lvl2pPr marL="0" indent="0">
              <a:lnSpc>
                <a:spcPts val="3000"/>
              </a:lnSpc>
              <a:defRPr sz="3000">
                <a:solidFill>
                  <a:schemeClr val="accent1"/>
                </a:solidFill>
              </a:defRPr>
            </a:lvl2pPr>
            <a:lvl3pPr marL="0" indent="0">
              <a:defRPr sz="3000">
                <a:solidFill>
                  <a:schemeClr val="accent1"/>
                </a:solidFill>
              </a:defRPr>
            </a:lvl3pPr>
            <a:lvl4pPr marL="0" indent="0">
              <a:defRPr sz="3000">
                <a:solidFill>
                  <a:schemeClr val="accent1"/>
                </a:solidFill>
              </a:defRPr>
            </a:lvl4pPr>
            <a:lvl5pPr marL="0" indent="0">
              <a:defRPr sz="3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 smtClean="0"/>
              <a:t>Caption</a:t>
            </a:r>
          </a:p>
        </p:txBody>
      </p:sp>
      <p:sp>
        <p:nvSpPr>
          <p:cNvPr id="7" name="Picture Placeholder 11"/>
          <p:cNvSpPr>
            <a:spLocks noGrp="1"/>
          </p:cNvSpPr>
          <p:nvPr>
            <p:ph type="pic" sz="quarter" idx="12" hasCustomPrompt="1"/>
          </p:nvPr>
        </p:nvSpPr>
        <p:spPr>
          <a:xfrm>
            <a:off x="460376" y="888774"/>
            <a:ext cx="15355888" cy="9164864"/>
          </a:xfrm>
          <a:ln w="3175">
            <a:solidFill>
              <a:schemeClr val="bg2"/>
            </a:solidFill>
          </a:ln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647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, conten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9425" y="5715001"/>
            <a:ext cx="9061450" cy="5694824"/>
          </a:xfrm>
        </p:spPr>
        <p:txBody>
          <a:bodyPr lIns="0" rIns="0"/>
          <a:lstStyle>
            <a:lvl1pPr>
              <a:lnSpc>
                <a:spcPts val="3800"/>
              </a:lnSpc>
              <a:defRPr/>
            </a:lvl1pPr>
            <a:lvl2pPr>
              <a:lnSpc>
                <a:spcPts val="3800"/>
              </a:lnSpc>
              <a:defRPr/>
            </a:lvl2pPr>
            <a:lvl3pPr>
              <a:lnSpc>
                <a:spcPts val="3800"/>
              </a:lnSpc>
              <a:defRPr/>
            </a:lvl3pPr>
            <a:lvl4pPr>
              <a:lnSpc>
                <a:spcPts val="3800"/>
              </a:lnSpc>
              <a:defRPr/>
            </a:lvl4pPr>
            <a:lvl5pPr>
              <a:lnSpc>
                <a:spcPts val="3800"/>
              </a:lnSpc>
              <a:defRPr/>
            </a:lvl5pPr>
          </a:lstStyle>
          <a:p>
            <a:pPr lvl="0"/>
            <a:r>
              <a:rPr lang="en-US" dirty="0" smtClean="0"/>
              <a:t>Object</a:t>
            </a:r>
            <a:endParaRPr lang="en-GB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479425" y="5527159"/>
            <a:ext cx="906145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3276600"/>
            <a:ext cx="9061450" cy="1703610"/>
          </a:xfrm>
        </p:spPr>
        <p:txBody>
          <a:bodyPr>
            <a:noAutofit/>
          </a:bodyPr>
          <a:lstStyle>
            <a:lvl1pPr>
              <a:defRPr sz="2700"/>
            </a:lvl1pPr>
            <a:lvl2pPr marL="431800" indent="-342900">
              <a:buFont typeface="GillSans" pitchFamily="2" charset="0"/>
              <a:buChar char="&gt;"/>
              <a:defRPr sz="2100"/>
            </a:lvl2pPr>
            <a:lvl3pPr marL="2083094" indent="-457200">
              <a:buFont typeface="Arial" pitchFamily="34" charset="0"/>
              <a:buChar char="•"/>
              <a:defRPr sz="2700"/>
            </a:lvl3pPr>
            <a:lvl4pPr marL="2896042" indent="-457200">
              <a:buFont typeface="Arial" pitchFamily="34" charset="0"/>
              <a:buChar char="•"/>
              <a:defRPr sz="2700"/>
            </a:lvl4pPr>
            <a:lvl5pPr marL="3708989" indent="-457200">
              <a:buFont typeface="Arial" pitchFamily="34" charset="0"/>
              <a:buChar char="•"/>
              <a:defRPr sz="2700"/>
            </a:lvl5pPr>
          </a:lstStyle>
          <a:p>
            <a:pPr lvl="0"/>
            <a:r>
              <a:rPr lang="en-US" dirty="0" smtClean="0"/>
              <a:t>Sub title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9910763" y="3276600"/>
            <a:ext cx="5905500" cy="81327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22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895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275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58" y="0"/>
            <a:ext cx="16260232" cy="12195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427" y="1209312"/>
            <a:ext cx="15554836" cy="2114913"/>
          </a:xfrm>
          <a:prstGeom prst="rect">
            <a:avLst/>
          </a:prstGeom>
        </p:spPr>
        <p:txBody>
          <a:bodyPr vert="horz" lIns="162589" tIns="81295" rIns="162589" bIns="81295" rtlCol="0" anchor="ctr">
            <a:normAutofit/>
          </a:bodyPr>
          <a:lstStyle/>
          <a:p>
            <a:r>
              <a:rPr lang="en-US" dirty="0" smtClean="0"/>
              <a:t>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425" y="3495675"/>
            <a:ext cx="15336838" cy="8252845"/>
          </a:xfrm>
          <a:prstGeom prst="rect">
            <a:avLst/>
          </a:prstGeom>
        </p:spPr>
        <p:txBody>
          <a:bodyPr vert="horz" lIns="0" tIns="81295" rIns="0" bIns="81295" rtlCol="0">
            <a:normAutofit/>
          </a:bodyPr>
          <a:lstStyle/>
          <a:p>
            <a:pPr lvl="0">
              <a:lnSpc>
                <a:spcPts val="3800"/>
              </a:lnSpc>
            </a:pPr>
            <a:r>
              <a:rPr lang="en-US" dirty="0" smtClean="0"/>
              <a:t>Content</a:t>
            </a:r>
            <a:endParaRPr lang="en-GB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51" y="402425"/>
            <a:ext cx="5148739" cy="649280"/>
          </a:xfrm>
          <a:prstGeom prst="rect">
            <a:avLst/>
          </a:prstGeom>
        </p:spPr>
        <p:txBody>
          <a:bodyPr/>
          <a:lstStyle>
            <a:lvl1pPr algn="l">
              <a:defRPr sz="2300">
                <a:solidFill>
                  <a:schemeClr val="bg2"/>
                </a:solidFill>
              </a:defRPr>
            </a:lvl1pPr>
          </a:lstStyle>
          <a:p>
            <a:r>
              <a:rPr lang="en-GB" dirty="0" smtClean="0"/>
              <a:t>SPEAKER NAME - EDIT FOOTER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448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60" r:id="rId3"/>
    <p:sldLayoutId id="2147483650" r:id="rId4"/>
    <p:sldLayoutId id="2147483661" r:id="rId5"/>
    <p:sldLayoutId id="2147483664" r:id="rId6"/>
    <p:sldLayoutId id="2147483662" r:id="rId7"/>
    <p:sldLayoutId id="2147483668" r:id="rId8"/>
    <p:sldLayoutId id="2147483666" r:id="rId9"/>
    <p:sldLayoutId id="2147483673" r:id="rId10"/>
    <p:sldLayoutId id="2147483663" r:id="rId11"/>
    <p:sldLayoutId id="2147483671" r:id="rId12"/>
    <p:sldLayoutId id="2147483665" r:id="rId13"/>
    <p:sldLayoutId id="2147483669" r:id="rId14"/>
    <p:sldLayoutId id="2147483670" r:id="rId15"/>
    <p:sldLayoutId id="2147483674" r:id="rId16"/>
    <p:sldLayoutId id="2147483654" r:id="rId17"/>
    <p:sldLayoutId id="2147483675" r:id="rId18"/>
    <p:sldLayoutId id="2147483667" r:id="rId19"/>
    <p:sldLayoutId id="2147483655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1625895" rtl="0" eaLnBrk="1" latinLnBrk="0" hangingPunct="1">
        <a:spcBef>
          <a:spcPct val="0"/>
        </a:spcBef>
        <a:buNone/>
        <a:defRPr sz="7200" kern="1200">
          <a:solidFill>
            <a:schemeClr val="tx1"/>
          </a:solidFill>
          <a:latin typeface="Gill Sans MT" pitchFamily="34" charset="0"/>
          <a:ea typeface="+mj-ea"/>
          <a:cs typeface="+mj-cs"/>
        </a:defRPr>
      </a:lvl1pPr>
    </p:titleStyle>
    <p:bodyStyle>
      <a:lvl1pPr marL="0" indent="0" algn="l" defTabSz="1625895" rtl="0" eaLnBrk="1" latinLnBrk="0" hangingPunct="1">
        <a:spcBef>
          <a:spcPts val="600"/>
        </a:spcBef>
        <a:buFont typeface="Arial" pitchFamily="34" charset="0"/>
        <a:buNone/>
        <a:defRPr lang="en-US" sz="3600" kern="1200" dirty="0" smtClean="0">
          <a:solidFill>
            <a:schemeClr val="accent1"/>
          </a:solidFill>
          <a:latin typeface="+mn-lt"/>
          <a:ea typeface="+mn-ea"/>
          <a:cs typeface="+mn-cs"/>
        </a:defRPr>
      </a:lvl1pPr>
      <a:lvl2pPr marL="812947" indent="0" algn="l" defTabSz="1625895" rtl="0" eaLnBrk="1" latinLnBrk="0" hangingPunct="1">
        <a:spcBef>
          <a:spcPts val="600"/>
        </a:spcBef>
        <a:buFont typeface="Arial" pitchFamily="34" charset="0"/>
        <a:buNone/>
        <a:defRPr lang="en-US" sz="3600" kern="1200" dirty="0" smtClean="0">
          <a:solidFill>
            <a:schemeClr val="accent1"/>
          </a:solidFill>
          <a:latin typeface="+mn-lt"/>
          <a:ea typeface="+mn-ea"/>
          <a:cs typeface="+mn-cs"/>
        </a:defRPr>
      </a:lvl2pPr>
      <a:lvl3pPr marL="1625894" indent="0" algn="l" defTabSz="1625895" rtl="0" eaLnBrk="1" latinLnBrk="0" hangingPunct="1">
        <a:spcBef>
          <a:spcPts val="600"/>
        </a:spcBef>
        <a:buFont typeface="Arial" pitchFamily="34" charset="0"/>
        <a:buNone/>
        <a:defRPr lang="en-US" sz="3600" kern="1200" dirty="0" smtClean="0">
          <a:solidFill>
            <a:schemeClr val="accent1"/>
          </a:solidFill>
          <a:latin typeface="+mn-lt"/>
          <a:ea typeface="+mn-ea"/>
          <a:cs typeface="+mn-cs"/>
        </a:defRPr>
      </a:lvl3pPr>
      <a:lvl4pPr marL="2438842" indent="0" algn="l" defTabSz="1625895" rtl="0" eaLnBrk="1" latinLnBrk="0" hangingPunct="1">
        <a:spcBef>
          <a:spcPts val="600"/>
        </a:spcBef>
        <a:buFont typeface="Arial" pitchFamily="34" charset="0"/>
        <a:buNone/>
        <a:defRPr lang="en-US" sz="3600" kern="1200" dirty="0" smtClean="0">
          <a:solidFill>
            <a:schemeClr val="accent1"/>
          </a:solidFill>
          <a:latin typeface="+mn-lt"/>
          <a:ea typeface="+mn-ea"/>
          <a:cs typeface="+mn-cs"/>
        </a:defRPr>
      </a:lvl4pPr>
      <a:lvl5pPr marL="3251789" indent="0" algn="l" defTabSz="1625895" rtl="0" eaLnBrk="1" latinLnBrk="0" hangingPunct="1">
        <a:spcBef>
          <a:spcPts val="600"/>
        </a:spcBef>
        <a:buFont typeface="Arial" pitchFamily="34" charset="0"/>
        <a:buNone/>
        <a:defRPr lang="en-GB" sz="3600" kern="1200" dirty="0" smtClean="0">
          <a:solidFill>
            <a:schemeClr val="accent1"/>
          </a:solidFill>
          <a:latin typeface="+mn-lt"/>
          <a:ea typeface="+mn-ea"/>
          <a:cs typeface="+mn-cs"/>
        </a:defRPr>
      </a:lvl5pPr>
      <a:lvl6pPr marL="4471210" indent="-406474" algn="l" defTabSz="1625895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284158" indent="-406474" algn="l" defTabSz="1625895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097105" indent="-406474" algn="l" defTabSz="1625895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10052" indent="-406474" algn="l" defTabSz="1625895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895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947" algn="l" defTabSz="1625895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895" algn="l" defTabSz="1625895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842" algn="l" defTabSz="1625895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789" algn="l" defTabSz="1625895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737" algn="l" defTabSz="1625895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7684" algn="l" defTabSz="1625895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90631" algn="l" defTabSz="1625895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3579" algn="l" defTabSz="1625895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11" Type="http://schemas.openxmlformats.org/officeDocument/2006/relationships/image" Target="../media/image18.jpeg"/><Relationship Id="rId5" Type="http://schemas.openxmlformats.org/officeDocument/2006/relationships/image" Target="../media/image12.jpeg"/><Relationship Id="rId10" Type="http://schemas.openxmlformats.org/officeDocument/2006/relationships/image" Target="../media/image17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eogadget.co.uk/playing-around-with-importxml-in-google-spreadsheets/" TargetMode="External"/><Relationship Id="rId2" Type="http://schemas.openxmlformats.org/officeDocument/2006/relationships/hyperlink" Target="http://www.distilled.net/blog/distilled/guide-to-google-docs-importxml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brelson.com/2009/11/using-google-spreadsheets-to-extract-twitter-data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24ways.org/2006/fast-and-simple-usability-testing" TargetMode="External"/><Relationship Id="rId2" Type="http://schemas.openxmlformats.org/officeDocument/2006/relationships/hyperlink" Target="http://www.howto.gov/sites/default/files/usability-test-script.pdf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boagworld.com/usability/what-goes-into-a-user-testing-script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google.com/analytics/bin/topic.py?hl=en&amp;topic=1745146" TargetMode="External"/><Relationship Id="rId2" Type="http://schemas.openxmlformats.org/officeDocument/2006/relationships/hyperlink" Target="http://marketingland.com/google-analytics-content-experiments-12170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6186" y="15499823"/>
            <a:ext cx="14146805" cy="1921633"/>
          </a:xfrm>
        </p:spPr>
        <p:txBody>
          <a:bodyPr>
            <a:noAutofit/>
          </a:bodyPr>
          <a:lstStyle/>
          <a:p>
            <a:r>
              <a:rPr lang="en-GB" sz="2000" smtClean="0"/>
              <a:t>¬16:9 style guide</a:t>
            </a:r>
            <a:br>
              <a:rPr lang="en-GB" sz="2000" smtClean="0"/>
            </a:br>
            <a:r>
              <a:rPr lang="en-GB" sz="2000" smtClean="0"/>
              <a:t/>
            </a:r>
            <a:br>
              <a:rPr lang="en-GB" sz="2000" smtClean="0"/>
            </a:br>
            <a:r>
              <a:rPr lang="en-GB" sz="2000" smtClean="0"/>
              <a:t>Title Page</a:t>
            </a:r>
            <a:br>
              <a:rPr lang="en-GB" sz="2000" smtClean="0"/>
            </a:br>
            <a:r>
              <a:rPr lang="en-GB" sz="2000" smtClean="0"/>
              <a:t>Title - Gill Sans regular 90pt #575756</a:t>
            </a:r>
            <a:br>
              <a:rPr lang="en-GB" sz="2000" smtClean="0"/>
            </a:br>
            <a:r>
              <a:rPr lang="en-GB" sz="2000" smtClean="0"/>
              <a:t>Speakers name in footer – Gill Sans regular 34pt uppercase #E9E9E9</a:t>
            </a:r>
            <a:br>
              <a:rPr lang="en-GB" sz="2000" smtClean="0"/>
            </a:br>
            <a:r>
              <a:rPr lang="en-GB" sz="2000" smtClean="0"/>
              <a:t/>
            </a:r>
            <a:br>
              <a:rPr lang="en-GB" sz="2000" smtClean="0"/>
            </a:br>
            <a:r>
              <a:rPr lang="en-GB" sz="2000" smtClean="0"/>
              <a:t>Divider Page</a:t>
            </a:r>
            <a:br>
              <a:rPr lang="en-GB" sz="2000" smtClean="0"/>
            </a:br>
            <a:r>
              <a:rPr lang="en-GB" sz="2000" smtClean="0"/>
              <a:t>Small speakers name at top – Gill Sans regular 23pt uppercase #868686</a:t>
            </a:r>
            <a:br>
              <a:rPr lang="en-GB" sz="2000" smtClean="0"/>
            </a:br>
            <a:r>
              <a:rPr lang="en-GB" sz="2000" smtClean="0"/>
              <a:t>Main title - Gill Sans regular 90pt #575756</a:t>
            </a:r>
            <a:br>
              <a:rPr lang="en-GB" sz="2000" smtClean="0"/>
            </a:br>
            <a:r>
              <a:rPr lang="en-GB" sz="2000" smtClean="0"/>
              <a:t/>
            </a:r>
            <a:br>
              <a:rPr lang="en-GB" sz="2000" smtClean="0"/>
            </a:br>
            <a:r>
              <a:rPr lang="en-GB" sz="2000" smtClean="0"/>
              <a:t>Single bullet point page</a:t>
            </a:r>
            <a:br>
              <a:rPr lang="en-GB" sz="2000" smtClean="0"/>
            </a:br>
            <a:r>
              <a:rPr lang="en-GB" sz="2000" smtClean="0"/>
              <a:t>Bullet – Gill Sans regular 57pt #575756</a:t>
            </a:r>
            <a:br>
              <a:rPr lang="en-GB" sz="2000" smtClean="0"/>
            </a:br>
            <a:r>
              <a:rPr lang="en-GB" sz="2000" smtClean="0"/>
              <a:t/>
            </a:r>
            <a:br>
              <a:rPr lang="en-GB" sz="2000" smtClean="0"/>
            </a:br>
            <a:r>
              <a:rPr lang="en-GB" sz="2000" smtClean="0"/>
              <a:t>image and content page 3 / 2 column grid</a:t>
            </a:r>
            <a:br>
              <a:rPr lang="en-GB" sz="2000" smtClean="0"/>
            </a:br>
            <a:r>
              <a:rPr lang="en-GB" sz="2000" smtClean="0"/>
              <a:t>title – Gill Sans regular 72pt #575756</a:t>
            </a:r>
            <a:br>
              <a:rPr lang="en-GB" sz="2000" smtClean="0"/>
            </a:br>
            <a:r>
              <a:rPr lang="en-GB" sz="2000" smtClean="0"/>
              <a:t>body copy – Gill Sans regular 36pt #706F6F</a:t>
            </a:r>
            <a:br>
              <a:rPr lang="en-GB" sz="2000" smtClean="0"/>
            </a:br>
            <a:r>
              <a:rPr lang="en-GB" sz="2000" smtClean="0"/>
              <a:t/>
            </a:r>
            <a:br>
              <a:rPr lang="en-GB" sz="2000" smtClean="0"/>
            </a:br>
            <a:r>
              <a:rPr lang="en-GB" sz="2000" smtClean="0"/>
              <a:t>green caption slide</a:t>
            </a:r>
            <a:br>
              <a:rPr lang="en-GB" sz="2000" smtClean="0"/>
            </a:br>
            <a:r>
              <a:rPr lang="en-GB" sz="2000" smtClean="0"/>
              <a:t>All other copy styled the same as 'image and content page 3 / 2 column grid'</a:t>
            </a:r>
            <a:br>
              <a:rPr lang="en-GB" sz="2000" smtClean="0"/>
            </a:br>
            <a:r>
              <a:rPr lang="en-GB" sz="2000" smtClean="0"/>
              <a:t>green text in caption – Gill Sans regular 30pt #706F6F</a:t>
            </a:r>
            <a:br>
              <a:rPr lang="en-GB" sz="2000" smtClean="0"/>
            </a:br>
            <a:r>
              <a:rPr lang="en-GB" sz="2000" smtClean="0"/>
              <a:t/>
            </a:r>
            <a:br>
              <a:rPr lang="en-GB" sz="2000" smtClean="0"/>
            </a:br>
            <a:r>
              <a:rPr lang="en-GB" sz="2000" smtClean="0"/>
              <a:t>Profile Page</a:t>
            </a:r>
            <a:br>
              <a:rPr lang="en-GB" sz="2000" smtClean="0"/>
            </a:br>
            <a:r>
              <a:rPr lang="en-GB" sz="2000" smtClean="0"/>
              <a:t>Title - Gill Sans regular 72pt #575756</a:t>
            </a:r>
            <a:br>
              <a:rPr lang="en-GB" sz="2000" smtClean="0"/>
            </a:br>
            <a:r>
              <a:rPr lang="en-GB" sz="2000" smtClean="0"/>
              <a:t>Job title – Gill Sans regular 27pt #575756</a:t>
            </a:r>
            <a:br>
              <a:rPr lang="en-GB" sz="2000" smtClean="0"/>
            </a:br>
            <a:r>
              <a:rPr lang="en-GB" sz="2000" smtClean="0"/>
              <a:t>company title – Gill Sans italic 27pt #575756</a:t>
            </a:r>
            <a:br>
              <a:rPr lang="en-GB" sz="2000" smtClean="0"/>
            </a:br>
            <a:r>
              <a:rPr lang="en-GB" sz="2000" smtClean="0"/>
              <a:t>email address and twitter – Gill Sans regular 21pt</a:t>
            </a:r>
            <a:br>
              <a:rPr lang="en-GB" sz="2000" smtClean="0"/>
            </a:br>
            <a:r>
              <a:rPr lang="en-GB" sz="2000" smtClean="0"/>
              <a:t>as before&gt; body copy – Gill Sans regular 36pt #706F6F</a:t>
            </a:r>
            <a:br>
              <a:rPr lang="en-GB" sz="2000" smtClean="0"/>
            </a:br>
            <a:r>
              <a:rPr lang="en-GB" sz="2000" smtClean="0"/>
              <a:t/>
            </a:r>
            <a:br>
              <a:rPr lang="en-GB" sz="2000" smtClean="0"/>
            </a:br>
            <a:r>
              <a:rPr lang="en-GB" sz="2000" smtClean="0"/>
              <a:t>Thank you</a:t>
            </a:r>
            <a:br>
              <a:rPr lang="en-GB" sz="2000" smtClean="0"/>
            </a:br>
            <a:r>
              <a:rPr lang="en-GB" sz="2000" smtClean="0"/>
              <a:t>Title - Gill Sans regular 90pt #575756</a:t>
            </a:r>
            <a:br>
              <a:rPr lang="en-GB" sz="2000" smtClean="0"/>
            </a:br>
            <a:r>
              <a:rPr lang="en-GB" sz="2000" smtClean="0"/>
              <a:t>Speakers name in footer – Gill Sans regular 34pt uppercase #E9E9E9</a:t>
            </a:r>
            <a:br>
              <a:rPr lang="en-GB" sz="2000" smtClean="0"/>
            </a:br>
            <a:endParaRPr lang="en-GB" sz="20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ROB MILLARD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3333182" y="4507770"/>
            <a:ext cx="9592813" cy="1446580"/>
          </a:xfrm>
          <a:prstGeom prst="rect">
            <a:avLst/>
          </a:prstGeom>
          <a:noFill/>
        </p:spPr>
        <p:txBody>
          <a:bodyPr wrap="none" lIns="162589" tIns="81295" rIns="162589" bIns="81295" rtlCol="0">
            <a:spAutoFit/>
          </a:bodyPr>
          <a:lstStyle/>
          <a:p>
            <a:pPr algn="ctr">
              <a:lnSpc>
                <a:spcPts val="9957"/>
              </a:lnSpc>
            </a:pPr>
            <a:r>
              <a:rPr lang="en-GB" sz="9000" dirty="0" smtClean="0"/>
              <a:t>15 Free CRO Tools</a:t>
            </a:r>
            <a:endParaRPr lang="en-GB" sz="9000" dirty="0"/>
          </a:p>
        </p:txBody>
      </p:sp>
    </p:spTree>
    <p:extLst>
      <p:ext uri="{BB962C8B-B14F-4D97-AF65-F5344CB8AC3E}">
        <p14:creationId xmlns:p14="http://schemas.microsoft.com/office/powerpoint/2010/main" val="71137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4294967295"/>
          </p:nvPr>
        </p:nvSpPr>
        <p:spPr>
          <a:xfrm>
            <a:off x="351689" y="409575"/>
            <a:ext cx="5148263" cy="649288"/>
          </a:xfrm>
        </p:spPr>
        <p:txBody>
          <a:bodyPr/>
          <a:lstStyle/>
          <a:p>
            <a:r>
              <a:rPr lang="en-GB" dirty="0" smtClean="0"/>
              <a:t>ROB MILLARD</a:t>
            </a:r>
            <a:endParaRPr lang="en-GB" dirty="0"/>
          </a:p>
        </p:txBody>
      </p:sp>
      <p:pic>
        <p:nvPicPr>
          <p:cNvPr id="2050" name="Picture 2" descr="https://encrypted-tbn1.google.com/images?q=tbn:ANd9GcTM8i1l0aAQZ9zOFuQMucWVa7qtFymikLRccFhIzbkPYr97dM2n7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993" y="4345733"/>
            <a:ext cx="2763471" cy="748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" descr="data:image/jpeg;base64,/9j/4AAQSkZJRgABAQAAAQABAAD/2wCEAAkGBhQSERIPEBQUEBQRFhgQGBYWFRcVGBwZHBUXGhYeHhYaHCYkHRkqGR4cKzAgIyg1Li0sGB4yNTIrNiYrLCkBCQoKDgwOGA8PGi8kHiU1KTIqNSwsMjU1KSk1NSkqLzY0NTE1MCkxKS01NSwuNSktNTQ1NSwqNSk1LTQsNTUwM//AABEIAF4AsQMBIgACEQEDEQH/xAAcAAEAAwADAQEAAAAAAAAAAAAABQYHAQMEAgj/xAA+EAACAQMCAwYDBgMFCQAAAAABAgMABBESIQUGMQcTQVFhcSKBkRQyQlKhsRUjYhZy0eHwMzRzgoOywcLT/8QAGgEBAAIDAQAAAAAAAAAAAAAAAAIFAQMGBP/EACwRAQACAgEBBgMJAAAAAAAAAAABAgMRBFEFEiExQWFxofAUIiMygZHB4fH/2gAMAwEAAhEDEQA/ANxpSlApSlApSlApSlApSlApSlApSlApSlApSuu4mCKztsFBY+wrEzqNyPDxrjSW65b4mP3V8/8AAetVq05nRyftQc5O2liEA/uDH1yTUJxPiDTSNK3j0HkPAV5a47ldq5MmXdPyx5RPr8WmbeLQo3ZV722c3EXihbUw89DHfP8AS1SlpdLIodDlW6f686zbhfFXgfWh2/EvgR6/41crS8UMk8f+yuTpYfll8D6Z6H1watuDz65PbrHT3j26x6J1snaVxSrxNzSlKBSlKBSlKBSlKBSlKBSlKBSlKBSlKBUDzncFbbA/GwU+27H9qnqr3PCZt1P5ZAT9GH714ufMxxsmujFvJRKtVpy3FDH314ev4c4A8htuW9KrVrIFkRjuFYMfYEZq5c3WLzRxyRfGFycDc4YDBA8a5bg4qzjyZe73rV1qP592qvVHtf2B27hwOmoAj/2qTHBRHBOsbExunepn7ysBkfsPpXTac2RiNI+5k1ABdCqCNvKpnidyBbyOcj+Wxweu6+XnvV1gpivW191mYj0rrXhO/inGkF/bT0H1pUP/AGXfyNKrvtPP+oR+80SlKV1raUpSgUpSgUpSgUpSgUpSgUpSgUpSgV4+MWXfQyR+LDb3G4/UV7KVG9IvWaz5SMkZcEg7EbVJ8K5jlgGlSGT8rdB7HqKlOb+BkSCaMZEhCsB+bw+v7+9Vh1IOCCCPA7GuDy0y8LNMRMxMevWGid1laH57fHwxKD5liR9MD9667GaS5IEh1GZhkeCxIctt4AtgeuKrscRboC3sM9Tj960XgfB+5XLYLsAD5ADoo9B+p3qz4VuRzcn4lpmsef1+8fNKN2SWkeVK5xSuq02uaUpWQpSlApSlApTNcZoOaUpQKUpQKUpQKUpQKUpQdVzbq6sjjKsMEVA3u8MsUoDSQlBqIGWUsNLZ9sg+oNWI1mvFrsPNIzBidRH39sAkDA07D0qo7UzVw1ideM7j9P6QtOl1MSvOsaACODEjAAAFz9wbeQ3+lS1Z5yrcstyiqSA+QRnY7GtCFbezuRHIpa8Rqd/58maztzSlKskmM89do08tw9rZu0ccbGLKffkYHScEb6c7ADr18sRMf8XtWWTF4uojGQ7qT4Aqcj5GvLyPOkPE4Dc4UJIyMW6K+GUEk9Pi8a3y44lFHgySxpq2Gp1XJPTGTQY1zhzvex37BZWh7kRju1Pwau7VnBX8Q1E9a++VeKcQa5HEJnn+zpqlmd8iIxgEkKp2J8gvjionn5M8VuFPQyKPqqVrfaJbn+F3SoPuoNh4KrqT8go/SgyniPN1/wARnKQmUAklIYSRhR56ep82J+grz3nNXEoF+xyzTwlCGwxIk6bDX1KemcVYexa9iSeeNyFkkRdBJAyASWA9ehx6V8ds97E9zAkZDPHGwcgg4ywKA+o+I4/qoPvinFuLT21lNbmdkaH4mgUkmQO6sW0jOdIX06+tVq85o4lExjmuLqJxglXZlbfpsd60Xg3NCWPA7eZsM5VkjT8z62x8h1P+dUfk3gJ4leNNdOO7Dd7KzMAXJOQg9/ToB7UHovOM8USwiuHnlEU0p0tnD40nGW66Cc4Hp6itE5B5t+0cPM075e21LKxx0Uagx908fMGpTmXgiXdlLbJp3X+XjGFdd06dBkAexNYFacXlgiubZfhFwFSQeI0Nn69QfTNBcuU+dLy54ojGV+6kZ2aIn+WsQVj08MADfz966eYOfbu/uPs9iXSNm0Isezvj8TN4DG+MgAdfOvb2dctt9gvrwD45oZYIvPZDqI93wP8AlNUrlmCaS4RLWUW8rghXaQx+GcagDuR4eOKCck4rxThcqd80g1fEFkfvY3A6jIJ39iCKv/MXaQsfD4buADvLoFUVt9LDaQnz0nb1OKpfH+S+Id2GvruAopyO+unIBO22U6+1RfNPCDBacPHeJMrd+4eNiyZZ49gT1xg+HXNB8213xS51XMT3cug5LoWwD1wANungBXr4Lz7eyXtuXncgyRxsmwQgkKcoNsnz860ns14hCeGQhWVe6DLICQNLamLE+Wc5z5GsmSdH4sJIsd294GXAwNJmyNvagt/aV2hSrO1laOYhH8Mjr94t1Kg+AHjjcnPzrKcT4pYgTubmNJBpBl1MpyDjZujeIzvtXVcSLFxhmuPupeFnyNsd8ST7VqvaXxCEcNmDMjGUKsYBB1NqBUj2xnPkKCB7IOYrid7mKeV5gqpIpc6iCSwO58Om1We85IV3Z1kK6iWwVz1365qjdiH+8XX/AAk/72rYK8+fjYuRERkjemJiJ81e4TygsMglLlyucDAAzjHmasNKVnBx8eCvdxxqCI0UpSt7LNeeeytriVrqzZVeT4njfZS3iytg4J8QfHeqzYdj17I4E3dwoNixcOcf0qv/AJIrcKUGW8d7KZpb5ZopE7k93qLk6xoVVO2PiJC9c9TWnywhlZGAZWBUg7gg7EH0xX3SgxrmDseuEkLWRWWInKqzhXX0ydjjzzmugdjV4Yg+qESFt4yxwF89YB3z4Y+dbZSgyXjfZTdvHaxxSxOsEIjIdmQBtTM5XCnIJI367Cog9jF8eptj/wBR/wD51uNKCkdm3JM1gJjO6HvdOEjJKjGckkgb7+VZTzAq3XEpltV2mn0J6ktgn2LZPzr9C39uZIpI1bQXRkDDwJUgH5VnHZ32dPb3TXNw0bdxlECFj8RGCx1KMfDnHv6UGhcH4YtvBFbp92JAg9cDc/M7/Os15s7IHaV5rEppcljE506SdzpbGMZ8DjHnWr0oMPteyS/kYd6Y4gPxPJrIHoFz+4q58d5Ts4eGxWNzOsOliY5nwD3hJZiF/Lucjyxv41faq3PXJA4hGgEndSRElSRlTnGQR8huKDNE7Krk/Es9qYSM96JjpK+eNP6Z+dQfA7UfxGCOFu9UXKqrYxqUSDDY8Bjepibstu1fuu8gOr+uQD5ju6v3I3Zotk/2mdxNNjC6QQiZGCRnctjbPkTtvQQ/P3K1vd3Z+z3MEV3gB4nbSGIGxyOj6cbeQFVHi/IMtpA011LCmkaY40cuzsTsAMDC+JPkKuHOXZO000t1bSoO9YyMkuoDUTk4ZQds+GKrnDeyq5mfDSwqBsTqkc/IFB+9BLdiMB7y7cbAJGmceJZz/r3q1W/H+ICaON7cPGzKHkETppXvWV9i5z8PdkH+95VN8rcsRWMAgiy2Tqdz1ZvM+Q8h4frUxQKUpQKUpQf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AutoShape 6" descr="data:image/jpeg;base64,/9j/4AAQSkZJRgABAQAAAQABAAD/2wCEAAkGBhQSERIPEBQUEBQRFhgQGBYWFRcVGBwZHBUXGhYeHhYaHCYkHRkqGR4cKzAgIyg1Li0sGB4yNTIrNiYrLCkBCQoKDgwOGA8PGi8kHiU1KTIqNSwsMjU1KSk1NSkqLzY0NTE1MCkxKS01NSwuNSktNTQ1NSwqNSk1LTQsNTUwM//AABEIAF4AsQMBIgACEQEDEQH/xAAcAAEAAwADAQEAAAAAAAAAAAAABQYHAQMEAgj/xAA+EAACAQMCAwYDBgMFCQAAAAABAgMABBESIQUGMQcTQVFhcSKBkRQyQlKhsRUjYhZy0eHwMzRzgoOywcLT/8QAGgEBAAIDAQAAAAAAAAAAAAAAAAIFAQMGBP/EACwRAQACAgEBBgMJAAAAAAAAAAABAgMRBFEFEiExQWFxofAUIiMygZHB4fH/2gAMAwEAAhEDEQA/ANxpSlApSlApSlApSlApSlApSlApSlApSlApSuu4mCKztsFBY+wrEzqNyPDxrjSW65b4mP3V8/8AAetVq05nRyftQc5O2liEA/uDH1yTUJxPiDTSNK3j0HkPAV5a47ldq5MmXdPyx5RPr8WmbeLQo3ZV722c3EXihbUw89DHfP8AS1SlpdLIodDlW6f686zbhfFXgfWh2/EvgR6/41crS8UMk8f+yuTpYfll8D6Z6H1watuDz65PbrHT3j26x6J1snaVxSrxNzSlKBSlKBSlKBSlKBSlKBSlKBSlKBSlKBUDzncFbbA/GwU+27H9qnqr3PCZt1P5ZAT9GH714ufMxxsmujFvJRKtVpy3FDH314ev4c4A8htuW9KrVrIFkRjuFYMfYEZq5c3WLzRxyRfGFycDc4YDBA8a5bg4qzjyZe73rV1qP592qvVHtf2B27hwOmoAj/2qTHBRHBOsbExunepn7ysBkfsPpXTac2RiNI+5k1ABdCqCNvKpnidyBbyOcj+Wxweu6+XnvV1gpivW191mYj0rrXhO/inGkF/bT0H1pUP/AGXfyNKrvtPP+oR+80SlKV1raUpSgUpSgUpSgUpSgUpSgUpSgUpSgV4+MWXfQyR+LDb3G4/UV7KVG9IvWaz5SMkZcEg7EbVJ8K5jlgGlSGT8rdB7HqKlOb+BkSCaMZEhCsB+bw+v7+9Vh1IOCCCPA7GuDy0y8LNMRMxMevWGid1laH57fHwxKD5liR9MD9667GaS5IEh1GZhkeCxIctt4AtgeuKrscRboC3sM9Tj960XgfB+5XLYLsAD5ADoo9B+p3qz4VuRzcn4lpmsef1+8fNKN2SWkeVK5xSuq02uaUpWQpSlApSlApTNcZoOaUpQKUpQKUpQKUpQKUpQdVzbq6sjjKsMEVA3u8MsUoDSQlBqIGWUsNLZ9sg+oNWI1mvFrsPNIzBidRH39sAkDA07D0qo7UzVw1ideM7j9P6QtOl1MSvOsaACODEjAAAFz9wbeQ3+lS1Z5yrcstyiqSA+QRnY7GtCFbezuRHIpa8Rqd/58maztzSlKskmM89do08tw9rZu0ccbGLKffkYHScEb6c7ADr18sRMf8XtWWTF4uojGQ7qT4Aqcj5GvLyPOkPE4Dc4UJIyMW6K+GUEk9Pi8a3y44lFHgySxpq2Gp1XJPTGTQY1zhzvex37BZWh7kRju1Pwau7VnBX8Q1E9a++VeKcQa5HEJnn+zpqlmd8iIxgEkKp2J8gvjionn5M8VuFPQyKPqqVrfaJbn+F3SoPuoNh4KrqT8go/SgyniPN1/wARnKQmUAklIYSRhR56ep82J+grz3nNXEoF+xyzTwlCGwxIk6bDX1KemcVYexa9iSeeNyFkkRdBJAyASWA9ehx6V8ds97E9zAkZDPHGwcgg4ywKA+o+I4/qoPvinFuLT21lNbmdkaH4mgUkmQO6sW0jOdIX06+tVq85o4lExjmuLqJxglXZlbfpsd60Xg3NCWPA7eZsM5VkjT8z62x8h1P+dUfk3gJ4leNNdOO7Dd7KzMAXJOQg9/ToB7UHovOM8USwiuHnlEU0p0tnD40nGW66Cc4Hp6itE5B5t+0cPM075e21LKxx0Uagx908fMGpTmXgiXdlLbJp3X+XjGFdd06dBkAexNYFacXlgiubZfhFwFSQeI0Nn69QfTNBcuU+dLy54ojGV+6kZ2aIn+WsQVj08MADfz966eYOfbu/uPs9iXSNm0Isezvj8TN4DG+MgAdfOvb2dctt9gvrwD45oZYIvPZDqI93wP8AlNUrlmCaS4RLWUW8rghXaQx+GcagDuR4eOKCck4rxThcqd80g1fEFkfvY3A6jIJ39iCKv/MXaQsfD4buADvLoFUVt9LDaQnz0nb1OKpfH+S+Id2GvruAopyO+unIBO22U6+1RfNPCDBacPHeJMrd+4eNiyZZ49gT1xg+HXNB8213xS51XMT3cug5LoWwD1wANungBXr4Lz7eyXtuXncgyRxsmwQgkKcoNsnz860ns14hCeGQhWVe6DLICQNLamLE+Wc5z5GsmSdH4sJIsd294GXAwNJmyNvagt/aV2hSrO1laOYhH8Mjr94t1Kg+AHjjcnPzrKcT4pYgTubmNJBpBl1MpyDjZujeIzvtXVcSLFxhmuPupeFnyNsd8ST7VqvaXxCEcNmDMjGUKsYBB1NqBUj2xnPkKCB7IOYrid7mKeV5gqpIpc6iCSwO58Om1We85IV3Z1kK6iWwVz1365qjdiH+8XX/AAk/72rYK8+fjYuRERkjemJiJ81e4TygsMglLlyucDAAzjHmasNKVnBx8eCvdxxqCI0UpSt7LNeeeytriVrqzZVeT4njfZS3iytg4J8QfHeqzYdj17I4E3dwoNixcOcf0qv/AJIrcKUGW8d7KZpb5ZopE7k93qLk6xoVVO2PiJC9c9TWnywhlZGAZWBUg7gg7EH0xX3SgxrmDseuEkLWRWWInKqzhXX0ydjjzzmugdjV4Yg+qESFt4yxwF89YB3z4Y+dbZSgyXjfZTdvHaxxSxOsEIjIdmQBtTM5XCnIJI367Cog9jF8eptj/wBR/wD51uNKCkdm3JM1gJjO6HvdOEjJKjGckkgb7+VZTzAq3XEpltV2mn0J6ktgn2LZPzr9C39uZIpI1bQXRkDDwJUgH5VnHZ32dPb3TXNw0bdxlECFj8RGCx1KMfDnHv6UGhcH4YtvBFbp92JAg9cDc/M7/Os15s7IHaV5rEppcljE506SdzpbGMZ8DjHnWr0oMPteyS/kYd6Y4gPxPJrIHoFz+4q58d5Ts4eGxWNzOsOliY5nwD3hJZiF/Lucjyxv41faq3PXJA4hGgEndSRElSRlTnGQR8huKDNE7Krk/Es9qYSM96JjpK+eNP6Z+dQfA7UfxGCOFu9UXKqrYxqUSDDY8Bjepibstu1fuu8gOr+uQD5ju6v3I3Zotk/2mdxNNjC6QQiZGCRnctjbPkTtvQQ/P3K1vd3Z+z3MEV3gB4nbSGIGxyOj6cbeQFVHi/IMtpA011LCmkaY40cuzsTsAMDC+JPkKuHOXZO000t1bSoO9YyMkuoDUTk4ZQds+GKrnDeyq5mfDSwqBsTqkc/IFB+9BLdiMB7y7cbAJGmceJZz/r3q1W/H+ICaON7cPGzKHkETppXvWV9i5z8PdkH+95VN8rcsRWMAgiy2Tqdz1ZvM+Q8h4frUxQKUpQKUpQf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8" descr="data:image/jpeg;base64,/9j/4AAQSkZJRgABAQAAAQABAAD/2wCEAAkGBhQSERIPEBQUEBQRFhgQGBYWFRcVGBwZHBUXGhYeHhYaHCYkHRkqGR4cKzAgIyg1Li0sGB4yNTIrNiYrLCkBCQoKDgwOGA8PGi8kHiU1KTIqNSwsMjU1KSk1NSkqLzY0NTE1MCkxKS01NSwuNSktNTQ1NSwqNSk1LTQsNTUwM//AABEIAF4AsQMBIgACEQEDEQH/xAAcAAEAAwADAQEAAAAAAAAAAAAABQYHAQMEAgj/xAA+EAACAQMCAwYDBgMFCQAAAAABAgMABBESIQUGMQcTQVFhcSKBkRQyQlKhsRUjYhZy0eHwMzRzgoOywcLT/8QAGgEBAAIDAQAAAAAAAAAAAAAAAAIFAQMGBP/EACwRAQACAgEBBgMJAAAAAAAAAAABAgMRBFEFEiExQWFxofAUIiMygZHB4fH/2gAMAwEAAhEDEQA/ANxpSlApSlApSlApSlApSlApSlApSlApSlApSuu4mCKztsFBY+wrEzqNyPDxrjSW65b4mP3V8/8AAetVq05nRyftQc5O2liEA/uDH1yTUJxPiDTSNK3j0HkPAV5a47ldq5MmXdPyx5RPr8WmbeLQo3ZV722c3EXihbUw89DHfP8AS1SlpdLIodDlW6f686zbhfFXgfWh2/EvgR6/41crS8UMk8f+yuTpYfll8D6Z6H1watuDz65PbrHT3j26x6J1snaVxSrxNzSlKBSlKBSlKBSlKBSlKBSlKBSlKBSlKBUDzncFbbA/GwU+27H9qnqr3PCZt1P5ZAT9GH714ufMxxsmujFvJRKtVpy3FDH314ev4c4A8htuW9KrVrIFkRjuFYMfYEZq5c3WLzRxyRfGFycDc4YDBA8a5bg4qzjyZe73rV1qP592qvVHtf2B27hwOmoAj/2qTHBRHBOsbExunepn7ysBkfsPpXTac2RiNI+5k1ABdCqCNvKpnidyBbyOcj+Wxweu6+XnvV1gpivW191mYj0rrXhO/inGkF/bT0H1pUP/AGXfyNKrvtPP+oR+80SlKV1raUpSgUpSgUpSgUpSgUpSgUpSgUpSgV4+MWXfQyR+LDb3G4/UV7KVG9IvWaz5SMkZcEg7EbVJ8K5jlgGlSGT8rdB7HqKlOb+BkSCaMZEhCsB+bw+v7+9Vh1IOCCCPA7GuDy0y8LNMRMxMevWGid1laH57fHwxKD5liR9MD9667GaS5IEh1GZhkeCxIctt4AtgeuKrscRboC3sM9Tj960XgfB+5XLYLsAD5ADoo9B+p3qz4VuRzcn4lpmsef1+8fNKN2SWkeVK5xSuq02uaUpWQpSlApSlApTNcZoOaUpQKUpQKUpQKUpQKUpQdVzbq6sjjKsMEVA3u8MsUoDSQlBqIGWUsNLZ9sg+oNWI1mvFrsPNIzBidRH39sAkDA07D0qo7UzVw1ideM7j9P6QtOl1MSvOsaACODEjAAAFz9wbeQ3+lS1Z5yrcstyiqSA+QRnY7GtCFbezuRHIpa8Rqd/58maztzSlKskmM89do08tw9rZu0ccbGLKffkYHScEb6c7ADr18sRMf8XtWWTF4uojGQ7qT4Aqcj5GvLyPOkPE4Dc4UJIyMW6K+GUEk9Pi8a3y44lFHgySxpq2Gp1XJPTGTQY1zhzvex37BZWh7kRju1Pwau7VnBX8Q1E9a++VeKcQa5HEJnn+zpqlmd8iIxgEkKp2J8gvjionn5M8VuFPQyKPqqVrfaJbn+F3SoPuoNh4KrqT8go/SgyniPN1/wARnKQmUAklIYSRhR56ep82J+grz3nNXEoF+xyzTwlCGwxIk6bDX1KemcVYexa9iSeeNyFkkRdBJAyASWA9ehx6V8ds97E9zAkZDPHGwcgg4ywKA+o+I4/qoPvinFuLT21lNbmdkaH4mgUkmQO6sW0jOdIX06+tVq85o4lExjmuLqJxglXZlbfpsd60Xg3NCWPA7eZsM5VkjT8z62x8h1P+dUfk3gJ4leNNdOO7Dd7KzMAXJOQg9/ToB7UHovOM8USwiuHnlEU0p0tnD40nGW66Cc4Hp6itE5B5t+0cPM075e21LKxx0Uagx908fMGpTmXgiXdlLbJp3X+XjGFdd06dBkAexNYFacXlgiubZfhFwFSQeI0Nn69QfTNBcuU+dLy54ojGV+6kZ2aIn+WsQVj08MADfz966eYOfbu/uPs9iXSNm0Isezvj8TN4DG+MgAdfOvb2dctt9gvrwD45oZYIvPZDqI93wP8AlNUrlmCaS4RLWUW8rghXaQx+GcagDuR4eOKCck4rxThcqd80g1fEFkfvY3A6jIJ39iCKv/MXaQsfD4buADvLoFUVt9LDaQnz0nb1OKpfH+S+Id2GvruAopyO+unIBO22U6+1RfNPCDBacPHeJMrd+4eNiyZZ49gT1xg+HXNB8213xS51XMT3cug5LoWwD1wANungBXr4Lz7eyXtuXncgyRxsmwQgkKcoNsnz860ns14hCeGQhWVe6DLICQNLamLE+Wc5z5GsmSdH4sJIsd294GXAwNJmyNvagt/aV2hSrO1laOYhH8Mjr94t1Kg+AHjjcnPzrKcT4pYgTubmNJBpBl1MpyDjZujeIzvtXVcSLFxhmuPupeFnyNsd8ST7VqvaXxCEcNmDMjGUKsYBB1NqBUj2xnPkKCB7IOYrid7mKeV5gqpIpc6iCSwO58Om1We85IV3Z1kK6iWwVz1365qjdiH+8XX/AAk/72rYK8+fjYuRERkjemJiJ81e4TygsMglLlyucDAAzjHmasNKVnBx8eCvdxxqCI0UpSt7LNeeeytriVrqzZVeT4njfZS3iytg4J8QfHeqzYdj17I4E3dwoNixcOcf0qv/AJIrcKUGW8d7KZpb5ZopE7k93qLk6xoVVO2PiJC9c9TWnywhlZGAZWBUg7gg7EH0xX3SgxrmDseuEkLWRWWInKqzhXX0ydjjzzmugdjV4Yg+qESFt4yxwF89YB3z4Y+dbZSgyXjfZTdvHaxxSxOsEIjIdmQBtTM5XCnIJI367Cog9jF8eptj/wBR/wD51uNKCkdm3JM1gJjO6HvdOEjJKjGckkgb7+VZTzAq3XEpltV2mn0J6ktgn2LZPzr9C39uZIpI1bQXRkDDwJUgH5VnHZ32dPb3TXNw0bdxlECFj8RGCx1KMfDnHv6UGhcH4YtvBFbp92JAg9cDc/M7/Os15s7IHaV5rEppcljE506SdzpbGMZ8DjHnWr0oMPteyS/kYd6Y4gPxPJrIHoFz+4q58d5Ts4eGxWNzOsOliY5nwD3hJZiF/Lucjyxv41faq3PXJA4hGgEndSRElSRlTnGQR8huKDNE7Krk/Es9qYSM96JjpK+eNP6Z+dQfA7UfxGCOFu9UXKqrYxqUSDDY8Bjepibstu1fuu8gOr+uQD5ju6v3I3Zotk/2mdxNNjC6QQiZGCRnctjbPkTtvQQ/P3K1vd3Z+z3MEV3gB4nbSGIGxyOj6cbeQFVHi/IMtpA011LCmkaY40cuzsTsAMDC+JPkKuHOXZO000t1bSoO9YyMkuoDUTk4ZQds+GKrnDeyq5mfDSwqBsTqkc/IFB+9BLdiMB7y7cbAJGmceJZz/r3q1W/H+ICaON7cPGzKHkETppXvWV9i5z8PdkH+95VN8rcsRWMAgiy2Tqdz1ZvM+Q8h4frUxQKUpQKUpQf/2Q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10" descr="data:image/jpeg;base64,/9j/4AAQSkZJRgABAQAAAQABAAD/2wCEAAkGBhQQERQUEhIWFBUUFBsYFRYWFh8ZFBwTFxYXGhocFhcYHCYhIxkkGRgTKy8gJyc1LSwuHiE1PDE2QSc3LC8BCQoKDAwOFw4PGTUfHiQsNSw1NS41NDY0LDUpNTUqNTUpNTQ1NSw1LCw1LTQ1KSwpNTQ2NTQzNSs1LTU1NSwpMf/AABEIAFYAogMBIgACEQEDEQH/xAAbAAEAAwEBAQEAAAAAAAAAAAAABQYHBAMCAf/EADwQAAIBAwIDBQUFBQkBAAAAAAECAAMEEQUSBiExBxNBUWEiMnGBkRRCUnLBU2KhsdEVMzRUc5Oy0vEX/8QAGgEBAAMBAQEAAAAAAAAAAAAAAAIDBQYBBP/EACYRAQABAwMDAwUAAAAAAAAAAAABAgMRBSExBBJRIkFhEyNxodH/2gAMAwEAAhEDEQA/ANxiIgIiICIiAiIgIiICIiAiIgIifjNgZPhAj9a1pbZMnmx91fM/09ZVLbigMxNwhcE8trEBR6JnHz6yM1jUjcVWc9OijyUdJxATjer1S7cu/bn0xxHn8qZqnK/213tXvLdzWpffpk5dfyE8+X4T8pM0K6uoZTlWGQR5TNbC7q2rhwGXzBBAYeRzLrpdyocbP7q4Uug/DUHvr8+uPMNNfoOu+p6ZjHmPGeJj4njHtsnTUmYiJtpkREBERAREQEREBERAREQEREBODXqhW2rEfsyPqMfrO+c2pW/eUaifiRgPiQcSq9EzbqiOcS8llgGZc7gpptFNqB6z/ePnjn649BKZ09D+suAvqF/SVKr93VXoScc+mRnkQfLrOO0+aYi5FMxFzHpz+8fPhVS7aIvTtL9yyt7ynwUz2vrRaPc92No+0qQPAbwVYDyByeU40s6lLaal/hE+AJA8Mk/1nu2ordVKAQHaKjPk+K01xnHlvbHym9TNPb21Z7tsd0xM8xxj2TTwiImwmREQEREBERAREQEREBERAREQEREDP+LdI7mrvUexU5j0bxH6/wDkgpqepWC16ZRvHofJh0Mqtxw7SamWG6nUV1SogOVDM6rlcjOCGyOc5Pr9Mqi5VXb4nf8AqqqndV0XJx0mh8OaYaa72GCyhVU9VpjoD+8SST6mcVnw3SS4VVy3de27Mc+0fcXAwPM/Iecs0+3S9PqtVTcucxs9ppwRETfWETMuNe0GsK7W1p7O1tjOBudqnQqg54APLpnM49I1rVqVxSWqtZ1qOoK1KfIqSM+1jkQMnry8YGsxMavu0W9W4rqlQYLuiLsB24YgFeWd2B45+EkrXjK9srV2ugxqVWAt+9GG5A94xHI7RmnjPiYGpxMWt+KdUC/ad1VqQPMmnmjjPPIAxt8Mjp5yQ4f42v7j7SqEVKndF6a7BlSHUHYMc/ZJ5Hy+oazExi94u1agAarVaYJwC9AKCfIFk6z3suL9Te2r1hU3U6e1S5RcgswzswvXBGc9ARA2CJT+AOLTdWtQ13G+gTvbAGaeMhjjl4MD8PWQHDPHtxXvnLvi2CVHZSowlJFJBzjOemfPJgafEyOtxlqGo1ylmGRRzCptB2jxqO3j6ZA8Oc6+GuO7m3uRbX+SCwQlwA6MehJHIqcjn5cwYGoxMz457QKy1zbWh2lDtdwMuXP3Vz0xnHmT/GDuOL9TtFKVmdTUGVaqntAeOwkfXrj0gbREz5O0CpS0unXqYevUZ0TIwCVYjcwGOgxyHUyr2/FOqEG5VqrU1OWOwGly6ggDGPPHSBtMz/XtVY16mHK4YKVC9e7bKknxOZz9n3GVzd3j06zhkamzhdoAUqyABcc8Ybxk9qPBRqVGdauN7FsFehPqDMrVLV+7biLMZ3QqiZ4ePB2qu9Z0Y7gwL5PvbhtHX4Y+kuEgNA4X+zOXNTcSpUADA5kH9BJ+W6dbvW7EU3ecvac43IiJoJMR0i5W01ctccgleoGY+BYth/hzB+c1c8WWm9EFzSLOQFCuG5npkrkDORjMjeK+z+jfN3m40quMF1GQwHTcvn6yI0XsmSlVWpWrGpsYMEVdoJByNxyTjPhAq/ByA6yMjOKtY/Mb5L9slBt9u/3Srrn97Kn+X8pZtI7PqdveNdCozZLlUIGAXzn2vHqcSb1zQ6V5RNKsMqeYI5MrDoVPnArGn8XWa6YoNRMrQ7tqWRvLhNpXZ15nx6c8yo9llwtO6qO7BVW3Ysx6AArkmTtHscUVPauSaeegTDkeWc4HxxO617KKSLXXv3PertU4A2ruDc/xHkPKBR+INcOqXi7qi0qIO1C5wqU/Fm/eOOnwHhNR0UWVS3Npb1adRBTKsquCxVhhmPjkk9fOVn/40n+af/bH/aTHC/Z0ljX77vnqMFKqCoUDd1JwTmBldw1WxqXNDONwNKp6puBBHxAHyJls4a4cYaTd1gp31qZ2efdUzk4/MQ3xwJD8RP8A2jqjJSA9uoKSkeITkWPyDH4CbTZ2i0qa00GFRQoHoBiBhHC9u9R2RLxbUkDmzFQ3pkePoZIXegJ9oQV9TpO7MoLAPUI58gWHIfM/wlv1vslpVXL0Kpo7jkoV3Jk/h5ggek+tD7J6VF1etVNUqQQoXamQeWeZJHpApttcra6yXuPdS5csTzxu3bWPwLKc+ksHarrtvWpUadKolRw+7KEMFXaRzI5c8jl6Tx4xu9Purp0qNUoVaZ2NWCbqbFeWGUc+XQNKrrlnaUVVbeu1w5OWfbsRVx0APMsT49IHtqtFv7Psn+6HuFP5jUBH8AZoXD/FlommIGqopp0djUyRvLAYIC9TuP1zIZK1vbaRb0r2m7d+zOoTAdcsWDAnoQpX64lfbStNVTU+21KmBkURSK1CfBSxGB8YHX2Tf48/6D/8qc2SZF2RWbNd1KmPZSiVJ8NzspA+imXelpl8tdT36miKmWVmyxTvXwB7P7Jk5ea/OBZoiICIiAiIgIiICIiAiIgV7R+B7e1uGr0w29s4DNlV3HJ2jGfqTLDEQERECua5wFa3bl3Qq5956bbSfiCCCfXGZy6b2YWdFwxV6pHQVGBXP5QAD88xECe1fQqN3T7utTDqOY8CD5qRzErA7JLPOd1bHlvGPrszEQLVpekUrWmKdFAijwHUnzJPMn1M7IiAiIgIiIH/2Q=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60" name="Picture 12" descr="http://www.dtelepathy.com/wp-content/uploads/2011/07/logo_crazyeg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5796" y="3499341"/>
            <a:ext cx="3617914" cy="1924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http://blog.pmdigital.com/files/2010/10/SiteCatalyst_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7522" y="4259315"/>
            <a:ext cx="4541412" cy="920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https://encrypted-tbn0.google.com/images?q=tbn:ANd9GcSMjJwTiJRHCkJA8GBHcmC-OcIj_Kt58jl5xK9_NZhZsQkaHJu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690" y="6676730"/>
            <a:ext cx="4324350" cy="105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http://www.thedrum.co.uk/uploads/news/old/25416/master.whatusersdo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726" y="6676730"/>
            <a:ext cx="4174208" cy="276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http://www.marketingexperiments.com/blog/wp-content/uploads/vwo_logo_flask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327" y="9023280"/>
            <a:ext cx="3385036" cy="846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22" descr="data:image/jpeg;base64,/9j/4AAQSkZJRgABAQAAAQABAAD/2wCEAAkGBggGEBUIBxENFBUQFBYRFBUREhIYGBIWFRkYIBYfFRUXHSYeGBkvGRUWIS8hIycpLDgtFyozNTAqOSctLSoBCQoKDgwOGg8PGC8hHiQyNTQxNDQxLTQsKjEsKSwqKSwsKSw1LCosMCwsLCwqLCkqLCwsLCw0KSwsLCwsLCwsLP/AABEIAOEA4QMBIgACEQEDEQH/xAAcAAEAAgMBAQEAAAAAAAAAAAAABgcBBAUDCAL/xABDEAABAwMCAwQFCAgEBwAAAAABAAIDBAURBhIHITETQVFhIjJxgZEUQlJykqGx0hUXI1NUYoKjJEOiwhYlMzSTw/D/xAAZAQEBAQEBAQAAAAAAAAAAAAAAAwIBBAX/xAAiEQEAAgICAwACAwAAAAAAAAAAAQIDERIhEzFBQmEEFDL/2gAMAwEAAhEDEQA/AKzREX3nxBERAREQEREBERAREQEREBERAREQEREBERAREQEREBERAREQEREBERAREQEREBERAREQEREBERAREQEREBERAREQEREBERAREQEREBERAREQEREBERAREQEREBERAREQEREBERAREQEREBERAREQEREBERAREQEREBERAREQEREBERAREQEREBERAREQEREBERAREQEREBERAREQEREBERAREQEREBERAREQEREBERAREQEREBERAREQERYQZRWNpbhbD2H6d1jL8np2jfsJDXFvcXuPqA8sNHpHPcV+qniJo2znsNOWiCVo5drUBrd3mC9r5CPrYPkoTnjeqxt6IwTrdp0rdFPpdbaWvH7G/wBmjhDv82jcGvb57drN3xPsK1a3hrUVTmVOmJYqmlnOGTPeyMxuyBslDsEPycYAyfojouxlj8o0zOKfxnaFotu7UDbXO+hbJHKYjsc+POzePWDScFwByM4HRairE7jcJTGp1Ii/cEL6hzYYhlz3BrR4lxwPvKk9z4YaltEL6+thjbHE0vee2iOAOvIHJXJtWvuXYpa3qEVRbllt4u1TDQEkdvNHESOoD3AEj3HKsrVPB22adop7oKqpcYI3PDS2PDiPVBwOmSFm+WtJ1LdMVrxuFUosLKokIiICKacN9A0+uDP8qlljEHZ42Bp3F+/Od31PvXjxH0XR6IlhpaWaWQzMe928NG0NLQMbfa74Kflry4fVfFbjy+IiiIqJCIiAi6Gnbay8VkFvl3bZpo43beoa5wDsHxxlWRrzhbYdLW+W60r6svj7MND5GFpL5GN5gMHc496lfLWkxE/VaYrWiZhU6LCyqpCIiAiIgKecINJx6hrDWVjQ6KkDXkHo+RxPZgjvA2ucfqjxUDV68CoWMt8srerql2f6WR4/E/FQ/kWmuOdL4Kxa/avuK+rZ9UVzrdCXdhSPMTGDpJM3k9xHed2Wt8hy9Yq1tBcObfpWFk1Sxj6lwDnyOAPZk/Njz6oHTI5nr4AfP8cklsqu1qQS6GoLng9S5kmXA+8FWbrnjJPXE2rR28bsMdUbTvcXfNgYRkHnjcRnwHQrzXpaKVrT77eml6za1rfEq4i64s1sabIYWVtTNhraYAODS71e0PMtPMYA9I8sY6iKaUs0ek62GwV7SKqup5pDKxx20RkY8MEGScyYjeHP68mgEjJMk4Y8NWaZb+l7wN1VIC70ju7EO9b0j1kOTud54HeTxbddI9aaoFbb8PhoYnRh46O2tkBcD3jtJ8DxDcqMajdYnpWe9WlyK/gTdKCIOop4pn7mtDBGWdSAXF7nHAAyT16eK6dPwBc6PNTWgPI6MhywH2l4Lh54HsUk4x6juGnaGN9plMUk07Yi5oaSGbJHO25Bwctbz6rgcFtWXi7TzW66TyzNEXbNMp3OYQ5rSA7rghw5H6PLvVIyZZpyieoTmmKL6mO5LTwNqbdUQ1ktZE4RSxylohcNwY4OIB38umFYesLFLqWimtUMjYzM0N3uaXADc0nkCM8gR171y9TVNWy6Wymp5ZWMldVGVjXENkEcTXN3jvwfxWhxlvVbZLe2S2yyRPkqI498biHY2vceY+oo2tfJMblWK1pE6QWu4R11gmpWwVre0qKgRMcyN7TGQx7y8EPzyEfdjqtvVXD/AFFb4Wtr7vUzNnmhpuze6oLXGaRrRkOkIIHXGO5c3hldrtf7tTi6VFRMIRNK0SvLg09k5uQD3+mrQ14O3lttKPn3GJ/uhjlefvaFbJe9bRFtSnjrS1Zmqu7lwLuVFE6elqGTPbjbG2ItLySABuL8N69TyW7b+Ac0kYdcKxrJCPVji3tb/UXAu+AU54m6jq9L26Sutxa2UujjYXNDg0vcATg8idu7GeXtUc4MapvWoflMd5mdMIuycxzmsBaX9puGWgZHohcjNlms236JxYotEaQQ8JNQmtdaI2sLWgP7c5EWx2cHPXdkEbRk5HhzUmquAUrIi6lrQ6QDID4drHHw3BxLfbg+xbvGTW950/NDbbNN2W+MyyOa1pcfSw0AuBwPRd0GfNTPh7day92yCuuTt0j2vDnYA3bZHtBIHLOGjou2zZeMW+ORix8pr9VLoDQ9/vDagUFbPRGGXsZWsMoLnsHPdse3mMkd/Ve8/DG8XyvltdXcHTPpoYnmWftX4EpfhrdziR6pPXvVl6BYM187R/1LlU/6NjD/AKmO+KqzWupr3br3VxafmlY6V1PDiNrHOeWRM2gBzTz3PdyHilcl73nWnZpWle3UHAK4d9ZT/wDif+ZcjV3CefSNI+61FVE8McxuxsTgXF7g3qXHHXPTuVuaOoLxZ6Y1Oq6t8sjhvfvMYZTtAJIy0AE45uceXLlyGTDqPVreJl4it1J/2VHuqeY51MkWAxzgejA97S1vfjJ7g3kZ8m/e9E4cevXtxNKcFKy6xtrL5I6na4ZEbWgyYP0i7kz2YJ8cdFIH8DtP1bCbfV1WRy3F0MjQfMNaPhkKW680xW6upf0ZRVIga54Mp2F3aMAPocnDAJwT7MLhcPuGFRoaodViqY9kkZjdG2JzMnLS0n0iMjDu75xXPPe255a/TsYax1x2gumdHVmmdQU1tr9pwXTMe31ZGNjkIIz05twR3Ed/Im3taaWGsKU2t8rog57HlzWhx9A5xgkd4HwWvdqRk93oZcc44K12fL/Dt/GT71jU2oTZq230pOG1U0sTvP8AZnZ/cdH8Vi+SbzE/W6UikTHxSnEPQn/A0kMbJXStna8hzmBuHMI3DAJ7ntK2uHvDZ2tmS1M0romROaxpDA7e4jLhzIxgFv2lP+OdqNZQR1sbSXU87enXbKCwj7Zj+C79jpaXh3aQa3AFPEZpiMZdIfSeB4ncdo9yv/Yt4/faPgjyeulG6701RaRqha6Sd8zmsD5CWBoYXeq3kTz28/Y4KOr2r7hUXiaS41pzJO90jvIuPIDyAwB5ALxXtx74xy9vHk1ynj6ERFtMVtcCL/HE6axzEAvIqIs/OIAbIB54DDjwB8FUq9qKtqLdI2ro3uY+NwcxzerSP/uinlpzrNVMd+FtrR4qcM6x0z77Yo3SNlO+aJgy5r+97Gjm4HqQOYOTzB5VvZb3VabnFdRCLtI8gdqwO2k9eR6O8xg81cmk+NVquDBBqH/DyjkX4JiefEEZMfsdy8ypRUXzR1d/iKmotL/5ny0zvvJXjjNbHHC9dvZOKt550lTLtQ664k/8up3PdG7k9sDBHHg9e1l67fIu5+BVvaB0XR6Hg+SBzHTzDfK7pu24GGA89jd3xdk4zhcbUHGXTdiYYbORUyDk1kAxEPrS424+ruPkuZwhvNx1XW1l6u7w5wjiia1vJkTXOedrB3D0B5nvJUrbtWZiuoUrqLamdy3ONNgvF/ZSxWiCSUMfI9+zb6J2tDMgkHvd8F68I9C1ul2y193aGSzhrGsyCWMbkncQSMkkcu7aPHA8+JHEm46LrYaSiZDIx8HaPZJkHJeQ0te3p6p6gqGX7jbf7rGaa3xw0u4YL2Oc+QD+RxADT54J8CF2kZLY+NY6ly04635TPacfp2C+aljooHAtoKadpI/fSFnaAexu0HzBHcs8abDdL7SQstUT5eyn3vawZdjY8AhveMu7vFUfZrrV2CZlwt7tskZLgTzznIduB6ggkH2qx4ePtza3bNRUzneLZpGj7Ja7HxW7YL0mJr3piM1bxMW6frhDpy4Wa5uF1ifE75G6RrX4zh8jGgkA5Hqv64PJT3UeZrva4fofLJz/AExNYPvlVUR8X7syskvIp6TfJCynDSZcNZG57uueZJkOfYFiXi9d5qyO8SQUm6GGSBrf2m3EjmFxPpZz+zA96XxZL25TDtMmOkaiU5491Gy3ww/vKpvwbHKfxwtXgFT7YKqo+lLGz7DSf/Yq+1nxAuOt2xRV8cEYhc547Lf6RcMc9xPd+K2NI8S7joyB1DQQ0zw+Qyl0m/OS1ox6JHLDB8VuMN4xTXXbE5a+WLb6b/G6o7e7CMf5dNEz3l0jv9wVvcPab5JaqRnjAx/2xu/3L511JfqnVFU+61jWNdIGDazO0BjQ0YySe7PvUxoeNl5t0UdFT01HtijZG3d2ucMaAM4d5JfDecdaxBTLWMkzMrS4bu7a3iq/fz1U/t7SplI+7C8tOaDhttbU6hr9r56iaR0feIYycNx/OWgZPcDgd5NVWHjBd9PU0Vrpaekc2BgYHP7XLsdScOxknJW/+vm/fw1D/e/Mo+DLG9Qr5sc+5Sfifa9Z6rP6KtFPtpW4L3dvCHVLuoyC/IjB7j1IyegXP4WaG1FpWuNVcqcNjfC+IuEsLtpJY4cmuJ6sx71yP183/wDhqH+9+ZP183/+Gof735luMeWKzWKszfHNuUyn/FDSN01RDG+ySvZLA5x2CV0Yla8DI3NPrAtBGeXXplVjS8NNfVD+zf8AKIxnBdJW+iPsSOJ9wK3/ANfN/wD4ah/vfmXjU8dNSzDbBFQRk/O2SuI9mX4+IKUx5axrjBa+O075Sl+gdKT6ZuclNVVEtQ9lDG5znl5DHTSuy1m4k4xAOfeuLx3uMlNVUPYHDoWyzt8nb4tp+MaiFs4nakts01wEkUktQI2vdLEDhsW/YGNYWho9Ny52odR3XW1RHPcBG6QNEEbYWFucuJAwScuLnY+C1XDfnFrM2zU4TFX0vTvpNQU8dQ5odHK2KdodzHVr2H3ENPuVXceNTYEWnKY+vionx9Fp/ZNPtcC7+geKsOyUkejrbHDXyejSQZkeeg2gufj+Uc8eQC+ar1eZ9R1U12qsh07y/B+Y3oxvuYGj3KODHyyfqFM1+NP3LSWURfVfMEREBERBhYLWnmQF+kR1jCl2huIcuhmysgp2SmdzCS6Us27AcDk059YqJIs2rFo1LVbTWdw7ms9WTa0qhc54mxbYmwhjXlww1zznJA73nu7lwllErWKxqHLWm07lhFlFplhFlEGEWUQYRZWEBFlEGEWUQYRZRBhdCw3h9gqGXKGOKR0RLmtlDi3djAJDSDkZyOfULQRcmNxqXYnU7hMNT8Vb7qqmdaqplLGyQt3mJsgc4NIOMueRgkDPLuUOHJZRZpjrT/MNXva/sREW2BERAREQEREBERAREQEREBERAREQEREBERAREQEREBERAREQEREBERAREQEREBERAREQEREBERAREQEREBERAREQEREBERAREQEREBERAREQEREBERAREQEREBERAREQEREBERAREQEREBERAREQEREBERAREQEREBERAREQEREBERAREQEREBERAREQEREBERAREQEREBERAREQEREBERAREQEREBERAREQEREBERAREQEREBERAREQEREBERAREQEREBERAREQEREBERAREQEREBERAREQEREBERAREQEREBERB//Z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74" name="Picture 26" descr="http://welovesaas.com/site_media/images/saas_logo/optimizely.pn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15" b="34492"/>
          <a:stretch/>
        </p:blipFill>
        <p:spPr bwMode="auto">
          <a:xfrm>
            <a:off x="9952895" y="1746268"/>
            <a:ext cx="4623654" cy="159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http://www.zoomstra.com/wp-content/uploads/2012/03/unbounce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228" y="2147402"/>
            <a:ext cx="4581525" cy="114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30" descr="http://www.olark.com/pages/olark_logo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993" y="8307999"/>
            <a:ext cx="3935083" cy="2526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32" descr="https://encrypted-tbn2.google.com/images?q=tbn:ANd9GcSk9i18mfeo5kwcxoTpt_gANY67lhj4BVdzlIi4E8dKOWyYGRv_nw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290" y="6620679"/>
            <a:ext cx="2552700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654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Getting budget can stop you from starting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755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ROB MILLARD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69278" y="427038"/>
            <a:ext cx="5148263" cy="649287"/>
          </a:xfrm>
        </p:spPr>
        <p:txBody>
          <a:bodyPr/>
          <a:lstStyle/>
          <a:p>
            <a:r>
              <a:rPr lang="en-GB" dirty="0" smtClean="0"/>
              <a:t>ROB MILLARD</a:t>
            </a:r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4233574732"/>
              </p:ext>
            </p:extLst>
          </p:nvPr>
        </p:nvGraphicFramePr>
        <p:xfrm>
          <a:off x="439615" y="1195754"/>
          <a:ext cx="14946923" cy="9460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361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 Management - </a:t>
            </a:r>
            <a:r>
              <a:rPr lang="en-GB" dirty="0" err="1" smtClean="0"/>
              <a:t>Trello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9218" name="Picture 2" descr="http://www.joelonsoftware.com/items/2011/09/13trell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491" y="4095056"/>
            <a:ext cx="9377973" cy="6067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074367" y="11137612"/>
            <a:ext cx="1876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trello.com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39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 Management - Weekly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12290" name="Picture 2" descr="http://technabob.com/blog/wp-content/uploads/2009/12/Teuxdeux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615" y="4062812"/>
            <a:ext cx="8490684" cy="6339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35402" y="11021071"/>
            <a:ext cx="25571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teuxdeux.com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722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 Management - Daily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13314" name="Picture 2" descr="http://www.danhefferan.com/wp-content/uploads/2012/06/8-todokyo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10" t="21687" r="15584" b="20495"/>
          <a:stretch/>
        </p:blipFill>
        <p:spPr bwMode="auto">
          <a:xfrm>
            <a:off x="2030850" y="3894130"/>
            <a:ext cx="12491628" cy="6608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088486" y="11003487"/>
            <a:ext cx="23763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todokyo.com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624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Web Analytics</a:t>
            </a:r>
            <a:endParaRPr lang="en-GB" dirty="0"/>
          </a:p>
        </p:txBody>
      </p:sp>
      <p:pic>
        <p:nvPicPr>
          <p:cNvPr id="3074" name="Picture 2" descr="http://www.service4less.com/v2/wp-content/uploads/2011/04/google-analytics-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417" y="4146383"/>
            <a:ext cx="9475422" cy="710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880141" y="11201399"/>
            <a:ext cx="4537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www.google.com/analytics</a:t>
            </a:r>
          </a:p>
        </p:txBody>
      </p:sp>
    </p:spTree>
    <p:extLst>
      <p:ext uri="{BB962C8B-B14F-4D97-AF65-F5344CB8AC3E}">
        <p14:creationId xmlns:p14="http://schemas.microsoft.com/office/powerpoint/2010/main" val="248520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Web Analytics – Google Analytics</a:t>
            </a:r>
            <a:endParaRPr lang="en-GB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277567"/>
              </p:ext>
            </p:extLst>
          </p:nvPr>
        </p:nvGraphicFramePr>
        <p:xfrm>
          <a:off x="479425" y="3495675"/>
          <a:ext cx="15336838" cy="8253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548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Web Analytics – Google Analytics</a:t>
            </a:r>
            <a:endParaRPr lang="en-GB" dirty="0"/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4167028"/>
              </p:ext>
            </p:extLst>
          </p:nvPr>
        </p:nvGraphicFramePr>
        <p:xfrm>
          <a:off x="479425" y="3495675"/>
          <a:ext cx="15336838" cy="8253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83366" y="10392507"/>
            <a:ext cx="1202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(page)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12376159" y="7310717"/>
            <a:ext cx="1202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(page)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9383366" y="4273061"/>
            <a:ext cx="16450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(session)</a:t>
            </a:r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2303585" y="7310715"/>
            <a:ext cx="1492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(visitor)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1960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Web Analytics - </a:t>
            </a:r>
            <a:r>
              <a:rPr lang="en-GB" dirty="0" err="1" smtClean="0"/>
              <a:t>ClickHeat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208" y="4734413"/>
            <a:ext cx="9629775" cy="469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451214" y="11047619"/>
            <a:ext cx="5126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www.labsmedia.com/clickheat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644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ROB MILLARD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69278" y="427038"/>
            <a:ext cx="5148263" cy="649287"/>
          </a:xfrm>
        </p:spPr>
        <p:txBody>
          <a:bodyPr/>
          <a:lstStyle/>
          <a:p>
            <a:r>
              <a:rPr lang="en-GB" dirty="0" smtClean="0"/>
              <a:t>ROB MILLARD</a:t>
            </a:r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588714313"/>
              </p:ext>
            </p:extLst>
          </p:nvPr>
        </p:nvGraphicFramePr>
        <p:xfrm>
          <a:off x="439615" y="1195754"/>
          <a:ext cx="14946923" cy="9460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94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Feedback - </a:t>
            </a:r>
            <a:r>
              <a:rPr lang="en-GB" dirty="0" err="1" smtClean="0"/>
              <a:t>KISSInsights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1"/>
          <a:stretch/>
        </p:blipFill>
        <p:spPr bwMode="auto">
          <a:xfrm>
            <a:off x="1450731" y="4132384"/>
            <a:ext cx="13436911" cy="555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284984" y="11201399"/>
            <a:ext cx="3768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www.kissinsights.com</a:t>
            </a:r>
          </a:p>
        </p:txBody>
      </p:sp>
    </p:spTree>
    <p:extLst>
      <p:ext uri="{BB962C8B-B14F-4D97-AF65-F5344CB8AC3E}">
        <p14:creationId xmlns:p14="http://schemas.microsoft.com/office/powerpoint/2010/main" val="232527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Feedback - </a:t>
            </a:r>
            <a:r>
              <a:rPr lang="en-GB" dirty="0" err="1" smtClean="0"/>
              <a:t>Uservoice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6284984" y="11201399"/>
            <a:ext cx="3553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www.uservoice.com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16" y="4163648"/>
            <a:ext cx="10115340" cy="6017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729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Feedback – 4Q Survey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193" y="4385838"/>
            <a:ext cx="10872787" cy="5436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370324" y="11218984"/>
            <a:ext cx="35185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www.4qsurvey.com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979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Feedback – Your Own Survey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Use Google Docs Forms to replicate</a:t>
            </a:r>
          </a:p>
          <a:p>
            <a:endParaRPr lang="en-GB" b="1" dirty="0"/>
          </a:p>
          <a:p>
            <a:r>
              <a:rPr lang="en-GB" b="1" dirty="0" smtClean="0"/>
              <a:t>1</a:t>
            </a:r>
            <a:r>
              <a:rPr lang="en-GB" b="1" dirty="0"/>
              <a:t>.</a:t>
            </a:r>
            <a:r>
              <a:rPr lang="en-GB" dirty="0"/>
              <a:t> Based on today’s visit, how would you rate your site experience overall?</a:t>
            </a:r>
            <a:r>
              <a:rPr lang="en-GB" dirty="0"/>
              <a:t/>
            </a:r>
            <a:br>
              <a:rPr lang="en-GB" dirty="0"/>
            </a:br>
            <a:r>
              <a:rPr lang="en-GB" b="1" dirty="0"/>
              <a:t>2.</a:t>
            </a:r>
            <a:r>
              <a:rPr lang="en-GB" dirty="0"/>
              <a:t> Which of the following best describes the primary purpose of your visit?</a:t>
            </a:r>
            <a:r>
              <a:rPr lang="en-GB" dirty="0"/>
              <a:t/>
            </a:r>
            <a:br>
              <a:rPr lang="en-GB" dirty="0"/>
            </a:br>
            <a:r>
              <a:rPr lang="en-GB" b="1" dirty="0"/>
              <a:t>3.</a:t>
            </a:r>
            <a:r>
              <a:rPr lang="en-GB" dirty="0"/>
              <a:t> Were you able to complete the purpose of your visit today?</a:t>
            </a:r>
            <a:r>
              <a:rPr lang="en-GB" dirty="0"/>
              <a:t/>
            </a:r>
            <a:br>
              <a:rPr lang="en-GB" dirty="0"/>
            </a:br>
            <a:r>
              <a:rPr lang="en-GB" b="1" dirty="0"/>
              <a:t>4a.</a:t>
            </a:r>
            <a:r>
              <a:rPr lang="en-GB" dirty="0"/>
              <a:t> (If yes) What do you value most about the [</a:t>
            </a:r>
            <a:r>
              <a:rPr lang="en-GB" dirty="0" err="1"/>
              <a:t>sitename</a:t>
            </a:r>
            <a:r>
              <a:rPr lang="en-GB" dirty="0"/>
              <a:t>] website?</a:t>
            </a:r>
            <a:r>
              <a:rPr lang="en-GB" dirty="0"/>
              <a:t/>
            </a:r>
            <a:br>
              <a:rPr lang="en-GB" dirty="0"/>
            </a:br>
            <a:r>
              <a:rPr lang="en-GB" b="1" dirty="0"/>
              <a:t>4b.</a:t>
            </a:r>
            <a:r>
              <a:rPr lang="en-GB" dirty="0"/>
              <a:t> (If no) Please tell us why you were not able to fully complete the purpose of your visit today</a:t>
            </a:r>
            <a:r>
              <a:rPr lang="en-GB" dirty="0" smtClean="0"/>
              <a:t>?</a:t>
            </a:r>
          </a:p>
          <a:p>
            <a:endParaRPr lang="en-GB" dirty="0"/>
          </a:p>
          <a:p>
            <a:r>
              <a:rPr lang="en-GB" dirty="0" smtClean="0"/>
              <a:t>http://docs.google.com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212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Feedback - Twitter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4688" y="4448906"/>
            <a:ext cx="8695834" cy="48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268983" y="11084858"/>
            <a:ext cx="21072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twitter.com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504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Feedback - Twitter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Use a </a:t>
            </a:r>
            <a:r>
              <a:rPr lang="en-GB" dirty="0" err="1" smtClean="0"/>
              <a:t>hashtag</a:t>
            </a:r>
            <a:r>
              <a:rPr lang="en-GB" dirty="0" smtClean="0"/>
              <a:t> to make </a:t>
            </a:r>
            <a:r>
              <a:rPr lang="en-GB" dirty="0" err="1" smtClean="0"/>
              <a:t>curation</a:t>
            </a:r>
            <a:r>
              <a:rPr lang="en-GB" dirty="0" smtClean="0"/>
              <a:t> easier…</a:t>
            </a:r>
            <a:endParaRPr lang="en-GB" dirty="0"/>
          </a:p>
          <a:p>
            <a:endParaRPr lang="en-GB" dirty="0" smtClean="0"/>
          </a:p>
          <a:p>
            <a:r>
              <a:rPr lang="en-GB" dirty="0">
                <a:hlinkClick r:id="rId2"/>
              </a:rPr>
              <a:t>http://www.distilled.net/blog/distilled/guide-to-google-docs-importxml</a:t>
            </a:r>
            <a:r>
              <a:rPr lang="en-GB" dirty="0" smtClean="0">
                <a:hlinkClick r:id="rId2"/>
              </a:rPr>
              <a:t>/</a:t>
            </a:r>
            <a:endParaRPr lang="en-GB" dirty="0" smtClean="0"/>
          </a:p>
          <a:p>
            <a:r>
              <a:rPr lang="en-GB" dirty="0">
                <a:hlinkClick r:id="rId3"/>
              </a:rPr>
              <a:t>https://seogadget.co.uk/playing-around-with-importxml-in-google-spreadsheets</a:t>
            </a:r>
            <a:r>
              <a:rPr lang="en-GB" dirty="0" smtClean="0">
                <a:hlinkClick r:id="rId3"/>
              </a:rPr>
              <a:t>/</a:t>
            </a:r>
            <a:endParaRPr lang="en-GB" dirty="0" smtClean="0"/>
          </a:p>
          <a:p>
            <a:r>
              <a:rPr lang="en-GB" dirty="0">
                <a:hlinkClick r:id="rId4"/>
              </a:rPr>
              <a:t>http://www.brelson.com/2009/11/using-google-spreadsheets-to-extract-twitter-data/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974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ROB MILLARD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69278" y="427038"/>
            <a:ext cx="5148263" cy="649287"/>
          </a:xfrm>
        </p:spPr>
        <p:txBody>
          <a:bodyPr/>
          <a:lstStyle/>
          <a:p>
            <a:r>
              <a:rPr lang="en-GB" dirty="0" smtClean="0"/>
              <a:t>ROB MILLARD</a:t>
            </a:r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4290016778"/>
              </p:ext>
            </p:extLst>
          </p:nvPr>
        </p:nvGraphicFramePr>
        <p:xfrm>
          <a:off x="439615" y="1195754"/>
          <a:ext cx="14946923" cy="9460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94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Usability Testing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pPr marL="742950" indent="-742950">
              <a:buFont typeface="+mj-lt"/>
              <a:buAutoNum type="arabicPeriod"/>
            </a:pPr>
            <a:r>
              <a:rPr lang="en-GB" dirty="0" smtClean="0"/>
              <a:t>Recruit representative users (~5)</a:t>
            </a:r>
          </a:p>
          <a:p>
            <a:pPr marL="742950" indent="-742950">
              <a:buFont typeface="+mj-lt"/>
              <a:buAutoNum type="arabicPeriod"/>
            </a:pPr>
            <a:r>
              <a:rPr lang="en-GB" dirty="0" smtClean="0"/>
              <a:t>Give them </a:t>
            </a:r>
            <a:r>
              <a:rPr lang="en-GB" dirty="0"/>
              <a:t>representative </a:t>
            </a:r>
            <a:r>
              <a:rPr lang="en-GB" dirty="0" smtClean="0"/>
              <a:t>tasks to perform</a:t>
            </a:r>
          </a:p>
          <a:p>
            <a:pPr marL="742950" indent="-742950">
              <a:buFont typeface="+mj-lt"/>
              <a:buAutoNum type="arabicPeriod"/>
            </a:pPr>
            <a:r>
              <a:rPr lang="en-GB" dirty="0" smtClean="0"/>
              <a:t>Encourage them to speak aloud</a:t>
            </a:r>
          </a:p>
          <a:p>
            <a:pPr marL="742950" indent="-742950">
              <a:buFont typeface="+mj-lt"/>
              <a:buAutoNum type="arabicPeriod"/>
            </a:pPr>
            <a:r>
              <a:rPr lang="en-GB" dirty="0" smtClean="0"/>
              <a:t>Capture and review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563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Usability Testing - Recruitment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21506" name="Picture 2" descr="http://twitter.com/images/resources/twitter-bird-blue-on-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4114" y="5873261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http://www.itvmedia.co.uk/assets/itvmedia/content/images/300x195_gumtree%20smal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799" y="5873261"/>
            <a:ext cx="4396152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47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Usability Testing - Silverback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5" y="4243509"/>
            <a:ext cx="8353425" cy="648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534663" y="11260705"/>
            <a:ext cx="3189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silverbackapp.com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10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Usability Testing - </a:t>
            </a:r>
            <a:r>
              <a:rPr lang="en-GB" dirty="0" err="1" smtClean="0"/>
              <a:t>Quicktime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16386" name="Picture 2" descr="quicktime x revi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227" y="5152291"/>
            <a:ext cx="10383332" cy="37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60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Usability Testing - Jing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820507" y="10966247"/>
            <a:ext cx="50812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www.techsmith.com/jing.html</a:t>
            </a:r>
            <a:endParaRPr lang="en-GB" dirty="0"/>
          </a:p>
        </p:txBody>
      </p:sp>
      <p:pic>
        <p:nvPicPr>
          <p:cNvPr id="20482" name="Picture 2" descr="http://www.davidtan.org/wp-content/uploads/2008/07/jing-screenshot-screen-captu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196" y="4266344"/>
            <a:ext cx="8595883" cy="586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71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Usability Testing - Scripts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pPr marL="571500" indent="-571500">
              <a:buFont typeface="Arial" pitchFamily="34" charset="0"/>
              <a:buChar char="•"/>
            </a:pPr>
            <a:r>
              <a:rPr lang="en-GB" dirty="0">
                <a:hlinkClick r:id="rId2"/>
              </a:rPr>
              <a:t>http://</a:t>
            </a:r>
            <a:r>
              <a:rPr lang="en-GB" dirty="0" smtClean="0">
                <a:hlinkClick r:id="rId2"/>
              </a:rPr>
              <a:t>www.howto.gov/sites/default/files/usability-test-script.pdf</a:t>
            </a:r>
            <a:endParaRPr lang="en-GB" dirty="0" smtClean="0"/>
          </a:p>
          <a:p>
            <a:pPr marL="571500" indent="-571500">
              <a:buFont typeface="Arial" pitchFamily="34" charset="0"/>
              <a:buChar char="•"/>
            </a:pPr>
            <a:r>
              <a:rPr lang="en-GB" dirty="0">
                <a:hlinkClick r:id="rId3"/>
              </a:rPr>
              <a:t>http://</a:t>
            </a:r>
            <a:r>
              <a:rPr lang="en-GB" dirty="0" smtClean="0">
                <a:hlinkClick r:id="rId3"/>
              </a:rPr>
              <a:t>24ways.org/2006/fast-and-simple-usability-testing</a:t>
            </a:r>
            <a:endParaRPr lang="en-GB" dirty="0" smtClean="0"/>
          </a:p>
          <a:p>
            <a:pPr marL="571500" indent="-571500">
              <a:buFont typeface="Arial" pitchFamily="34" charset="0"/>
              <a:buChar char="•"/>
            </a:pPr>
            <a:r>
              <a:rPr lang="en-GB" dirty="0">
                <a:hlinkClick r:id="rId4"/>
              </a:rPr>
              <a:t>http://boagworld.com/usability/what-goes-into-a-user-testing-script/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Usability (Accessibility?) - Browser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031522" y="11078308"/>
            <a:ext cx="39640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browserlab.adobe.com</a:t>
            </a:r>
          </a:p>
        </p:txBody>
      </p:sp>
      <p:pic>
        <p:nvPicPr>
          <p:cNvPr id="22530" name="Picture 2" descr="http://www.swfgeek.net/blog/wp-content/uploads/2009/06/browser_lab_tes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913" y="4316202"/>
            <a:ext cx="8633315" cy="5289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21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Usability (</a:t>
            </a:r>
            <a:r>
              <a:rPr lang="en-GB" dirty="0" err="1" smtClean="0"/>
              <a:t>Accessiblity</a:t>
            </a:r>
            <a:r>
              <a:rPr lang="en-GB" dirty="0" smtClean="0"/>
              <a:t>?) - Browser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902" y="4531823"/>
            <a:ext cx="12624868" cy="5614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5679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Usability - </a:t>
            </a:r>
            <a:r>
              <a:rPr lang="en-GB" dirty="0" err="1" smtClean="0"/>
              <a:t>Usabilityhub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299" y="4554538"/>
            <a:ext cx="9960040" cy="5204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485515" y="10700482"/>
            <a:ext cx="40016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www.usabilityhub.com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84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Usability - </a:t>
            </a:r>
            <a:r>
              <a:rPr lang="en-GB" dirty="0" err="1" smtClean="0"/>
              <a:t>TheClickTest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981" y="3429122"/>
            <a:ext cx="10111154" cy="8228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590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Usability - </a:t>
            </a:r>
            <a:r>
              <a:rPr lang="en-GB" dirty="0" err="1"/>
              <a:t>TheClickTest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004" y="3936512"/>
            <a:ext cx="12023129" cy="6842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741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ROB MILLARD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69278" y="427038"/>
            <a:ext cx="5148263" cy="649287"/>
          </a:xfrm>
        </p:spPr>
        <p:txBody>
          <a:bodyPr/>
          <a:lstStyle/>
          <a:p>
            <a:r>
              <a:rPr lang="en-GB" dirty="0" smtClean="0"/>
              <a:t>ROB MILLARD</a:t>
            </a:r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956089286"/>
              </p:ext>
            </p:extLst>
          </p:nvPr>
        </p:nvGraphicFramePr>
        <p:xfrm>
          <a:off x="439615" y="1195754"/>
          <a:ext cx="14946923" cy="9460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94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Wireframing</a:t>
            </a:r>
            <a:r>
              <a:rPr lang="en-GB" dirty="0" smtClean="0"/>
              <a:t> - </a:t>
            </a:r>
            <a:r>
              <a:rPr lang="en-GB" dirty="0" err="1" smtClean="0"/>
              <a:t>Cacoo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4342" name="Picture 6" descr="http://www.webdesignforbeginners.info/wp-content/uploads/2011/12/cacoo-edito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959" y="3977908"/>
            <a:ext cx="10137845" cy="644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229188" y="11150924"/>
            <a:ext cx="19693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cacoo.com</a:t>
            </a:r>
          </a:p>
        </p:txBody>
      </p:sp>
    </p:spTree>
    <p:extLst>
      <p:ext uri="{BB962C8B-B14F-4D97-AF65-F5344CB8AC3E}">
        <p14:creationId xmlns:p14="http://schemas.microsoft.com/office/powerpoint/2010/main" val="10334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Wireframing</a:t>
            </a:r>
            <a:r>
              <a:rPr lang="en-GB" dirty="0" smtClean="0"/>
              <a:t> – Google Docs Drawing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31746" name="Picture 2" descr="http://tctechcrunch.files.wordpress.com/2010/04/google-drawing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914" y="3991707"/>
            <a:ext cx="8625623" cy="638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491519" y="11203678"/>
            <a:ext cx="29524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docs.google.com</a:t>
            </a:r>
          </a:p>
        </p:txBody>
      </p:sp>
    </p:spTree>
    <p:extLst>
      <p:ext uri="{BB962C8B-B14F-4D97-AF65-F5344CB8AC3E}">
        <p14:creationId xmlns:p14="http://schemas.microsoft.com/office/powerpoint/2010/main" val="273995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Wireframing</a:t>
            </a:r>
            <a:r>
              <a:rPr lang="en-GB" dirty="0" smtClean="0"/>
              <a:t> – Pen, Paper, Camera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30722" name="Picture 2" descr="http://netdna.webdesignerdepot.com/uploads4/keynote-wireframing/4-pen-paper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006" y="3965331"/>
            <a:ext cx="8817029" cy="6093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4" name="Picture 4" descr="http://www.cruc.es/cruc.es/images/2012/03/iphone-camera-icon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6285" y="8344754"/>
            <a:ext cx="2857500" cy="287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343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ROB MILLARD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69278" y="427038"/>
            <a:ext cx="5148263" cy="649287"/>
          </a:xfrm>
        </p:spPr>
        <p:txBody>
          <a:bodyPr/>
          <a:lstStyle/>
          <a:p>
            <a:r>
              <a:rPr lang="en-GB" dirty="0" smtClean="0"/>
              <a:t>ROB MILLARD</a:t>
            </a:r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739667989"/>
              </p:ext>
            </p:extLst>
          </p:nvPr>
        </p:nvGraphicFramePr>
        <p:xfrm>
          <a:off x="439615" y="1195754"/>
          <a:ext cx="14946923" cy="9460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94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Testing - GWO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25602" name="Picture 2" descr="http://www.maheshnarayanan.com/wp-content/uploads/2012/03/GWO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203"/>
          <a:stretch/>
        </p:blipFill>
        <p:spPr bwMode="auto">
          <a:xfrm>
            <a:off x="4044461" y="5119185"/>
            <a:ext cx="8335107" cy="442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202921" y="10838674"/>
            <a:ext cx="60181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www.google.com/websiteoptimizer</a:t>
            </a:r>
          </a:p>
        </p:txBody>
      </p:sp>
    </p:spTree>
    <p:extLst>
      <p:ext uri="{BB962C8B-B14F-4D97-AF65-F5344CB8AC3E}">
        <p14:creationId xmlns:p14="http://schemas.microsoft.com/office/powerpoint/2010/main" val="189744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Testing – GA Experiments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>
                <a:hlinkClick r:id="rId2"/>
              </a:rPr>
              <a:t>http://</a:t>
            </a:r>
            <a:r>
              <a:rPr lang="en-GB" dirty="0" smtClean="0">
                <a:hlinkClick r:id="rId2"/>
              </a:rPr>
              <a:t>marketingland.com/google-analytics-content-experiments-12170</a:t>
            </a:r>
            <a:endParaRPr lang="en-GB" dirty="0" smtClean="0"/>
          </a:p>
          <a:p>
            <a:r>
              <a:rPr lang="en-GB" dirty="0">
                <a:hlinkClick r:id="rId3"/>
              </a:rPr>
              <a:t>https://support.google.com/analytics/bin/topic.py?hl=en&amp;topic=1745146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711" y="4070228"/>
            <a:ext cx="10860871" cy="5390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608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Testing – BT Buckets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277214"/>
            <a:ext cx="8867775" cy="515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6827500" y="11087135"/>
            <a:ext cx="26041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/>
              <a:t>btbuckets.com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853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BUT</a:t>
            </a:r>
            <a:br>
              <a:rPr lang="en-GB" dirty="0" smtClean="0"/>
            </a:br>
            <a:r>
              <a:rPr lang="en-GB" dirty="0" smtClean="0"/>
              <a:t>free </a:t>
            </a:r>
            <a:r>
              <a:rPr lang="en-GB" dirty="0"/>
              <a:t>t</a:t>
            </a:r>
            <a:r>
              <a:rPr lang="en-GB" dirty="0" smtClean="0"/>
              <a:t>ools aren’t a substitute for the real deal.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/>
              <a:t>SPEAKER NAME - EDIT FOOTER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407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519148" y="4526071"/>
            <a:ext cx="7220881" cy="2903389"/>
          </a:xfrm>
        </p:spPr>
        <p:txBody>
          <a:bodyPr/>
          <a:lstStyle/>
          <a:p>
            <a:pPr algn="ctr"/>
            <a:r>
              <a:rPr lang="en-GB" dirty="0" smtClean="0"/>
              <a:t>Thank You </a:t>
            </a:r>
            <a:br>
              <a:rPr lang="en-GB" dirty="0" smtClean="0"/>
            </a:br>
            <a:r>
              <a:rPr lang="en-GB" dirty="0" smtClean="0"/>
              <a:t>Any Questions</a:t>
            </a:r>
            <a:endParaRPr lang="en-GB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ROB MILLARD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920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9e189f1a753ee679d1b35c74a851e0b830c82ef3"/>
</p:tagLst>
</file>

<file path=ppt/theme/theme1.xml><?xml version="1.0" encoding="utf-8"?>
<a:theme xmlns:a="http://schemas.openxmlformats.org/drawingml/2006/main" name="Distilled_4x3_template_v002">
  <a:themeElements>
    <a:clrScheme name="distilled">
      <a:dk1>
        <a:srgbClr val="4A4A4A"/>
      </a:dk1>
      <a:lt1>
        <a:srgbClr val="FFFFFF"/>
      </a:lt1>
      <a:dk2>
        <a:srgbClr val="E9E9E9"/>
      </a:dk2>
      <a:lt2>
        <a:srgbClr val="868686"/>
      </a:lt2>
      <a:accent1>
        <a:srgbClr val="6F6F6F"/>
      </a:accent1>
      <a:accent2>
        <a:srgbClr val="0093D9"/>
      </a:accent2>
      <a:accent3>
        <a:srgbClr val="BDCF3F"/>
      </a:accent3>
      <a:accent4>
        <a:srgbClr val="D50912"/>
      </a:accent4>
      <a:accent5>
        <a:srgbClr val="F6A305"/>
      </a:accent5>
      <a:accent6>
        <a:srgbClr val="6F6F6F"/>
      </a:accent6>
      <a:hlink>
        <a:srgbClr val="6F6F6F"/>
      </a:hlink>
      <a:folHlink>
        <a:srgbClr val="6F6F6F"/>
      </a:folHlink>
    </a:clrScheme>
    <a:fontScheme name="Distilled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Distilled_4x3_template_v002</Template>
  <TotalTime>1174</TotalTime>
  <Words>459</Words>
  <Application>Microsoft Office PowerPoint</Application>
  <PresentationFormat>Custom</PresentationFormat>
  <Paragraphs>179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GillSans</vt:lpstr>
      <vt:lpstr>Gill Sans MT</vt:lpstr>
      <vt:lpstr>Calibri</vt:lpstr>
      <vt:lpstr>Distilled_4x3_template_v002</vt:lpstr>
      <vt:lpstr>¬16:9 style guide  Title Page Title - Gill Sans regular 90pt #575756 Speakers name in footer – Gill Sans regular 34pt uppercase #E9E9E9  Divider Page Small speakers name at top – Gill Sans regular 23pt uppercase #868686 Main title - Gill Sans regular 90pt #575756  Single bullet point page Bullet – Gill Sans regular 57pt #575756  image and content page 3 / 2 column grid title – Gill Sans regular 72pt #575756 body copy – Gill Sans regular 36pt #706F6F  green caption slide All other copy styled the same as 'image and content page 3 / 2 column grid' green text in caption – Gill Sans regular 30pt #706F6F  Profile Page Title - Gill Sans regular 72pt #575756 Job title – Gill Sans regular 27pt #575756 company title – Gill Sans italic 27pt #575756 email address and twitter – Gill Sans regular 21pt as before&gt; body copy – Gill Sans regular 36pt #706F6F  Thank you Title - Gill Sans regular 90pt #575756 Speakers name in footer – Gill Sans regular 34pt uppercase #E9E9E9 </vt:lpstr>
      <vt:lpstr>PowerPoint Presentation</vt:lpstr>
      <vt:lpstr>Getting budget can stop you from starting</vt:lpstr>
      <vt:lpstr>PowerPoint Presentation</vt:lpstr>
      <vt:lpstr>Project Management - Trello</vt:lpstr>
      <vt:lpstr>Project Management - Weekly</vt:lpstr>
      <vt:lpstr>Project Management - Daily</vt:lpstr>
      <vt:lpstr>Web Analytics</vt:lpstr>
      <vt:lpstr>Web Analytics – Google Analytics</vt:lpstr>
      <vt:lpstr>Web Analytics – Google Analytics</vt:lpstr>
      <vt:lpstr>Web Analytics - ClickHeat</vt:lpstr>
      <vt:lpstr>PowerPoint Presentation</vt:lpstr>
      <vt:lpstr>Feedback - KISSInsights</vt:lpstr>
      <vt:lpstr>Feedback - Uservoice</vt:lpstr>
      <vt:lpstr>Feedback – 4Q Survey</vt:lpstr>
      <vt:lpstr>Feedback – Your Own Survey</vt:lpstr>
      <vt:lpstr>Feedback - Twitter</vt:lpstr>
      <vt:lpstr>Feedback - Twitter</vt:lpstr>
      <vt:lpstr>PowerPoint Presentation</vt:lpstr>
      <vt:lpstr>Usability Testing</vt:lpstr>
      <vt:lpstr>Usability Testing - Recruitment</vt:lpstr>
      <vt:lpstr>Usability Testing - Silverback</vt:lpstr>
      <vt:lpstr>Usability Testing - Quicktime</vt:lpstr>
      <vt:lpstr>Usability Testing - Jing</vt:lpstr>
      <vt:lpstr>Usability Testing - Scripts</vt:lpstr>
      <vt:lpstr>Usability (Accessibility?) - Browser</vt:lpstr>
      <vt:lpstr>Usability (Accessiblity?) - Browser</vt:lpstr>
      <vt:lpstr>Usability - Usabilityhub</vt:lpstr>
      <vt:lpstr>Usability - TheClickTest</vt:lpstr>
      <vt:lpstr>Usability - TheClickTest</vt:lpstr>
      <vt:lpstr>PowerPoint Presentation</vt:lpstr>
      <vt:lpstr>Wireframing - Cacoo</vt:lpstr>
      <vt:lpstr>Wireframing – Google Docs Drawing</vt:lpstr>
      <vt:lpstr>Wireframing – Pen, Paper, Camera</vt:lpstr>
      <vt:lpstr>PowerPoint Presentation</vt:lpstr>
      <vt:lpstr>Testing - GWO</vt:lpstr>
      <vt:lpstr>Testing – GA Experiments</vt:lpstr>
      <vt:lpstr>Testing – BT Buckets</vt:lpstr>
      <vt:lpstr>BUT free tools aren’t a substitute for the real deal.</vt:lpstr>
      <vt:lpstr>Thank You  Any Questions</vt:lpstr>
    </vt:vector>
  </TitlesOfParts>
  <Company>Eyeful Presentations 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¬16:9 style guide  Title Page Title - Gill Sans regular 90pt #575756 Speakers name in footer – Gill Sans regular 34pt uppercase #E9E9E9  Divider Page Small speakers name at top – Gill Sans regular 23pt uppercase #868686 Main title - Gill Sans regular 90pt #575756  Single bullet point page Bullet – Gill Sans regular 57pt #575756  image and content page 3 / 2 column grid title – Gill Sans regular 72pt #575756 body copy – Gill Sans regular 36pt #706F6F  green caption slide All other copy styled the same as 'image and content page 3 / 2 column grid' green text in caption – Gill Sans regular 30pt #706F6F  Profile Page Title - Gill Sans regular 72pt #575756 Job title – Gill Sans regular 27pt #575756 company title – Gill Sans italic 27pt #575756 email address and twitter – Gill Sans regular 21pt as before&gt; body copy – Gill Sans regular 36pt #706F6F  Thank you Title - Gill Sans regular 90pt #575756 Speakers name in footer – Gill Sans regular 34pt uppercase #E9E9E9</dc:title>
  <dc:creator>Eyeful</dc:creator>
  <cp:lastModifiedBy>Rob Millard</cp:lastModifiedBy>
  <cp:revision>90</cp:revision>
  <dcterms:created xsi:type="dcterms:W3CDTF">2011-10-04T12:52:15Z</dcterms:created>
  <dcterms:modified xsi:type="dcterms:W3CDTF">2012-07-12T17:11:35Z</dcterms:modified>
</cp:coreProperties>
</file>