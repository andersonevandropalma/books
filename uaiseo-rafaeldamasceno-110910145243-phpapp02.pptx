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87" r:id="rId5"/>
    <p:sldId id="278" r:id="rId6"/>
    <p:sldId id="281" r:id="rId7"/>
    <p:sldId id="282" r:id="rId8"/>
    <p:sldId id="288" r:id="rId9"/>
    <p:sldId id="283" r:id="rId10"/>
    <p:sldId id="284" r:id="rId11"/>
    <p:sldId id="285" r:id="rId12"/>
    <p:sldId id="286" r:id="rId13"/>
    <p:sldId id="280" r:id="rId14"/>
    <p:sldId id="293" r:id="rId15"/>
    <p:sldId id="290" r:id="rId16"/>
    <p:sldId id="291" r:id="rId17"/>
    <p:sldId id="295" r:id="rId18"/>
    <p:sldId id="294" r:id="rId19"/>
    <p:sldId id="292" r:id="rId20"/>
    <p:sldId id="258" r:id="rId21"/>
    <p:sldId id="259" r:id="rId22"/>
    <p:sldId id="260" r:id="rId23"/>
    <p:sldId id="266" r:id="rId24"/>
    <p:sldId id="269" r:id="rId25"/>
    <p:sldId id="268" r:id="rId26"/>
    <p:sldId id="270" r:id="rId27"/>
    <p:sldId id="267" r:id="rId28"/>
    <p:sldId id="263" r:id="rId29"/>
    <p:sldId id="262" r:id="rId30"/>
    <p:sldId id="261" r:id="rId31"/>
    <p:sldId id="264" r:id="rId32"/>
    <p:sldId id="265" r:id="rId33"/>
    <p:sldId id="271" r:id="rId34"/>
    <p:sldId id="272" r:id="rId35"/>
    <p:sldId id="273" r:id="rId36"/>
    <p:sldId id="274" r:id="rId37"/>
    <p:sldId id="275" r:id="rId38"/>
    <p:sldId id="276" r:id="rId39"/>
    <p:sldId id="312" r:id="rId40"/>
    <p:sldId id="314" r:id="rId41"/>
    <p:sldId id="317" r:id="rId42"/>
    <p:sldId id="318" r:id="rId43"/>
    <p:sldId id="315" r:id="rId44"/>
    <p:sldId id="316" r:id="rId45"/>
    <p:sldId id="321" r:id="rId46"/>
    <p:sldId id="319" r:id="rId47"/>
    <p:sldId id="320" r:id="rId48"/>
    <p:sldId id="322" r:id="rId49"/>
    <p:sldId id="323" r:id="rId50"/>
    <p:sldId id="324" r:id="rId51"/>
    <p:sldId id="325" r:id="rId52"/>
    <p:sldId id="313" r:id="rId5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B71DA64-0979-4777-A393-C0A2A97D877D}">
          <p14:sldIdLst>
            <p14:sldId id="256"/>
            <p14:sldId id="257"/>
          </p14:sldIdLst>
        </p14:section>
        <p14:section name="www.mateusneves.com.br" id="{037233A0-F704-49E1-85B9-4D1499A0C769}">
          <p14:sldIdLst>
            <p14:sldId id="277"/>
            <p14:sldId id="287"/>
            <p14:sldId id="278"/>
            <p14:sldId id="281"/>
            <p14:sldId id="282"/>
            <p14:sldId id="288"/>
            <p14:sldId id="283"/>
            <p14:sldId id="284"/>
            <p14:sldId id="285"/>
            <p14:sldId id="286"/>
            <p14:sldId id="280"/>
            <p14:sldId id="293"/>
            <p14:sldId id="290"/>
            <p14:sldId id="291"/>
            <p14:sldId id="295"/>
            <p14:sldId id="294"/>
            <p14:sldId id="292"/>
          </p14:sldIdLst>
        </p14:section>
        <p14:section name="www.forgeeks.com.br" id="{C0C6893C-2CE5-4087-9BA2-160CFB43E555}">
          <p14:sldIdLst>
            <p14:sldId id="258"/>
            <p14:sldId id="259"/>
            <p14:sldId id="260"/>
            <p14:sldId id="266"/>
            <p14:sldId id="269"/>
            <p14:sldId id="268"/>
            <p14:sldId id="270"/>
            <p14:sldId id="267"/>
            <p14:sldId id="263"/>
            <p14:sldId id="262"/>
            <p14:sldId id="261"/>
            <p14:sldId id="264"/>
            <p14:sldId id="265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Untitled Section" id="{A1748BD2-F6B5-CB4A-8333-815941A16219}">
          <p14:sldIdLst>
            <p14:sldId id="312"/>
            <p14:sldId id="314"/>
            <p14:sldId id="317"/>
            <p14:sldId id="318"/>
            <p14:sldId id="315"/>
            <p14:sldId id="316"/>
            <p14:sldId id="321"/>
            <p14:sldId id="319"/>
            <p14:sldId id="320"/>
            <p14:sldId id="322"/>
            <p14:sldId id="323"/>
            <p14:sldId id="324"/>
            <p14:sldId id="325"/>
            <p14:sldId id="31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B3C1"/>
    <a:srgbClr val="CE251E"/>
    <a:srgbClr val="7A7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9659" autoAdjust="0"/>
  </p:normalViewPr>
  <p:slideViewPr>
    <p:cSldViewPr>
      <p:cViewPr varScale="1">
        <p:scale>
          <a:sx n="102" d="100"/>
          <a:sy n="102" d="100"/>
        </p:scale>
        <p:origin x="-2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printerSettings" Target="printerSettings/printerSettings1.bin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>
            <a:lvl1pPr>
              <a:defRPr sz="6400">
                <a:solidFill>
                  <a:srgbClr val="5BB3C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7A7A7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792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883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8856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001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671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9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234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142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91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47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14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90F29-4191-41D0-9848-4D1E3D7CA688}" type="datetimeFigureOut">
              <a:rPr lang="pt-BR" smtClean="0"/>
              <a:t>10/09/11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AB725-5CDE-49D2-8151-823B9DEBB69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486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5BB3C1"/>
          </a:solidFill>
          <a:latin typeface="Frutiger-Bold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CE251E"/>
        </a:buClr>
        <a:buFont typeface="Arial" pitchFamily="34" charset="0"/>
        <a:buChar char="•"/>
        <a:defRPr sz="3200" kern="1200">
          <a:solidFill>
            <a:srgbClr val="7A7A7A"/>
          </a:solidFill>
          <a:latin typeface="Trebuchet MS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E251E"/>
        </a:buClr>
        <a:buFont typeface="Arial" pitchFamily="34" charset="0"/>
        <a:buChar char="–"/>
        <a:defRPr sz="2800" kern="1200">
          <a:solidFill>
            <a:srgbClr val="7A7A7A"/>
          </a:solidFill>
          <a:latin typeface="Trebuchet MS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7A7A7A"/>
          </a:solidFill>
          <a:latin typeface="Trebuchet MS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7A7A7A"/>
          </a:solidFill>
          <a:latin typeface="Trebuchet MS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7A7A7A"/>
          </a:solidFill>
          <a:latin typeface="Trebuchet MS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3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mateusneves.com.br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forgeeks.com.br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Uai SEO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Search Clinic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47180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Quem é Rafael Damasceno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Coordenador de Marketing de Busca e Web Analytics na </a:t>
            </a:r>
            <a:r>
              <a:rPr lang="pt-BR" sz="2800" dirty="0" smtClean="0">
                <a:solidFill>
                  <a:srgbClr val="C00000"/>
                </a:solidFill>
              </a:rPr>
              <a:t>Lápis Raro</a:t>
            </a:r>
            <a:r>
              <a:rPr lang="pt-BR" sz="2800" dirty="0" smtClean="0"/>
              <a:t>.</a:t>
            </a:r>
          </a:p>
          <a:p>
            <a:endParaRPr lang="pt-BR" sz="2800" dirty="0"/>
          </a:p>
          <a:p>
            <a:endParaRPr lang="pt-BR" sz="2800" dirty="0" smtClean="0"/>
          </a:p>
          <a:p>
            <a:endParaRPr lang="pt-BR" sz="2800" dirty="0" smtClean="0"/>
          </a:p>
          <a:p>
            <a:r>
              <a:rPr lang="pt-BR" sz="2800" dirty="0" smtClean="0"/>
              <a:t>Co-Fundador do </a:t>
            </a:r>
            <a:r>
              <a:rPr lang="pt-BR" sz="2800" dirty="0" smtClean="0">
                <a:solidFill>
                  <a:srgbClr val="C00000"/>
                </a:solidFill>
              </a:rPr>
              <a:t>Curso SEM Dúvida</a:t>
            </a:r>
            <a:r>
              <a:rPr lang="pt-BR" sz="2800" dirty="0" smtClean="0"/>
              <a:t>.</a:t>
            </a:r>
            <a:endParaRPr lang="pt-BR" sz="2800" dirty="0"/>
          </a:p>
        </p:txBody>
      </p:sp>
      <p:pic>
        <p:nvPicPr>
          <p:cNvPr id="1027" name="Picture 3" descr="C:\Users\rafael\Desktop\Untitled-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50" y="2091131"/>
            <a:ext cx="1924050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rafael\Desktop\Untitled-2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762" y="4077072"/>
            <a:ext cx="2143745" cy="202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49494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Blog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>
                <a:hlinkClick r:id="rId2"/>
              </a:rPr>
              <a:t>www.mateusneves.com.br</a:t>
            </a:r>
            <a:endParaRPr lang="pt-BR" dirty="0" smtClean="0"/>
          </a:p>
          <a:p>
            <a:r>
              <a:rPr lang="pt-BR" dirty="0" smtClean="0"/>
              <a:t>Mateus Neves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812897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Domínio Próprio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pPr marL="0" indent="0" algn="ctr">
              <a:buNone/>
            </a:pPr>
            <a:r>
              <a:rPr lang="pt-BR" sz="4200" dirty="0" smtClean="0">
                <a:solidFill>
                  <a:srgbClr val="00B050"/>
                </a:solidFill>
              </a:rPr>
              <a:t>www.mateusneves.com</a:t>
            </a:r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 smtClean="0">
                <a:solidFill>
                  <a:srgbClr val="C00000"/>
                </a:solidFill>
              </a:rPr>
              <a:t>NADA DE:</a:t>
            </a:r>
          </a:p>
          <a:p>
            <a:pPr marL="0" indent="0" algn="ctr">
              <a:buNone/>
            </a:pPr>
            <a:r>
              <a:rPr lang="pt-BR" dirty="0" smtClean="0"/>
              <a:t>mateusneves.wordpress.com</a:t>
            </a:r>
            <a:endParaRPr lang="pt-BR" dirty="0"/>
          </a:p>
          <a:p>
            <a:pPr marL="0" indent="0" algn="ctr">
              <a:buNone/>
            </a:pPr>
            <a:r>
              <a:rPr lang="pt-BR" dirty="0" smtClean="0"/>
              <a:t>mateusneves.blogspot.com</a:t>
            </a:r>
          </a:p>
        </p:txBody>
      </p:sp>
    </p:spTree>
    <p:extLst>
      <p:ext uri="{BB962C8B-B14F-4D97-AF65-F5344CB8AC3E}">
        <p14:creationId xmlns:p14="http://schemas.microsoft.com/office/powerpoint/2010/main" val="106950507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On page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6397"/>
            <a:ext cx="8229600" cy="1872208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Title da Home:</a:t>
            </a:r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 smtClean="0"/>
              <a:t>Mateus Neves – Wordpress e Design</a:t>
            </a:r>
            <a:endParaRPr lang="pt-BR" dirty="0"/>
          </a:p>
        </p:txBody>
      </p:sp>
      <p:sp>
        <p:nvSpPr>
          <p:cNvPr id="5" name="Right Brace 4"/>
          <p:cNvSpPr/>
          <p:nvPr/>
        </p:nvSpPr>
        <p:spPr>
          <a:xfrm rot="5400000">
            <a:off x="2195736" y="2530492"/>
            <a:ext cx="792088" cy="252028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35696" y="4182417"/>
            <a:ext cx="1512168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CE251E"/>
              </a:buClr>
              <a:buFont typeface="Arial" pitchFamily="34" charset="0"/>
              <a:buChar char="•"/>
              <a:defRPr sz="32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E251E"/>
              </a:buClr>
              <a:buFont typeface="Arial" pitchFamily="34" charset="0"/>
              <a:buChar char="–"/>
              <a:defRPr sz="28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pt-BR" dirty="0" smtClean="0">
                <a:solidFill>
                  <a:srgbClr val="C00000"/>
                </a:solidFill>
              </a:rPr>
              <a:t>OK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7" name="Right Brace 6"/>
          <p:cNvSpPr/>
          <p:nvPr/>
        </p:nvSpPr>
        <p:spPr>
          <a:xfrm rot="5400000">
            <a:off x="5652120" y="2026437"/>
            <a:ext cx="792088" cy="3528392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482" name="Picture 2" descr="http://seoblog.yougomedia.com/wp-content/uploads/2011/03/oreall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938" y="4299857"/>
            <a:ext cx="2092451" cy="193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51846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93096"/>
            <a:ext cx="8229600" cy="1257003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Duas Keywords altamente concorridas e muito diferentes. Escolha uma.</a:t>
            </a:r>
            <a:endParaRPr lang="pt-BR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824" y="1175341"/>
            <a:ext cx="4692352" cy="2541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84837350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On page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6396"/>
            <a:ext cx="8229600" cy="341878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dirty="0" smtClean="0"/>
              <a:t>Title da Home:</a:t>
            </a:r>
          </a:p>
          <a:p>
            <a:pPr marL="0" indent="0" algn="ctr">
              <a:lnSpc>
                <a:spcPct val="110000"/>
              </a:lnSpc>
              <a:buNone/>
            </a:pPr>
            <a:endParaRPr lang="pt-BR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dirty="0" err="1"/>
              <a:t>Mateus</a:t>
            </a:r>
            <a:r>
              <a:rPr lang="en-US" dirty="0"/>
              <a:t> </a:t>
            </a:r>
            <a:r>
              <a:rPr lang="en-US" dirty="0" err="1"/>
              <a:t>Neves</a:t>
            </a:r>
            <a:r>
              <a:rPr lang="en-US" dirty="0"/>
              <a:t> – </a:t>
            </a:r>
            <a:r>
              <a:rPr lang="en-US" dirty="0" err="1"/>
              <a:t>Wordpress</a:t>
            </a:r>
            <a:r>
              <a:rPr lang="en-US" dirty="0"/>
              <a:t> Things: </a:t>
            </a:r>
            <a:r>
              <a:rPr lang="en-US" dirty="0" err="1"/>
              <a:t>Temas</a:t>
            </a:r>
            <a:r>
              <a:rPr lang="en-US" dirty="0"/>
              <a:t>, Plugins, Workshops e </a:t>
            </a:r>
            <a:r>
              <a:rPr lang="en-US" dirty="0" err="1"/>
              <a:t>mais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168141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634" y="116632"/>
            <a:ext cx="6588732" cy="6193408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513547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13176"/>
            <a:ext cx="8229600" cy="1112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Sempre insira um links para sua página fixa de workshops.</a:t>
            </a:r>
            <a:endParaRPr lang="pt-BR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Links nos Posts</a:t>
            </a:r>
            <a:endParaRPr lang="pt-BR" dirty="0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50" y="1556792"/>
            <a:ext cx="8090100" cy="3262858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95936" y="3429000"/>
            <a:ext cx="1872208" cy="3600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404841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24325"/>
            <a:ext cx="8229600" cy="1112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Internal Link Building – Plugin para criar links automáticos em keywords.</a:t>
            </a:r>
            <a:endParaRPr lang="pt-BR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Links nos Posts</a:t>
            </a:r>
            <a:endParaRPr lang="pt-BR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25" y="1340768"/>
            <a:ext cx="8487951" cy="3783881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488041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Posts Relacionados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13176"/>
            <a:ext cx="8229600" cy="824955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/>
              <a:t>Trabalhe com posts relacionados</a:t>
            </a:r>
            <a:endParaRPr lang="pt-BR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72" y="1772816"/>
            <a:ext cx="8676456" cy="267242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860018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4"/>
          <a:stretch/>
        </p:blipFill>
        <p:spPr bwMode="auto">
          <a:xfrm>
            <a:off x="114467" y="116632"/>
            <a:ext cx="5264842" cy="5976664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5940152" y="2780928"/>
            <a:ext cx="2736304" cy="144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 dirty="0" smtClean="0"/>
              <a:t>WTF???</a:t>
            </a:r>
            <a:endParaRPr lang="pt-BR" sz="6000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059832" y="3501008"/>
            <a:ext cx="2880320" cy="50405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3528" y="2802698"/>
            <a:ext cx="2592288" cy="22824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657481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Parabéns!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73216"/>
            <a:ext cx="8229600" cy="752947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/>
              <a:t>Sprites</a:t>
            </a:r>
            <a:endParaRPr lang="pt-BR" dirty="0"/>
          </a:p>
        </p:txBody>
      </p:sp>
      <p:pic>
        <p:nvPicPr>
          <p:cNvPr id="19458" name="Picture 2" descr="http://www.mateusneves.com/wp-content/themes/mateusneves-v3/images/sprit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2743200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37692"/>
            <a:ext cx="6856413" cy="361950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04050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4008" y="4653136"/>
            <a:ext cx="4042792" cy="14730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 smtClean="0"/>
              <a:t>Faça</a:t>
            </a:r>
            <a:r>
              <a:rPr lang="en-US" dirty="0" smtClean="0"/>
              <a:t> posts com </a:t>
            </a:r>
            <a:r>
              <a:rPr lang="en-US" dirty="0" err="1" smtClean="0"/>
              <a:t>conteúdo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E251E"/>
                </a:solidFill>
              </a:rPr>
              <a:t>EXCELENTE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se </a:t>
            </a:r>
            <a:r>
              <a:rPr lang="en-US" dirty="0" err="1" smtClean="0"/>
              <a:t>diferenciar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0" y="360040"/>
            <a:ext cx="4508416" cy="5805264"/>
          </a:xfrm>
          <a:prstGeom prst="rect">
            <a:avLst/>
          </a:prstGeom>
          <a:ln>
            <a:solidFill>
              <a:srgbClr val="A6A6A6"/>
            </a:solidFill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644008" y="404664"/>
            <a:ext cx="4042792" cy="3744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CE251E"/>
              </a:buClr>
              <a:buFont typeface="Arial" pitchFamily="34" charset="0"/>
              <a:buChar char="•"/>
              <a:defRPr sz="32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E251E"/>
              </a:buClr>
              <a:buFont typeface="Arial" pitchFamily="34" charset="0"/>
              <a:buChar char="–"/>
              <a:defRPr sz="28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Imagens</a:t>
            </a:r>
            <a:endParaRPr lang="en-US" dirty="0" smtClean="0"/>
          </a:p>
          <a:p>
            <a:r>
              <a:rPr lang="en-US" dirty="0" smtClean="0"/>
              <a:t>Screenshots dos </a:t>
            </a:r>
            <a:r>
              <a:rPr lang="en-US" dirty="0" err="1" smtClean="0"/>
              <a:t>novos</a:t>
            </a:r>
            <a:r>
              <a:rPr lang="en-US" dirty="0" smtClean="0"/>
              <a:t> </a:t>
            </a:r>
            <a:r>
              <a:rPr lang="en-US" dirty="0" err="1" smtClean="0"/>
              <a:t>recursos</a:t>
            </a:r>
            <a:endParaRPr lang="en-US" dirty="0" smtClean="0"/>
          </a:p>
          <a:p>
            <a:r>
              <a:rPr lang="en-US" dirty="0" err="1" smtClean="0"/>
              <a:t>Vídeos</a:t>
            </a:r>
            <a:r>
              <a:rPr lang="en-US" dirty="0" smtClean="0"/>
              <a:t> dos </a:t>
            </a:r>
            <a:r>
              <a:rPr lang="en-US" dirty="0" err="1" smtClean="0"/>
              <a:t>novos</a:t>
            </a:r>
            <a:r>
              <a:rPr lang="en-US" dirty="0" smtClean="0"/>
              <a:t> </a:t>
            </a:r>
            <a:r>
              <a:rPr lang="en-US" dirty="0" err="1" smtClean="0"/>
              <a:t>recursos</a:t>
            </a:r>
            <a:endParaRPr lang="en-US" dirty="0" smtClean="0"/>
          </a:p>
          <a:p>
            <a:r>
              <a:rPr lang="en-US" dirty="0" smtClean="0"/>
              <a:t>Links de </a:t>
            </a:r>
            <a:r>
              <a:rPr lang="en-US" dirty="0" err="1" smtClean="0"/>
              <a:t>outras</a:t>
            </a:r>
            <a:r>
              <a:rPr lang="en-US" dirty="0" smtClean="0"/>
              <a:t> </a:t>
            </a:r>
            <a:r>
              <a:rPr lang="en-US" dirty="0" err="1" smtClean="0"/>
              <a:t>fontes</a:t>
            </a:r>
            <a:r>
              <a:rPr lang="en-US" dirty="0" smtClean="0"/>
              <a:t> </a:t>
            </a:r>
            <a:r>
              <a:rPr lang="en-US" dirty="0" err="1" smtClean="0"/>
              <a:t>falando</a:t>
            </a:r>
            <a:r>
              <a:rPr lang="en-US" dirty="0" smtClean="0"/>
              <a:t> </a:t>
            </a:r>
            <a:r>
              <a:rPr lang="en-US" dirty="0" err="1" smtClean="0"/>
              <a:t>sobre</a:t>
            </a:r>
            <a:r>
              <a:rPr lang="en-US" dirty="0" smtClean="0"/>
              <a:t> o </a:t>
            </a:r>
            <a:r>
              <a:rPr lang="en-US" dirty="0" err="1" smtClean="0"/>
              <a:t>tema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96596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 </a:t>
            </a:r>
            <a:r>
              <a:rPr lang="en-US" dirty="0" err="1" smtClean="0"/>
              <a:t>Externos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38" y="1412776"/>
            <a:ext cx="8375724" cy="2928004"/>
          </a:xfrm>
          <a:prstGeom prst="rect">
            <a:avLst/>
          </a:prstGeom>
          <a:ln>
            <a:solidFill>
              <a:srgbClr val="A6A6A6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933056"/>
            <a:ext cx="3275856" cy="2808701"/>
          </a:xfrm>
          <a:prstGeom prst="rect">
            <a:avLst/>
          </a:prstGeom>
          <a:ln>
            <a:solidFill>
              <a:srgbClr val="A6A6A6"/>
            </a:solidFill>
          </a:ln>
        </p:spPr>
      </p:pic>
    </p:spTree>
    <p:extLst>
      <p:ext uri="{BB962C8B-B14F-4D97-AF65-F5344CB8AC3E}">
        <p14:creationId xmlns:p14="http://schemas.microsoft.com/office/powerpoint/2010/main" val="87086131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00389"/>
            <a:ext cx="8229600" cy="6809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Publique</a:t>
            </a:r>
            <a:r>
              <a:rPr lang="en-US" dirty="0" smtClean="0"/>
              <a:t> sites com </a:t>
            </a:r>
            <a:r>
              <a:rPr lang="en-US" dirty="0" err="1" smtClean="0"/>
              <a:t>bons</a:t>
            </a:r>
            <a:r>
              <a:rPr lang="en-US" dirty="0" smtClean="0"/>
              <a:t> layouts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galerias</a:t>
            </a:r>
            <a:r>
              <a:rPr lang="en-US" dirty="0" smtClean="0"/>
              <a:t>. São </a:t>
            </a:r>
            <a:r>
              <a:rPr lang="en-US" dirty="0" err="1" smtClean="0"/>
              <a:t>ótimos</a:t>
            </a:r>
            <a:r>
              <a:rPr lang="en-US" dirty="0" smtClean="0"/>
              <a:t> links, </a:t>
            </a:r>
            <a:r>
              <a:rPr lang="en-US" dirty="0" err="1" smtClean="0"/>
              <a:t>normalmente</a:t>
            </a:r>
            <a:r>
              <a:rPr lang="en-US" dirty="0" smtClean="0"/>
              <a:t> follow.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515" y="332656"/>
            <a:ext cx="5164970" cy="5289427"/>
          </a:xfrm>
          <a:prstGeom prst="rect">
            <a:avLst/>
          </a:prstGeom>
          <a:ln>
            <a:solidFill>
              <a:srgbClr val="A6A6A6"/>
            </a:solidFill>
          </a:ln>
        </p:spPr>
      </p:pic>
    </p:spTree>
    <p:extLst>
      <p:ext uri="{BB962C8B-B14F-4D97-AF65-F5344CB8AC3E}">
        <p14:creationId xmlns:p14="http://schemas.microsoft.com/office/powerpoint/2010/main" val="406742815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00389"/>
            <a:ext cx="8229600" cy="6809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Incentivo</a:t>
            </a:r>
            <a:r>
              <a:rPr lang="en-US" dirty="0" smtClean="0"/>
              <a:t> o </a:t>
            </a:r>
            <a:r>
              <a:rPr lang="en-US" dirty="0" err="1" smtClean="0"/>
              <a:t>compartilhamento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máximo</a:t>
            </a:r>
            <a:r>
              <a:rPr lang="en-US" dirty="0" smtClean="0"/>
              <a:t>. </a:t>
            </a:r>
            <a:r>
              <a:rPr lang="en-US" dirty="0" err="1" smtClean="0"/>
              <a:t>Bom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SEO e </a:t>
            </a:r>
            <a:r>
              <a:rPr lang="en-US" dirty="0" err="1" smtClean="0"/>
              <a:t>muito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01" y="548680"/>
            <a:ext cx="8724399" cy="4940176"/>
          </a:xfrm>
          <a:prstGeom prst="rect">
            <a:avLst/>
          </a:prstGeom>
          <a:ln>
            <a:solidFill>
              <a:srgbClr val="A6A6A6"/>
            </a:solidFill>
          </a:ln>
        </p:spPr>
      </p:pic>
    </p:spTree>
    <p:extLst>
      <p:ext uri="{BB962C8B-B14F-4D97-AF65-F5344CB8AC3E}">
        <p14:creationId xmlns:p14="http://schemas.microsoft.com/office/powerpoint/2010/main" val="47409110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00389"/>
            <a:ext cx="8229600" cy="68093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err="1" smtClean="0"/>
              <a:t>Pergunte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usuário</a:t>
            </a:r>
            <a:r>
              <a:rPr lang="en-US" dirty="0" smtClean="0"/>
              <a:t> o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ele</a:t>
            </a:r>
            <a:r>
              <a:rPr lang="en-US" dirty="0" smtClean="0"/>
              <a:t> </a:t>
            </a:r>
            <a:r>
              <a:rPr lang="en-US" dirty="0" err="1" smtClean="0"/>
              <a:t>quer</a:t>
            </a:r>
            <a:r>
              <a:rPr lang="en-US" dirty="0" smtClean="0"/>
              <a:t> </a:t>
            </a:r>
            <a:r>
              <a:rPr lang="en-US" dirty="0" err="1" smtClean="0"/>
              <a:t>ver</a:t>
            </a:r>
            <a:r>
              <a:rPr lang="en-US" dirty="0" smtClean="0"/>
              <a:t> no </a:t>
            </a:r>
            <a:r>
              <a:rPr lang="en-US" dirty="0" err="1" smtClean="0"/>
              <a:t>seu</a:t>
            </a:r>
            <a:r>
              <a:rPr lang="en-US" dirty="0" smtClean="0"/>
              <a:t> blog.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68" y="817349"/>
            <a:ext cx="8748464" cy="4627875"/>
          </a:xfrm>
          <a:prstGeom prst="rect">
            <a:avLst/>
          </a:prstGeom>
          <a:ln>
            <a:solidFill>
              <a:srgbClr val="A6A6A6"/>
            </a:solidFill>
          </a:ln>
        </p:spPr>
      </p:pic>
    </p:spTree>
    <p:extLst>
      <p:ext uri="{BB962C8B-B14F-4D97-AF65-F5344CB8AC3E}">
        <p14:creationId xmlns:p14="http://schemas.microsoft.com/office/powerpoint/2010/main" val="93502398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 </a:t>
            </a:r>
            <a:r>
              <a:rPr lang="en-US" dirty="0" err="1" smtClean="0"/>
              <a:t>Patrocinados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>
                <a:solidFill>
                  <a:srgbClr val="5BB3C1"/>
                </a:solidFill>
              </a:rPr>
              <a:t>Palavras-chave</a:t>
            </a:r>
            <a:r>
              <a:rPr lang="en-US" dirty="0" smtClean="0">
                <a:solidFill>
                  <a:srgbClr val="5BB3C1"/>
                </a:solidFill>
              </a:rPr>
              <a:t> </a:t>
            </a:r>
            <a:r>
              <a:rPr lang="en-US" dirty="0" err="1" smtClean="0">
                <a:solidFill>
                  <a:srgbClr val="5BB3C1"/>
                </a:solidFill>
              </a:rPr>
              <a:t>pesquisadas</a:t>
            </a:r>
            <a:r>
              <a:rPr lang="en-US" dirty="0" smtClean="0">
                <a:solidFill>
                  <a:srgbClr val="5BB3C1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 smtClean="0"/>
              <a:t>[Workshop </a:t>
            </a:r>
            <a:r>
              <a:rPr lang="en-US" dirty="0" err="1" smtClean="0"/>
              <a:t>Wordpress</a:t>
            </a:r>
            <a:r>
              <a:rPr lang="en-US" dirty="0" smtClean="0"/>
              <a:t>] – </a:t>
            </a:r>
            <a:r>
              <a:rPr lang="en-US" dirty="0" smtClean="0">
                <a:solidFill>
                  <a:srgbClr val="CE251E"/>
                </a:solidFill>
              </a:rPr>
              <a:t>0 </a:t>
            </a:r>
            <a:r>
              <a:rPr lang="en-US" dirty="0" err="1" smtClean="0">
                <a:solidFill>
                  <a:srgbClr val="CE251E"/>
                </a:solidFill>
              </a:rPr>
              <a:t>concorrentes</a:t>
            </a:r>
            <a:endParaRPr lang="en-US" dirty="0" smtClean="0">
              <a:solidFill>
                <a:srgbClr val="CE251E"/>
              </a:solidFill>
            </a:endParaRPr>
          </a:p>
          <a:p>
            <a:pPr marL="0" indent="0">
              <a:buNone/>
            </a:pPr>
            <a:r>
              <a:rPr lang="en-US" dirty="0" smtClean="0"/>
              <a:t>[</a:t>
            </a:r>
            <a:r>
              <a:rPr lang="en-US" dirty="0" err="1" smtClean="0"/>
              <a:t>Curso</a:t>
            </a:r>
            <a:r>
              <a:rPr lang="en-US" dirty="0" smtClean="0"/>
              <a:t> </a:t>
            </a:r>
            <a:r>
              <a:rPr lang="en-US" dirty="0" err="1" smtClean="0"/>
              <a:t>Wordpress</a:t>
            </a:r>
            <a:r>
              <a:rPr lang="en-US" dirty="0" smtClean="0"/>
              <a:t>] – </a:t>
            </a:r>
            <a:r>
              <a:rPr lang="en-US" dirty="0" smtClean="0">
                <a:solidFill>
                  <a:srgbClr val="CE251E"/>
                </a:solidFill>
              </a:rPr>
              <a:t>2 </a:t>
            </a:r>
            <a:r>
              <a:rPr lang="en-US" dirty="0" err="1" smtClean="0">
                <a:solidFill>
                  <a:srgbClr val="CE251E"/>
                </a:solidFill>
              </a:rPr>
              <a:t>concorrentes</a:t>
            </a:r>
            <a:endParaRPr lang="en-US" dirty="0" smtClean="0">
              <a:solidFill>
                <a:srgbClr val="CE251E"/>
              </a:solidFill>
            </a:endParaRPr>
          </a:p>
          <a:p>
            <a:pPr marL="0" indent="0">
              <a:buNone/>
            </a:pPr>
            <a:r>
              <a:rPr lang="en-US" dirty="0" smtClean="0"/>
              <a:t>[</a:t>
            </a:r>
            <a:r>
              <a:rPr lang="en-US" dirty="0" err="1" smtClean="0"/>
              <a:t>Treinamento</a:t>
            </a:r>
            <a:r>
              <a:rPr lang="en-US" dirty="0" smtClean="0"/>
              <a:t> </a:t>
            </a:r>
            <a:r>
              <a:rPr lang="en-US" dirty="0" err="1" smtClean="0"/>
              <a:t>Wordpress</a:t>
            </a:r>
            <a:r>
              <a:rPr lang="en-US" dirty="0" smtClean="0"/>
              <a:t>] – </a:t>
            </a:r>
            <a:r>
              <a:rPr lang="en-US" dirty="0" smtClean="0">
                <a:solidFill>
                  <a:srgbClr val="CE251E"/>
                </a:solidFill>
              </a:rPr>
              <a:t>0 </a:t>
            </a:r>
            <a:r>
              <a:rPr lang="en-US" dirty="0" err="1" smtClean="0">
                <a:solidFill>
                  <a:srgbClr val="CE251E"/>
                </a:solidFill>
              </a:rPr>
              <a:t>concorrentes</a:t>
            </a:r>
            <a:endParaRPr lang="en-US" dirty="0">
              <a:solidFill>
                <a:srgbClr val="CE251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004" y="3823555"/>
            <a:ext cx="3737992" cy="2485765"/>
          </a:xfrm>
          <a:prstGeom prst="rect">
            <a:avLst/>
          </a:prstGeom>
          <a:ln>
            <a:solidFill>
              <a:srgbClr val="A6A6A6"/>
            </a:solidFill>
          </a:ln>
        </p:spPr>
      </p:pic>
    </p:spTree>
    <p:extLst>
      <p:ext uri="{BB962C8B-B14F-4D97-AF65-F5344CB8AC3E}">
        <p14:creationId xmlns:p14="http://schemas.microsoft.com/office/powerpoint/2010/main" val="192402116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4801"/>
            <a:ext cx="7772400" cy="1470025"/>
          </a:xfrm>
        </p:spPr>
        <p:txBody>
          <a:bodyPr/>
          <a:lstStyle/>
          <a:p>
            <a:r>
              <a:rPr lang="pt-BR" dirty="0" smtClean="0"/>
              <a:t>E-commerce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60576"/>
            <a:ext cx="6400800" cy="1752600"/>
          </a:xfrm>
        </p:spPr>
        <p:txBody>
          <a:bodyPr/>
          <a:lstStyle/>
          <a:p>
            <a:r>
              <a:rPr lang="pt-BR" dirty="0" smtClean="0">
                <a:hlinkClick r:id="rId2"/>
              </a:rPr>
              <a:t>www.forgeeks.com.br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Paulo Soares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97062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www.forgeeks.com.br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3345235"/>
          </a:xfrm>
        </p:spPr>
        <p:txBody>
          <a:bodyPr/>
          <a:lstStyle/>
          <a:p>
            <a:r>
              <a:rPr lang="pt-BR" dirty="0" smtClean="0"/>
              <a:t>Termo Central:</a:t>
            </a:r>
          </a:p>
          <a:p>
            <a:pPr marL="0" indent="0">
              <a:buNone/>
            </a:pP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“camisetas geeks”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784576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www.forgeeks.com.br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8" y="2924944"/>
            <a:ext cx="8979805" cy="875531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868144" y="3140968"/>
            <a:ext cx="3193759" cy="659507"/>
          </a:xfrm>
          <a:prstGeom prst="rect">
            <a:avLst/>
          </a:prstGeom>
          <a:noFill/>
          <a:ln>
            <a:solidFill>
              <a:srgbClr val="CE25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25733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On Page</a:t>
            </a:r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68760"/>
            <a:ext cx="3024335" cy="5090963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1268761"/>
            <a:ext cx="3024334" cy="50909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63888" y="1097608"/>
            <a:ext cx="5122912" cy="6009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8000" dirty="0" smtClean="0">
                <a:solidFill>
                  <a:srgbClr val="C00000"/>
                </a:solidFill>
              </a:rPr>
              <a:t>Pouco</a:t>
            </a:r>
            <a:br>
              <a:rPr lang="pt-BR" sz="8000" dirty="0" smtClean="0">
                <a:solidFill>
                  <a:srgbClr val="C00000"/>
                </a:solidFill>
              </a:rPr>
            </a:br>
            <a:r>
              <a:rPr lang="pt-BR" sz="8000" dirty="0" smtClean="0">
                <a:solidFill>
                  <a:srgbClr val="C00000"/>
                </a:solidFill>
              </a:rPr>
              <a:t>conteúdo!</a:t>
            </a:r>
            <a:endParaRPr lang="pt-BR" sz="8000" dirty="0">
              <a:solidFill>
                <a:srgbClr val="C00000"/>
              </a:solidFill>
            </a:endParaRPr>
          </a:p>
        </p:txBody>
      </p:sp>
      <p:pic>
        <p:nvPicPr>
          <p:cNvPr id="1026" name="Picture 2" descr="http://www.funny2k.com/sites/default/files/styles/large/public/Pictures/angry-pa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501007"/>
            <a:ext cx="2016224" cy="2818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62195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4365"/>
            <a:ext cx="8229600" cy="824955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>
                <a:solidFill>
                  <a:srgbClr val="C00000"/>
                </a:solidFill>
              </a:rPr>
              <a:t>Pouco Conteúdo!</a:t>
            </a:r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88640"/>
            <a:ext cx="6224961" cy="5206331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63688" y="4766865"/>
            <a:ext cx="6002071" cy="329754"/>
          </a:xfrm>
          <a:prstGeom prst="rect">
            <a:avLst/>
          </a:prstGeom>
          <a:noFill/>
          <a:ln>
            <a:solidFill>
              <a:srgbClr val="CE25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35736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88640"/>
            <a:ext cx="6224961" cy="5206331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3573" y="2708920"/>
            <a:ext cx="4756855" cy="3312368"/>
          </a:xfrm>
          <a:solidFill>
            <a:srgbClr val="5BB3C1"/>
          </a:solidFill>
        </p:spPr>
        <p:txBody>
          <a:bodyPr anchor="ctr"/>
          <a:lstStyle/>
          <a:p>
            <a:pPr marL="0" indent="0" algn="ctr">
              <a:buNone/>
            </a:pPr>
            <a:r>
              <a:rPr lang="pt-BR" dirty="0" smtClean="0">
                <a:solidFill>
                  <a:schemeClr val="bg1"/>
                </a:solidFill>
              </a:rPr>
              <a:t>Camisa de Lost</a:t>
            </a:r>
          </a:p>
          <a:p>
            <a:pPr marL="0" indent="0" algn="ctr">
              <a:buNone/>
            </a:pPr>
            <a:r>
              <a:rPr lang="pt-BR" dirty="0" smtClean="0">
                <a:solidFill>
                  <a:schemeClr val="bg1"/>
                </a:solidFill>
              </a:rPr>
              <a:t>Camiseta de Lost</a:t>
            </a:r>
          </a:p>
          <a:p>
            <a:pPr marL="0" indent="0" algn="ctr">
              <a:buNone/>
            </a:pPr>
            <a:r>
              <a:rPr lang="pt-BR" dirty="0">
                <a:solidFill>
                  <a:schemeClr val="bg1"/>
                </a:solidFill>
              </a:rPr>
              <a:t>Produtos de Lost</a:t>
            </a:r>
            <a:endParaRPr lang="pt-BR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pt-BR" dirty="0" smtClean="0">
                <a:solidFill>
                  <a:schemeClr val="bg1"/>
                </a:solidFill>
              </a:rPr>
              <a:t>Camisas de Séries</a:t>
            </a:r>
          </a:p>
          <a:p>
            <a:pPr marL="0" indent="0" algn="ctr">
              <a:buNone/>
            </a:pPr>
            <a:r>
              <a:rPr lang="pt-BR" dirty="0" smtClean="0">
                <a:solidFill>
                  <a:schemeClr val="bg1"/>
                </a:solidFill>
              </a:rPr>
              <a:t>...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62839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27384"/>
            <a:ext cx="9289032" cy="7169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550037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81128"/>
            <a:ext cx="8229600" cy="1545035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/>
              <a:t>Menu com imagens. Que tal trocar por </a:t>
            </a:r>
            <a:br>
              <a:rPr lang="pt-BR" dirty="0" smtClean="0"/>
            </a:br>
            <a:r>
              <a:rPr lang="pt-BR" dirty="0" smtClean="0">
                <a:solidFill>
                  <a:srgbClr val="C00000"/>
                </a:solidFill>
              </a:rPr>
              <a:t>text-indent -999</a:t>
            </a:r>
            <a:r>
              <a:rPr lang="pt-BR" dirty="0" smtClean="0"/>
              <a:t>?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" y="260648"/>
            <a:ext cx="8829675" cy="4200525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18632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Links Externos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43" y="1422850"/>
            <a:ext cx="8275514" cy="4598438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11560" y="2852936"/>
            <a:ext cx="7488832" cy="5040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15681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86" y="692696"/>
            <a:ext cx="6091514" cy="5250758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645024"/>
            <a:ext cx="7124700" cy="1323975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782850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9040"/>
            <a:ext cx="8229600" cy="2337123"/>
          </a:xfrm>
        </p:spPr>
        <p:txBody>
          <a:bodyPr/>
          <a:lstStyle/>
          <a:p>
            <a:r>
              <a:rPr lang="pt-BR" dirty="0" smtClean="0"/>
              <a:t>O link que “vale” é o que está na imagem, com o alt “4geeks”.</a:t>
            </a:r>
          </a:p>
          <a:p>
            <a:r>
              <a:rPr lang="pt-BR" dirty="0" smtClean="0"/>
              <a:t>Chore com o site um link com texto-âncora otimizado!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1810891"/>
            <a:ext cx="9039225" cy="1762125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332656"/>
            <a:ext cx="7124700" cy="1323975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694302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IP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61048"/>
            <a:ext cx="8229600" cy="2265115"/>
          </a:xfrm>
        </p:spPr>
        <p:txBody>
          <a:bodyPr/>
          <a:lstStyle/>
          <a:p>
            <a:r>
              <a:rPr lang="pt-BR" dirty="0" smtClean="0"/>
              <a:t>IP no Brasil: ok!</a:t>
            </a:r>
          </a:p>
          <a:p>
            <a:endParaRPr lang="pt-BR" dirty="0"/>
          </a:p>
          <a:p>
            <a:r>
              <a:rPr lang="pt-BR" dirty="0" smtClean="0">
                <a:solidFill>
                  <a:srgbClr val="C00000"/>
                </a:solidFill>
              </a:rPr>
              <a:t>208</a:t>
            </a:r>
            <a:r>
              <a:rPr lang="pt-BR" dirty="0" smtClean="0"/>
              <a:t> websites nesse endereço. Hmm...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3" y="1628800"/>
            <a:ext cx="8751575" cy="180020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907704" y="2204864"/>
            <a:ext cx="3168352" cy="3240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1907704" y="3212976"/>
            <a:ext cx="864096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99985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 smtClean="0"/>
              <a:t>acompanhantescuiaba.net</a:t>
            </a:r>
            <a:endParaRPr lang="pt-BR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88" y="918869"/>
            <a:ext cx="7416824" cy="5318443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03326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Textos-âncora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3888" y="1556792"/>
            <a:ext cx="5122912" cy="4569371"/>
          </a:xfrm>
        </p:spPr>
        <p:txBody>
          <a:bodyPr/>
          <a:lstStyle/>
          <a:p>
            <a:r>
              <a:rPr lang="pt-BR" dirty="0" smtClean="0"/>
              <a:t>Apenas “4 geeks” ou “camisetas geek”.</a:t>
            </a:r>
          </a:p>
          <a:p>
            <a:endParaRPr lang="pt-BR" dirty="0"/>
          </a:p>
          <a:p>
            <a:r>
              <a:rPr lang="pt-BR" dirty="0" smtClean="0"/>
              <a:t>Explore o long tail e otimize os links já conseguidos.</a:t>
            </a:r>
            <a:endParaRPr lang="pt-B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68760"/>
            <a:ext cx="2986261" cy="5323334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316180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Diversidade de Links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28381"/>
            <a:ext cx="8229600" cy="608931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Poucos links para as páginas internas.</a:t>
            </a:r>
            <a:endParaRPr lang="pt-B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196752"/>
            <a:ext cx="5666477" cy="4331358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202360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Diversidade de Links</a:t>
            </a:r>
            <a:endParaRPr lang="pt-B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758" y="1199836"/>
            <a:ext cx="5471546" cy="4576202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2051720" y="3490887"/>
            <a:ext cx="4608512" cy="2911468"/>
          </a:xfrm>
          <a:prstGeom prst="rect">
            <a:avLst/>
          </a:prstGeom>
          <a:solidFill>
            <a:srgbClr val="5BB3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CE251E"/>
              </a:buClr>
              <a:buFont typeface="Arial" pitchFamily="34" charset="0"/>
              <a:buChar char="•"/>
              <a:defRPr sz="32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E251E"/>
              </a:buClr>
              <a:buFont typeface="Arial" pitchFamily="34" charset="0"/>
              <a:buChar char="–"/>
              <a:defRPr sz="28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rgbClr val="7A7A7A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pt-BR" dirty="0" smtClean="0">
                <a:solidFill>
                  <a:schemeClr val="bg1"/>
                </a:solidFill>
              </a:rPr>
              <a:t>Fóruns de séries</a:t>
            </a:r>
          </a:p>
          <a:p>
            <a:pPr marL="0" indent="0" algn="ctr">
              <a:buFont typeface="Arial" pitchFamily="34" charset="0"/>
              <a:buNone/>
            </a:pPr>
            <a:r>
              <a:rPr lang="pt-BR" dirty="0" smtClean="0">
                <a:solidFill>
                  <a:schemeClr val="bg1"/>
                </a:solidFill>
              </a:rPr>
              <a:t>Blogs de séries</a:t>
            </a:r>
          </a:p>
          <a:p>
            <a:pPr marL="0" indent="0" algn="ctr">
              <a:buFont typeface="Arial" pitchFamily="34" charset="0"/>
              <a:buNone/>
            </a:pPr>
            <a:r>
              <a:rPr lang="pt-BR" dirty="0" smtClean="0">
                <a:solidFill>
                  <a:schemeClr val="bg1"/>
                </a:solidFill>
              </a:rPr>
              <a:t>Redes Sociais</a:t>
            </a:r>
          </a:p>
          <a:p>
            <a:pPr marL="0" indent="0" algn="ctr">
              <a:buFont typeface="Arial" pitchFamily="34" charset="0"/>
              <a:buNone/>
            </a:pPr>
            <a:r>
              <a:rPr lang="pt-BR" dirty="0" smtClean="0">
                <a:solidFill>
                  <a:schemeClr val="bg1"/>
                </a:solidFill>
              </a:rPr>
              <a:t>Sites com CRO sobre TV</a:t>
            </a:r>
          </a:p>
          <a:p>
            <a:pPr marL="0" indent="0" algn="ctr">
              <a:buFont typeface="Arial" pitchFamily="34" charset="0"/>
              <a:buNone/>
            </a:pPr>
            <a:r>
              <a:rPr lang="pt-BR" dirty="0" smtClean="0">
                <a:solidFill>
                  <a:schemeClr val="bg1"/>
                </a:solidFill>
              </a:rPr>
              <a:t>...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34923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27384"/>
            <a:ext cx="9289032" cy="7169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042154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Links Patrocinados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 smtClean="0"/>
              <a:t>Os produtos tem um bom </a:t>
            </a:r>
            <a:r>
              <a:rPr lang="pt-BR" sz="2800" dirty="0" smtClean="0">
                <a:solidFill>
                  <a:srgbClr val="C00000"/>
                </a:solidFill>
              </a:rPr>
              <a:t>apelo visual</a:t>
            </a:r>
            <a:r>
              <a:rPr lang="pt-BR" sz="2800" dirty="0" smtClean="0"/>
              <a:t>. Trabalhe com banners na Rede de Display / Facebook.</a:t>
            </a:r>
            <a:endParaRPr lang="pt-BR" sz="28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" b="2650"/>
          <a:stretch/>
        </p:blipFill>
        <p:spPr bwMode="auto">
          <a:xfrm>
            <a:off x="323595" y="2564904"/>
            <a:ext cx="3888365" cy="3805346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924944"/>
            <a:ext cx="5211118" cy="3343294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115163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Remarketing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 smtClean="0"/>
              <a:t>Comprar camisas é viciante. Invista no remarketing!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 smtClean="0"/>
              <a:t>Faça listas para pessoas que visitaram o site e para pessoas que compraram cada camisa.</a:t>
            </a:r>
          </a:p>
          <a:p>
            <a:r>
              <a:rPr lang="pt-BR" dirty="0" smtClean="0"/>
              <a:t>Veicule banners oferecendo novas camisas.</a:t>
            </a:r>
          </a:p>
          <a:p>
            <a:r>
              <a:rPr lang="pt-BR" dirty="0" smtClean="0"/>
              <a:t>Que tal um desconto para quem já comprou uma camisa?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900188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Compra</a:t>
            </a:r>
            <a:r>
              <a:rPr lang="en-US" dirty="0" smtClean="0"/>
              <a:t> </a:t>
            </a:r>
            <a:r>
              <a:rPr lang="en-US" dirty="0" err="1" smtClean="0"/>
              <a:t>Coletiva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clube.gourmetvirtual.com.br</a:t>
            </a:r>
            <a:endParaRPr lang="en-US" dirty="0" smtClean="0"/>
          </a:p>
          <a:p>
            <a:r>
              <a:rPr lang="en-US" dirty="0" err="1" smtClean="0"/>
              <a:t>Guilherme</a:t>
            </a:r>
            <a:r>
              <a:rPr lang="en-US" dirty="0" smtClean="0"/>
              <a:t> </a:t>
            </a:r>
            <a:r>
              <a:rPr lang="en-US" dirty="0" err="1" smtClean="0"/>
              <a:t>Miari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84231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SEO x PPC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4929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PPC </a:t>
            </a:r>
            <a:r>
              <a:rPr lang="en-US" dirty="0" err="1" smtClean="0"/>
              <a:t>é</a:t>
            </a:r>
            <a:r>
              <a:rPr lang="en-US" dirty="0" smtClean="0"/>
              <a:t> a </a:t>
            </a:r>
            <a:r>
              <a:rPr lang="en-US" dirty="0" err="1" smtClean="0"/>
              <a:t>prioridade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relação</a:t>
            </a:r>
            <a:r>
              <a:rPr lang="en-US" dirty="0" smtClean="0"/>
              <a:t> a SEO.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Mas SEO </a:t>
            </a:r>
            <a:r>
              <a:rPr lang="en-US" dirty="0" err="1" smtClean="0"/>
              <a:t>pode</a:t>
            </a:r>
            <a:r>
              <a:rPr lang="en-US" dirty="0" smtClean="0"/>
              <a:t>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explorado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46186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apague</a:t>
            </a:r>
            <a:r>
              <a:rPr lang="en-US" dirty="0" smtClean="0"/>
              <a:t> as </a:t>
            </a:r>
            <a:r>
              <a:rPr lang="en-US" dirty="0" err="1" smtClean="0"/>
              <a:t>páginas</a:t>
            </a:r>
            <a:r>
              <a:rPr lang="en-US" dirty="0" smtClean="0"/>
              <a:t> de </a:t>
            </a:r>
            <a:r>
              <a:rPr lang="en-US" dirty="0" err="1" smtClean="0"/>
              <a:t>promoções</a:t>
            </a:r>
            <a:r>
              <a:rPr lang="en-US" dirty="0" smtClean="0"/>
              <a:t> </a:t>
            </a:r>
            <a:r>
              <a:rPr lang="en-US" dirty="0" err="1" smtClean="0"/>
              <a:t>antigas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Crie</a:t>
            </a:r>
            <a:r>
              <a:rPr lang="en-US" dirty="0" smtClean="0"/>
              <a:t> links </a:t>
            </a:r>
            <a:r>
              <a:rPr lang="en-US" dirty="0" err="1" smtClean="0"/>
              <a:t>para</a:t>
            </a:r>
            <a:r>
              <a:rPr lang="en-US" dirty="0" smtClean="0"/>
              <a:t> as </a:t>
            </a:r>
            <a:r>
              <a:rPr lang="en-US" dirty="0" err="1" smtClean="0"/>
              <a:t>promoções</a:t>
            </a:r>
            <a:r>
              <a:rPr lang="en-US" dirty="0" smtClean="0"/>
              <a:t> </a:t>
            </a:r>
            <a:r>
              <a:rPr lang="en-US" dirty="0" err="1" smtClean="0"/>
              <a:t>atuais</a:t>
            </a:r>
            <a:r>
              <a:rPr lang="en-US" dirty="0" smtClean="0"/>
              <a:t> </a:t>
            </a:r>
            <a:r>
              <a:rPr lang="en-US" dirty="0" err="1" smtClean="0"/>
              <a:t>nessas</a:t>
            </a:r>
            <a:r>
              <a:rPr lang="en-US" dirty="0" smtClean="0"/>
              <a:t> </a:t>
            </a:r>
            <a:r>
              <a:rPr lang="en-US" dirty="0" err="1" smtClean="0"/>
              <a:t>páginas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Otimize</a:t>
            </a:r>
            <a:r>
              <a:rPr lang="en-US" dirty="0" smtClean="0"/>
              <a:t> as </a:t>
            </a:r>
            <a:r>
              <a:rPr lang="en-US" dirty="0" err="1" smtClean="0"/>
              <a:t>páginas</a:t>
            </a:r>
            <a:r>
              <a:rPr lang="en-US" dirty="0" smtClean="0"/>
              <a:t> de </a:t>
            </a:r>
            <a:r>
              <a:rPr lang="en-US" dirty="0" err="1" smtClean="0"/>
              <a:t>promoção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nomes</a:t>
            </a:r>
            <a:r>
              <a:rPr lang="en-US" dirty="0" smtClean="0"/>
              <a:t> dos </a:t>
            </a:r>
            <a:r>
              <a:rPr lang="en-US" dirty="0" err="1" smtClean="0"/>
              <a:t>estabelecimentos</a:t>
            </a:r>
            <a:r>
              <a:rPr lang="en-US" dirty="0" smtClean="0"/>
              <a:t> e </a:t>
            </a:r>
            <a:r>
              <a:rPr lang="en-US" dirty="0" err="1" smtClean="0"/>
              <a:t>seus</a:t>
            </a:r>
            <a:r>
              <a:rPr lang="en-US" dirty="0" smtClean="0"/>
              <a:t> </a:t>
            </a:r>
            <a:r>
              <a:rPr lang="en-US" dirty="0" err="1" smtClean="0"/>
              <a:t>locais</a:t>
            </a:r>
            <a:r>
              <a:rPr lang="en-US" dirty="0" smtClean="0"/>
              <a:t> de </a:t>
            </a:r>
            <a:r>
              <a:rPr lang="en-US" dirty="0" err="1" smtClean="0"/>
              <a:t>atuação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Esqueça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termos</a:t>
            </a:r>
            <a:r>
              <a:rPr lang="en-US" dirty="0" smtClean="0"/>
              <a:t> </a:t>
            </a:r>
            <a:r>
              <a:rPr lang="en-US" dirty="0" err="1" smtClean="0"/>
              <a:t>genéricos</a:t>
            </a:r>
            <a:r>
              <a:rPr lang="en-US" dirty="0"/>
              <a:t> </a:t>
            </a:r>
            <a:r>
              <a:rPr lang="en-US" dirty="0" smtClean="0"/>
              <a:t>(“</a:t>
            </a:r>
            <a:r>
              <a:rPr lang="en-US" dirty="0" err="1" smtClean="0"/>
              <a:t>compra</a:t>
            </a:r>
            <a:r>
              <a:rPr lang="en-US" dirty="0" smtClean="0"/>
              <a:t> </a:t>
            </a:r>
            <a:r>
              <a:rPr lang="en-US" dirty="0" err="1" smtClean="0"/>
              <a:t>coletiva</a:t>
            </a:r>
            <a:r>
              <a:rPr lang="en-US" dirty="0" smtClean="0"/>
              <a:t>”).</a:t>
            </a:r>
          </a:p>
        </p:txBody>
      </p:sp>
    </p:spTree>
    <p:extLst>
      <p:ext uri="{BB962C8B-B14F-4D97-AF65-F5344CB8AC3E}">
        <p14:creationId xmlns:p14="http://schemas.microsoft.com/office/powerpoint/2010/main" val="98039853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17232"/>
            <a:ext cx="8229600" cy="60893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/>
              <a:t>Sua</a:t>
            </a:r>
            <a:r>
              <a:rPr lang="en-US" dirty="0" smtClean="0"/>
              <a:t> Home NÃO TEM TEXTO!</a:t>
            </a:r>
            <a:endParaRPr lang="en-US" dirty="0"/>
          </a:p>
        </p:txBody>
      </p:sp>
      <p:pic>
        <p:nvPicPr>
          <p:cNvPr id="5" name="Picture 2" descr="http://www.funny2k.com/sites/default/files/styles/large/public/Pictures/angry-pand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16632"/>
            <a:ext cx="3610372" cy="504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70667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61248"/>
            <a:ext cx="8229600" cy="75294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Explore </a:t>
            </a:r>
            <a:r>
              <a:rPr lang="en-US" dirty="0" err="1" smtClean="0"/>
              <a:t>resultados</a:t>
            </a:r>
            <a:r>
              <a:rPr lang="en-US" dirty="0" smtClean="0"/>
              <a:t> </a:t>
            </a:r>
            <a:r>
              <a:rPr lang="en-US" dirty="0" err="1" smtClean="0"/>
              <a:t>locais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260648"/>
            <a:ext cx="6840760" cy="53135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1170054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Resultados</a:t>
            </a:r>
            <a:r>
              <a:rPr lang="en-US" dirty="0" smtClean="0"/>
              <a:t> </a:t>
            </a:r>
            <a:r>
              <a:rPr lang="en-US" dirty="0" err="1" smtClean="0"/>
              <a:t>Locais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Ofereça</a:t>
            </a:r>
            <a:r>
              <a:rPr lang="en-US" dirty="0" smtClean="0"/>
              <a:t> </a:t>
            </a:r>
            <a:r>
              <a:rPr lang="en-US" dirty="0" err="1" smtClean="0"/>
              <a:t>cadastrar</a:t>
            </a:r>
            <a:r>
              <a:rPr lang="en-US" dirty="0" smtClean="0"/>
              <a:t> </a:t>
            </a:r>
            <a:r>
              <a:rPr lang="en-US" dirty="0" err="1" smtClean="0"/>
              <a:t>gratuitamente</a:t>
            </a:r>
            <a:r>
              <a:rPr lang="en-US" dirty="0" smtClean="0"/>
              <a:t> o site do </a:t>
            </a:r>
            <a:r>
              <a:rPr lang="en-US" dirty="0" err="1" smtClean="0"/>
              <a:t>seu</a:t>
            </a:r>
            <a:r>
              <a:rPr lang="en-US" dirty="0" smtClean="0"/>
              <a:t> </a:t>
            </a:r>
            <a:r>
              <a:rPr lang="en-US" dirty="0" err="1" smtClean="0"/>
              <a:t>parceiro</a:t>
            </a:r>
            <a:r>
              <a:rPr lang="en-US" dirty="0" smtClean="0"/>
              <a:t> no Google Places.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No </a:t>
            </a:r>
            <a:r>
              <a:rPr lang="en-US" dirty="0" err="1" smtClean="0"/>
              <a:t>cadastro</a:t>
            </a:r>
            <a:r>
              <a:rPr lang="en-US" dirty="0" smtClean="0"/>
              <a:t>, </a:t>
            </a:r>
            <a:r>
              <a:rPr lang="en-US" dirty="0" err="1" smtClean="0"/>
              <a:t>coloque</a:t>
            </a:r>
            <a:r>
              <a:rPr lang="en-US" dirty="0" smtClean="0"/>
              <a:t> o site dele </a:t>
            </a:r>
            <a:r>
              <a:rPr lang="en-US" dirty="0" err="1" smtClean="0"/>
              <a:t>linkando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a </a:t>
            </a:r>
            <a:r>
              <a:rPr lang="en-US" dirty="0" err="1" smtClean="0"/>
              <a:t>sua</a:t>
            </a:r>
            <a:r>
              <a:rPr lang="en-US" dirty="0" smtClean="0"/>
              <a:t> </a:t>
            </a:r>
            <a:r>
              <a:rPr lang="en-US" dirty="0" err="1" smtClean="0"/>
              <a:t>promoção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Ganhe</a:t>
            </a:r>
            <a:r>
              <a:rPr lang="en-US" dirty="0" smtClean="0"/>
              <a:t> </a:t>
            </a:r>
            <a:r>
              <a:rPr lang="en-US" dirty="0" err="1" smtClean="0"/>
              <a:t>tráfego</a:t>
            </a:r>
            <a:r>
              <a:rPr lang="en-US" dirty="0" smtClean="0"/>
              <a:t> </a:t>
            </a:r>
            <a:r>
              <a:rPr lang="en-US" dirty="0" err="1" smtClean="0"/>
              <a:t>orgânico</a:t>
            </a:r>
            <a:r>
              <a:rPr lang="en-US" dirty="0" smtClean="0"/>
              <a:t> </a:t>
            </a:r>
            <a:r>
              <a:rPr lang="en-US" dirty="0" err="1" smtClean="0"/>
              <a:t>altamente</a:t>
            </a:r>
            <a:r>
              <a:rPr lang="en-US" dirty="0" smtClean="0"/>
              <a:t> </a:t>
            </a:r>
            <a:r>
              <a:rPr lang="en-US" dirty="0" err="1" smtClean="0"/>
              <a:t>qualificado</a:t>
            </a:r>
            <a:r>
              <a:rPr lang="en-US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07135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Pós</a:t>
            </a:r>
            <a:r>
              <a:rPr lang="en-US" dirty="0" smtClean="0"/>
              <a:t>-Venda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/>
          <a:lstStyle/>
          <a:p>
            <a:r>
              <a:rPr lang="en-US" dirty="0" smtClean="0"/>
              <a:t>Incentive reviews de </a:t>
            </a:r>
            <a:r>
              <a:rPr lang="en-US" dirty="0" err="1" smtClean="0"/>
              <a:t>usuários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Use o </a:t>
            </a:r>
            <a:r>
              <a:rPr lang="en-US" dirty="0" err="1" smtClean="0"/>
              <a:t>hreview</a:t>
            </a:r>
            <a:r>
              <a:rPr lang="en-US" dirty="0" smtClean="0"/>
              <a:t> </a:t>
            </a:r>
            <a:r>
              <a:rPr lang="en-US" dirty="0" err="1" smtClean="0"/>
              <a:t>nessas</a:t>
            </a:r>
            <a:r>
              <a:rPr lang="en-US" dirty="0" smtClean="0"/>
              <a:t> </a:t>
            </a:r>
            <a:r>
              <a:rPr lang="en-US" dirty="0" err="1" smtClean="0"/>
              <a:t>páginas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3861048"/>
            <a:ext cx="7912789" cy="1440160"/>
          </a:xfrm>
          <a:prstGeom prst="rect">
            <a:avLst/>
          </a:prstGeom>
          <a:ln>
            <a:solidFill>
              <a:srgbClr val="A6A6A6"/>
            </a:solidFill>
          </a:ln>
        </p:spPr>
      </p:pic>
    </p:spTree>
    <p:extLst>
      <p:ext uri="{BB962C8B-B14F-4D97-AF65-F5344CB8AC3E}">
        <p14:creationId xmlns:p14="http://schemas.microsoft.com/office/powerpoint/2010/main" val="408645078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Facebook 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525963"/>
          </a:xfrm>
        </p:spPr>
        <p:txBody>
          <a:bodyPr/>
          <a:lstStyle/>
          <a:p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contrário</a:t>
            </a:r>
            <a:r>
              <a:rPr lang="en-US" dirty="0" smtClean="0"/>
              <a:t> do </a:t>
            </a:r>
            <a:r>
              <a:rPr lang="en-US" dirty="0" err="1" smtClean="0"/>
              <a:t>Adwords</a:t>
            </a:r>
            <a:r>
              <a:rPr lang="en-US" dirty="0" smtClean="0"/>
              <a:t>, o Facebook </a:t>
            </a:r>
            <a:r>
              <a:rPr lang="en-US" dirty="0" err="1" smtClean="0"/>
              <a:t>segmenta</a:t>
            </a:r>
            <a:r>
              <a:rPr lang="en-US" dirty="0" smtClean="0"/>
              <a:t> </a:t>
            </a:r>
            <a:r>
              <a:rPr lang="en-US" dirty="0" err="1" smtClean="0"/>
              <a:t>bem</a:t>
            </a:r>
            <a:r>
              <a:rPr lang="en-US" dirty="0"/>
              <a:t> </a:t>
            </a:r>
            <a:r>
              <a:rPr lang="en-US" dirty="0" err="1" smtClean="0"/>
              <a:t>anúncios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cidade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Faça</a:t>
            </a:r>
            <a:r>
              <a:rPr lang="en-US" dirty="0" smtClean="0"/>
              <a:t> Ads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pessoas</a:t>
            </a:r>
            <a:r>
              <a:rPr lang="en-US" dirty="0" smtClean="0"/>
              <a:t> de BH </a:t>
            </a:r>
            <a:r>
              <a:rPr lang="en-US" dirty="0" err="1" smtClean="0"/>
              <a:t>interessadas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gastronomia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35186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Agregadores</a:t>
            </a:r>
            <a:r>
              <a:rPr lang="en-US" dirty="0" smtClean="0"/>
              <a:t> de </a:t>
            </a:r>
            <a:r>
              <a:rPr lang="en-US" dirty="0" err="1" smtClean="0"/>
              <a:t>Compra</a:t>
            </a:r>
            <a:r>
              <a:rPr lang="en-US" dirty="0" smtClean="0"/>
              <a:t> </a:t>
            </a:r>
            <a:r>
              <a:rPr lang="en-US" dirty="0" err="1" smtClean="0"/>
              <a:t>Coletiva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Save.me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Radar de </a:t>
            </a:r>
            <a:r>
              <a:rPr lang="en-US" dirty="0" err="1" smtClean="0"/>
              <a:t>Descontos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Mar de </a:t>
            </a:r>
            <a:r>
              <a:rPr lang="en-US" dirty="0" err="1" smtClean="0"/>
              <a:t>Cupons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72995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Descontos</a:t>
            </a:r>
            <a:r>
              <a:rPr lang="en-US" dirty="0" smtClean="0"/>
              <a:t> </a:t>
            </a:r>
            <a:r>
              <a:rPr lang="en-US" dirty="0" err="1" smtClean="0"/>
              <a:t>Exclusivos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57192"/>
            <a:ext cx="8229600" cy="96897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 smtClean="0"/>
              <a:t>Ofereça</a:t>
            </a:r>
            <a:r>
              <a:rPr lang="en-US" dirty="0" smtClean="0"/>
              <a:t> </a:t>
            </a:r>
            <a:r>
              <a:rPr lang="en-US" dirty="0" err="1" smtClean="0"/>
              <a:t>bônus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modelos</a:t>
            </a:r>
            <a:r>
              <a:rPr lang="en-US" dirty="0" smtClean="0"/>
              <a:t> Pay With a Tweet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311" y="2200920"/>
            <a:ext cx="4897378" cy="166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8383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Remarketing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Compra</a:t>
            </a:r>
            <a:r>
              <a:rPr lang="en-US" dirty="0" smtClean="0"/>
              <a:t> </a:t>
            </a:r>
            <a:r>
              <a:rPr lang="en-US" dirty="0" err="1" smtClean="0"/>
              <a:t>Coletiva</a:t>
            </a:r>
            <a:r>
              <a:rPr lang="en-US" dirty="0" smtClean="0"/>
              <a:t> </a:t>
            </a:r>
            <a:r>
              <a:rPr lang="en-US" dirty="0" err="1" smtClean="0"/>
              <a:t>também</a:t>
            </a:r>
            <a:r>
              <a:rPr lang="en-US" dirty="0" smtClean="0"/>
              <a:t> </a:t>
            </a:r>
            <a:r>
              <a:rPr lang="en-US" dirty="0" err="1" smtClean="0"/>
              <a:t>vicia</a:t>
            </a:r>
            <a:r>
              <a:rPr lang="en-US" dirty="0" smtClean="0"/>
              <a:t>. </a:t>
            </a:r>
            <a:r>
              <a:rPr lang="en-US" dirty="0" err="1" smtClean="0"/>
              <a:t>Faça</a:t>
            </a:r>
            <a:r>
              <a:rPr lang="en-US" dirty="0" smtClean="0"/>
              <a:t> Remarketing no </a:t>
            </a:r>
            <a:r>
              <a:rPr lang="en-US" dirty="0" err="1" smtClean="0"/>
              <a:t>seu</a:t>
            </a:r>
            <a:r>
              <a:rPr lang="en-US" dirty="0" smtClean="0"/>
              <a:t> site.</a:t>
            </a:r>
          </a:p>
          <a:p>
            <a:endParaRPr lang="en-US" dirty="0"/>
          </a:p>
          <a:p>
            <a:r>
              <a:rPr lang="en-US" dirty="0" err="1" smtClean="0"/>
              <a:t>Mais</a:t>
            </a:r>
            <a:r>
              <a:rPr lang="en-US" dirty="0" smtClean="0"/>
              <a:t> do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isso</a:t>
            </a:r>
            <a:r>
              <a:rPr lang="en-US" dirty="0" smtClean="0"/>
              <a:t>: </a:t>
            </a:r>
            <a:r>
              <a:rPr lang="en-US" dirty="0" err="1" smtClean="0">
                <a:solidFill>
                  <a:srgbClr val="800000"/>
                </a:solidFill>
              </a:rPr>
              <a:t>faça</a:t>
            </a:r>
            <a:r>
              <a:rPr lang="en-US" dirty="0" smtClean="0">
                <a:solidFill>
                  <a:srgbClr val="800000"/>
                </a:solidFill>
              </a:rPr>
              <a:t> remarketing </a:t>
            </a:r>
            <a:r>
              <a:rPr lang="en-US" dirty="0" err="1" smtClean="0">
                <a:solidFill>
                  <a:srgbClr val="800000"/>
                </a:solidFill>
              </a:rPr>
              <a:t>nos</a:t>
            </a:r>
            <a:r>
              <a:rPr lang="en-US" dirty="0" smtClean="0">
                <a:solidFill>
                  <a:srgbClr val="800000"/>
                </a:solidFill>
              </a:rPr>
              <a:t> sites dos </a:t>
            </a:r>
            <a:r>
              <a:rPr lang="en-US" dirty="0" err="1" smtClean="0">
                <a:solidFill>
                  <a:srgbClr val="800000"/>
                </a:solidFill>
              </a:rPr>
              <a:t>seus</a:t>
            </a:r>
            <a:r>
              <a:rPr lang="en-US" dirty="0" smtClean="0">
                <a:solidFill>
                  <a:srgbClr val="800000"/>
                </a:solidFill>
              </a:rPr>
              <a:t> </a:t>
            </a:r>
            <a:r>
              <a:rPr lang="en-US" dirty="0" err="1" smtClean="0">
                <a:solidFill>
                  <a:srgbClr val="800000"/>
                </a:solidFill>
              </a:rPr>
              <a:t>parceiros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48491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 </a:t>
            </a:r>
            <a:r>
              <a:rPr lang="en-US" dirty="0" err="1" smtClean="0"/>
              <a:t>Patrocinados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97152"/>
            <a:ext cx="8229600" cy="132901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seja</a:t>
            </a:r>
            <a:r>
              <a:rPr lang="en-US" dirty="0" smtClean="0"/>
              <a:t> um </a:t>
            </a:r>
            <a:r>
              <a:rPr lang="en-US" dirty="0" err="1" smtClean="0"/>
              <a:t>Peixe</a:t>
            </a:r>
            <a:r>
              <a:rPr lang="en-US" dirty="0" smtClean="0"/>
              <a:t> </a:t>
            </a:r>
            <a:r>
              <a:rPr lang="en-US" dirty="0" err="1" smtClean="0"/>
              <a:t>Urbano</a:t>
            </a:r>
            <a:r>
              <a:rPr lang="en-US" dirty="0" smtClean="0"/>
              <a:t> / </a:t>
            </a:r>
            <a:r>
              <a:rPr lang="en-US" dirty="0" err="1" smtClean="0"/>
              <a:t>Groupon</a:t>
            </a:r>
            <a:r>
              <a:rPr lang="en-US" dirty="0" smtClean="0"/>
              <a:t>. </a:t>
            </a:r>
            <a:r>
              <a:rPr lang="en-US" dirty="0" err="1" smtClean="0"/>
              <a:t>Faça</a:t>
            </a:r>
            <a:r>
              <a:rPr lang="en-US" dirty="0" smtClean="0"/>
              <a:t> banners DIARIAMENTE.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438400"/>
            <a:ext cx="5715000" cy="1968500"/>
          </a:xfrm>
          <a:prstGeom prst="rect">
            <a:avLst/>
          </a:prstGeom>
          <a:ln>
            <a:solidFill>
              <a:srgbClr val="A6A6A6"/>
            </a:solidFill>
          </a:ln>
        </p:spPr>
      </p:pic>
    </p:spTree>
    <p:extLst>
      <p:ext uri="{BB962C8B-B14F-4D97-AF65-F5344CB8AC3E}">
        <p14:creationId xmlns:p14="http://schemas.microsoft.com/office/powerpoint/2010/main" val="296527190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 </a:t>
            </a:r>
            <a:r>
              <a:rPr lang="en-US" dirty="0" err="1" smtClean="0"/>
              <a:t>Patrocinados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tiver</a:t>
            </a:r>
            <a:r>
              <a:rPr lang="en-US" dirty="0" smtClean="0"/>
              <a:t> </a:t>
            </a:r>
            <a:r>
              <a:rPr lang="en-US" dirty="0" err="1" smtClean="0"/>
              <a:t>ferramenta</a:t>
            </a:r>
            <a:r>
              <a:rPr lang="en-US" dirty="0" smtClean="0"/>
              <a:t> de Bid Management, </a:t>
            </a:r>
            <a:r>
              <a:rPr lang="en-US" dirty="0" err="1" smtClean="0"/>
              <a:t>trabalhe</a:t>
            </a:r>
            <a:r>
              <a:rPr lang="en-US" dirty="0" smtClean="0"/>
              <a:t> com CPA do </a:t>
            </a:r>
            <a:r>
              <a:rPr lang="en-US" dirty="0" err="1" smtClean="0"/>
              <a:t>Adwords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Faça</a:t>
            </a:r>
            <a:r>
              <a:rPr lang="en-US" dirty="0" smtClean="0"/>
              <a:t> landing pages </a:t>
            </a:r>
            <a:r>
              <a:rPr lang="en-US" dirty="0" err="1" smtClean="0"/>
              <a:t>para</a:t>
            </a:r>
            <a:r>
              <a:rPr lang="en-US" dirty="0" smtClean="0"/>
              <a:t> “</a:t>
            </a:r>
            <a:r>
              <a:rPr lang="en-US" dirty="0" err="1" smtClean="0"/>
              <a:t>categorias</a:t>
            </a:r>
            <a:r>
              <a:rPr lang="en-US" dirty="0" smtClean="0"/>
              <a:t>”(</a:t>
            </a:r>
            <a:r>
              <a:rPr lang="en-US" dirty="0" err="1" smtClean="0"/>
              <a:t>pizzaria</a:t>
            </a:r>
            <a:r>
              <a:rPr lang="en-US" dirty="0" smtClean="0"/>
              <a:t>, </a:t>
            </a:r>
            <a:r>
              <a:rPr lang="en-US" dirty="0" err="1" smtClean="0"/>
              <a:t>churrascaria</a:t>
            </a:r>
            <a:r>
              <a:rPr lang="en-US" dirty="0" smtClean="0"/>
              <a:t>, etc.)</a:t>
            </a:r>
          </a:p>
          <a:p>
            <a:endParaRPr lang="en-US" dirty="0"/>
          </a:p>
          <a:p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esqueça</a:t>
            </a:r>
            <a:r>
              <a:rPr lang="en-US" dirty="0" smtClean="0"/>
              <a:t> da </a:t>
            </a:r>
            <a:r>
              <a:rPr lang="en-US" dirty="0" err="1" smtClean="0"/>
              <a:t>Política</a:t>
            </a:r>
            <a:r>
              <a:rPr lang="en-US" dirty="0" smtClean="0"/>
              <a:t> de </a:t>
            </a:r>
            <a:r>
              <a:rPr lang="en-US" dirty="0" err="1" smtClean="0"/>
              <a:t>Privacidade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44205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Obrigado!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@</a:t>
            </a:r>
            <a:r>
              <a:rPr lang="pt-BR" dirty="0" err="1" smtClean="0"/>
              <a:t>rafaeld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859792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684</Words>
  <Application>Microsoft Macintosh PowerPoint</Application>
  <PresentationFormat>On-screen Show (4:3)</PresentationFormat>
  <Paragraphs>151</Paragraphs>
  <Slides>52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Uai SEO</vt:lpstr>
      <vt:lpstr>Quem é Rafael Damasceno</vt:lpstr>
      <vt:lpstr>Blog</vt:lpstr>
      <vt:lpstr>Domínio Próprio</vt:lpstr>
      <vt:lpstr>On page</vt:lpstr>
      <vt:lpstr>PowerPoint Presentation</vt:lpstr>
      <vt:lpstr>On page</vt:lpstr>
      <vt:lpstr>PowerPoint Presentation</vt:lpstr>
      <vt:lpstr>Links nos Posts</vt:lpstr>
      <vt:lpstr>Links nos Posts</vt:lpstr>
      <vt:lpstr>Posts Relacionados</vt:lpstr>
      <vt:lpstr>PowerPoint Presentation</vt:lpstr>
      <vt:lpstr>Parabéns!</vt:lpstr>
      <vt:lpstr>PowerPoint Presentation</vt:lpstr>
      <vt:lpstr>Links Externos</vt:lpstr>
      <vt:lpstr>PowerPoint Presentation</vt:lpstr>
      <vt:lpstr>PowerPoint Presentation</vt:lpstr>
      <vt:lpstr>PowerPoint Presentation</vt:lpstr>
      <vt:lpstr>Links Patrocinados</vt:lpstr>
      <vt:lpstr>E-commerce</vt:lpstr>
      <vt:lpstr>www.forgeeks.com.br</vt:lpstr>
      <vt:lpstr>www.forgeeks.com.br</vt:lpstr>
      <vt:lpstr>On Page</vt:lpstr>
      <vt:lpstr>PowerPoint Presentation</vt:lpstr>
      <vt:lpstr>PowerPoint Presentation</vt:lpstr>
      <vt:lpstr>PowerPoint Presentation</vt:lpstr>
      <vt:lpstr>PowerPoint Presentation</vt:lpstr>
      <vt:lpstr>Links Externos</vt:lpstr>
      <vt:lpstr>PowerPoint Presentation</vt:lpstr>
      <vt:lpstr>PowerPoint Presentation</vt:lpstr>
      <vt:lpstr>IP</vt:lpstr>
      <vt:lpstr>acompanhantescuiaba.net</vt:lpstr>
      <vt:lpstr>Textos-âncora</vt:lpstr>
      <vt:lpstr>Diversidade de Links</vt:lpstr>
      <vt:lpstr>Diversidade de Links</vt:lpstr>
      <vt:lpstr>PowerPoint Presentation</vt:lpstr>
      <vt:lpstr>Links Patrocinados</vt:lpstr>
      <vt:lpstr>Remarketing</vt:lpstr>
      <vt:lpstr>Compra Coletiva</vt:lpstr>
      <vt:lpstr>SEO x PPC</vt:lpstr>
      <vt:lpstr>SEO</vt:lpstr>
      <vt:lpstr>SEO</vt:lpstr>
      <vt:lpstr>PowerPoint Presentation</vt:lpstr>
      <vt:lpstr>Resultados Locais</vt:lpstr>
      <vt:lpstr>Pós-Venda</vt:lpstr>
      <vt:lpstr>Facebook Ads</vt:lpstr>
      <vt:lpstr>Agregadores de Compra Coletiva</vt:lpstr>
      <vt:lpstr>Descontos Exclusivos</vt:lpstr>
      <vt:lpstr>Remarketing</vt:lpstr>
      <vt:lpstr>Links Patrocinados</vt:lpstr>
      <vt:lpstr>Links Patrocinados</vt:lpstr>
      <vt:lpstr>Obrigado!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Uai SEO</dc:title>
  <dc:creator>rafael</dc:creator>
  <cp:lastModifiedBy>Rafael Damasceno</cp:lastModifiedBy>
  <cp:revision>112</cp:revision>
  <dcterms:created xsi:type="dcterms:W3CDTF">2010-09-18T13:58:06Z</dcterms:created>
  <dcterms:modified xsi:type="dcterms:W3CDTF">2011-09-10T19:48:48Z</dcterms:modified>
</cp:coreProperties>
</file>