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-98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57D47-6600-4F9E-9217-1F717CD1A14F}" type="datetimeFigureOut">
              <a:rPr lang="pt-BR" smtClean="0"/>
              <a:t>15/01/2013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32D0C-EB47-48AA-8583-62D04D897D95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Apresentação na tela (4:3)</PresentationFormat>
  <Paragraphs>0</Paragraphs>
  <Slides>35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6" baseType="lpstr">
      <vt:lpstr>Tema do Office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Hugo</dc:creator>
  <cp:lastModifiedBy>Hugo</cp:lastModifiedBy>
  <cp:revision>1</cp:revision>
  <dcterms:created xsi:type="dcterms:W3CDTF">2013-01-15T10:32:02Z</dcterms:created>
  <dcterms:modified xsi:type="dcterms:W3CDTF">2013-01-15T10:38:24Z</dcterms:modified>
</cp:coreProperties>
</file>