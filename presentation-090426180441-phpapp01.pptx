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3.xml" ContentType="application/vnd.openxmlformats-officedocument.presentationml.slide+xml"/>
  <Override PartName="/ppt/presProps.xml" ContentType="application/vnd.openxmlformats-officedocument.presentationml.presProps+xml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Default Extension="rels" ContentType="application/vnd.openxmlformats-package.relationships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91" r:id="rId9"/>
    <p:sldId id="292" r:id="rId10"/>
    <p:sldId id="266" r:id="rId11"/>
    <p:sldId id="263" r:id="rId12"/>
    <p:sldId id="273" r:id="rId13"/>
    <p:sldId id="265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70" r:id="rId22"/>
    <p:sldId id="281" r:id="rId23"/>
    <p:sldId id="282" r:id="rId24"/>
    <p:sldId id="283" r:id="rId25"/>
    <p:sldId id="284" r:id="rId26"/>
    <p:sldId id="285" r:id="rId27"/>
    <p:sldId id="268" r:id="rId28"/>
    <p:sldId id="286" r:id="rId29"/>
    <p:sldId id="287" r:id="rId30"/>
    <p:sldId id="288" r:id="rId31"/>
    <p:sldId id="289" r:id="rId32"/>
    <p:sldId id="271" r:id="rId33"/>
    <p:sldId id="272" r:id="rId34"/>
    <p:sldId id="290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17" d="100"/>
          <a:sy n="117" d="100"/>
        </p:scale>
        <p:origin x="-6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5" Type="http://schemas.openxmlformats.org/officeDocument/2006/relationships/slide" Target="slides/slide34.xml"/><Relationship Id="rId31" Type="http://schemas.openxmlformats.org/officeDocument/2006/relationships/slide" Target="slides/slide30.xml"/><Relationship Id="rId34" Type="http://schemas.openxmlformats.org/officeDocument/2006/relationships/slide" Target="slides/slide33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7" Type="http://schemas.openxmlformats.org/officeDocument/2006/relationships/slide" Target="slides/slide6.xml"/><Relationship Id="rId36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7" Type="http://schemas.openxmlformats.org/officeDocument/2006/relationships/slide" Target="slides/slide26.xml"/><Relationship Id="rId14" Type="http://schemas.openxmlformats.org/officeDocument/2006/relationships/slide" Target="slides/slide13.xml"/><Relationship Id="rId23" Type="http://schemas.openxmlformats.org/officeDocument/2006/relationships/slide" Target="slides/slide22.xml"/><Relationship Id="rId4" Type="http://schemas.openxmlformats.org/officeDocument/2006/relationships/slide" Target="slides/slide3.xml"/><Relationship Id="rId28" Type="http://schemas.openxmlformats.org/officeDocument/2006/relationships/slide" Target="slides/slide27.xml"/><Relationship Id="rId26" Type="http://schemas.openxmlformats.org/officeDocument/2006/relationships/slide" Target="slides/slide25.xml"/><Relationship Id="rId30" Type="http://schemas.openxmlformats.org/officeDocument/2006/relationships/slide" Target="slides/slide29.xml"/><Relationship Id="rId11" Type="http://schemas.openxmlformats.org/officeDocument/2006/relationships/slide" Target="slides/slide10.xml"/><Relationship Id="rId29" Type="http://schemas.openxmlformats.org/officeDocument/2006/relationships/slide" Target="slides/slide28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33" Type="http://schemas.openxmlformats.org/officeDocument/2006/relationships/slide" Target="slides/slide3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38" Type="http://schemas.openxmlformats.org/officeDocument/2006/relationships/viewProps" Target="viewProps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/>
          <a:lstStyle/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lide-outros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4400" cy="792162"/>
          </a:xfrm>
          <a:prstGeom prst="rect">
            <a:avLst/>
          </a:prstGeom>
        </p:spPr>
        <p:txBody>
          <a:bodyPr vert="horz"/>
          <a:lstStyle>
            <a:lvl1pPr algn="l">
              <a:defRPr b="1">
                <a:latin typeface="Arial Narrow"/>
                <a:cs typeface="Arial Narrow"/>
              </a:defRPr>
            </a:lvl1pPr>
          </a:lstStyle>
          <a:p>
            <a:r>
              <a:rPr lang="x-none" dirty="0" smtClean="0"/>
              <a:t>Click to edit Master title style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219201"/>
            <a:ext cx="6629400" cy="4343400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x-none" dirty="0" smtClean="0"/>
              <a:t>Click to edit Master text styles</a:t>
            </a:r>
          </a:p>
          <a:p>
            <a:pPr lvl="1"/>
            <a:r>
              <a:rPr lang="x-none" dirty="0" smtClean="0"/>
              <a:t>Second level</a:t>
            </a:r>
          </a:p>
          <a:p>
            <a:pPr lvl="2"/>
            <a:r>
              <a:rPr lang="x-none" dirty="0" smtClean="0"/>
              <a:t>Third level</a:t>
            </a:r>
          </a:p>
          <a:p>
            <a:pPr lvl="3"/>
            <a:r>
              <a:rPr lang="x-none" dirty="0" smtClean="0"/>
              <a:t>Fourth level</a:t>
            </a:r>
          </a:p>
          <a:p>
            <a:pPr lvl="4"/>
            <a:r>
              <a:rPr lang="x-none" dirty="0" smtClean="0"/>
              <a:t>Fifth level</a:t>
            </a:r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x-none" smtClean="0"/>
              <a:t>Click to edit Master title style</a:t>
            </a:r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SEO sem Limites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600" dirty="0" smtClean="0"/>
              <a:t>EDTED São Paulo</a:t>
            </a:r>
          </a:p>
          <a:p>
            <a:r>
              <a:rPr lang="pt-BR" dirty="0" smtClean="0"/>
              <a:t>25 de Abril de 2009</a:t>
            </a:r>
          </a:p>
        </p:txBody>
      </p:sp>
      <p:pic>
        <p:nvPicPr>
          <p:cNvPr id="4" name="Picture 3" descr="slide-mest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Informações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Esta apresentação estará disponível no </a:t>
            </a:r>
            <a:r>
              <a:rPr lang="pt-BR" dirty="0" err="1" smtClean="0"/>
              <a:t>website</a:t>
            </a:r>
            <a:r>
              <a:rPr lang="pt-BR" dirty="0" smtClean="0"/>
              <a:t> da </a:t>
            </a:r>
            <a:r>
              <a:rPr lang="pt-BR" dirty="0" err="1" smtClean="0"/>
              <a:t>MestreSEO</a:t>
            </a:r>
            <a:r>
              <a:rPr lang="pt-BR" dirty="0" smtClean="0"/>
              <a:t> logo após o evento</a:t>
            </a:r>
          </a:p>
          <a:p>
            <a:r>
              <a:rPr lang="pt-BR" dirty="0" err="1" smtClean="0"/>
              <a:t>Twitter</a:t>
            </a:r>
            <a:r>
              <a:rPr lang="pt-BR" dirty="0" smtClean="0"/>
              <a:t>: @</a:t>
            </a:r>
            <a:r>
              <a:rPr lang="pt-BR" dirty="0" err="1" smtClean="0"/>
              <a:t>fabioricotta</a:t>
            </a:r>
            <a:endParaRPr lang="pt-BR" dirty="0" smtClean="0"/>
          </a:p>
          <a:p>
            <a:r>
              <a:rPr lang="pt-BR" dirty="0" err="1" smtClean="0"/>
              <a:t>Website</a:t>
            </a:r>
            <a:r>
              <a:rPr lang="pt-BR" dirty="0" smtClean="0"/>
              <a:t>: www.mestreseo.com.br</a:t>
            </a:r>
            <a:endParaRPr lang="pt-BR" dirty="0"/>
          </a:p>
        </p:txBody>
      </p:sp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SEM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É um conjunto de técnicas de Marketing na Internet que tem por objetivo a promoção de um </a:t>
            </a:r>
            <a:r>
              <a:rPr lang="pt-BR" dirty="0" err="1" smtClean="0"/>
              <a:t>website</a:t>
            </a:r>
            <a:endParaRPr lang="pt-B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3048000"/>
            <a:ext cx="5422900" cy="1961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que é SEO afinal?</a:t>
            </a:r>
          </a:p>
          <a:p>
            <a:pPr lvl="1"/>
            <a:r>
              <a:rPr lang="pt-BR" dirty="0" smtClean="0"/>
              <a:t>Um conjunto de técnicas para melhorar o posicionamento nos mecanismos de busca</a:t>
            </a:r>
          </a:p>
          <a:p>
            <a:r>
              <a:rPr lang="pt-BR" dirty="0" smtClean="0"/>
              <a:t>É gratuito?</a:t>
            </a:r>
          </a:p>
          <a:p>
            <a:pPr lvl="1"/>
            <a:r>
              <a:rPr lang="pt-BR" dirty="0" smtClean="0"/>
              <a:t>Não é bem por aí...</a:t>
            </a:r>
          </a:p>
          <a:p>
            <a:r>
              <a:rPr lang="pt-BR" dirty="0" smtClean="0"/>
              <a:t>Por quanto tempo?</a:t>
            </a:r>
          </a:p>
          <a:p>
            <a:pPr lvl="1"/>
            <a:r>
              <a:rPr lang="pt-BR" dirty="0" smtClean="0"/>
              <a:t>Não tem tempo fixo, é </a:t>
            </a:r>
            <a:r>
              <a:rPr lang="pt-BR" u="sng" dirty="0" smtClean="0"/>
              <a:t>contínuo</a:t>
            </a:r>
            <a:r>
              <a:rPr lang="pt-BR" dirty="0" smtClean="0"/>
              <a:t>!</a:t>
            </a:r>
            <a:endParaRPr lang="pt-BR" dirty="0"/>
          </a:p>
        </p:txBody>
      </p:sp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PageRank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000" dirty="0" smtClean="0"/>
              <a:t>É </a:t>
            </a:r>
            <a:r>
              <a:rPr lang="pt-BR" sz="3000" dirty="0"/>
              <a:t>um algoritmo de avaliação</a:t>
            </a:r>
            <a:r>
              <a:rPr lang="pt-BR" sz="3000" dirty="0" smtClean="0"/>
              <a:t> de </a:t>
            </a:r>
            <a:r>
              <a:rPr lang="pt-BR" sz="3000" dirty="0"/>
              <a:t>páginas </a:t>
            </a:r>
            <a:r>
              <a:rPr lang="pt-BR" sz="3000" dirty="0" err="1" smtClean="0"/>
              <a:t>inter-linkadas</a:t>
            </a:r>
            <a:r>
              <a:rPr lang="pt-BR" sz="3000" dirty="0"/>
              <a:t>,</a:t>
            </a:r>
            <a:r>
              <a:rPr lang="pt-BR" sz="3000" dirty="0" smtClean="0"/>
              <a:t> que </a:t>
            </a:r>
            <a:r>
              <a:rPr lang="pt-BR" sz="3000" dirty="0"/>
              <a:t>tem como finalidade classificar as páginas por relevância perante a este conjunto de páginas</a:t>
            </a:r>
            <a:r>
              <a:rPr lang="pt-BR" sz="3000" dirty="0" smtClean="0"/>
              <a:t>.</a:t>
            </a:r>
          </a:p>
          <a:p>
            <a:r>
              <a:rPr lang="pt-BR" sz="3000" dirty="0"/>
              <a:t>A idéia básica por trás do </a:t>
            </a:r>
            <a:r>
              <a:rPr lang="pt-BR" sz="3000" dirty="0" err="1"/>
              <a:t>PageRank</a:t>
            </a:r>
            <a:r>
              <a:rPr lang="pt-BR" sz="3000" dirty="0"/>
              <a:t> é que cada link conta como se fosse um voto. Quanto mais votos (links) sua página recebe, maior a sua relevância.</a:t>
            </a:r>
            <a:endParaRPr lang="en-US" sz="3000" dirty="0"/>
          </a:p>
          <a:p>
            <a:pPr>
              <a:buNone/>
            </a:pPr>
            <a:r>
              <a:rPr lang="pt-BR" sz="3000" dirty="0" smtClean="0"/>
              <a:t> </a:t>
            </a:r>
            <a:endParaRPr lang="pt-BR" sz="3000" dirty="0"/>
          </a:p>
        </p:txBody>
      </p:sp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Por que SEO é bom?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Ganho de Visitas</a:t>
            </a:r>
          </a:p>
          <a:p>
            <a:r>
              <a:rPr lang="pt-BR" dirty="0" smtClean="0"/>
              <a:t>Aumento de Vendas</a:t>
            </a:r>
          </a:p>
          <a:p>
            <a:r>
              <a:rPr lang="pt-BR" dirty="0" smtClean="0"/>
              <a:t>Criação/Melhoria da Marca</a:t>
            </a:r>
            <a:endParaRPr lang="pt-BR" dirty="0"/>
          </a:p>
        </p:txBody>
      </p:sp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Busca Orgânica </a:t>
            </a:r>
            <a:r>
              <a:rPr lang="pt-BR" dirty="0" err="1" smtClean="0"/>
              <a:t>vs</a:t>
            </a:r>
            <a:r>
              <a:rPr lang="pt-BR" dirty="0" smtClean="0"/>
              <a:t> Links Patrocinados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1200" y="6172200"/>
            <a:ext cx="6423685" cy="39623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4876800" y="5257800"/>
            <a:ext cx="175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/>
              <a:t>http://bit.ly/enquiro-seo</a:t>
            </a:r>
            <a:endParaRPr lang="pt-BR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219201"/>
            <a:ext cx="4733889" cy="4038599"/>
          </a:xfrm>
          <a:prstGeom prst="rect">
            <a:avLst/>
          </a:prstGeom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 smtClean="0"/>
              <a:t>Busca Orgânica </a:t>
            </a:r>
            <a:r>
              <a:rPr lang="pt-BR" sz="4000" dirty="0" err="1" smtClean="0"/>
              <a:t>vs</a:t>
            </a:r>
            <a:r>
              <a:rPr lang="pt-BR" sz="4000" dirty="0" smtClean="0"/>
              <a:t> Links Patrocinados</a:t>
            </a:r>
            <a:endParaRPr lang="pt-BR" sz="4000" dirty="0"/>
          </a:p>
        </p:txBody>
      </p:sp>
      <p:sp>
        <p:nvSpPr>
          <p:cNvPr id="4" name="Rectangle 3"/>
          <p:cNvSpPr/>
          <p:nvPr/>
        </p:nvSpPr>
        <p:spPr>
          <a:xfrm>
            <a:off x="2667000" y="1850409"/>
            <a:ext cx="2286000" cy="2862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 smtClean="0"/>
              <a:t>Rank</a:t>
            </a:r>
            <a:r>
              <a:rPr lang="pt-BR" dirty="0" smtClean="0"/>
              <a:t> 1 – 100%</a:t>
            </a:r>
          </a:p>
          <a:p>
            <a:r>
              <a:rPr lang="pt-BR" dirty="0" err="1" smtClean="0"/>
              <a:t>Rank</a:t>
            </a:r>
            <a:r>
              <a:rPr lang="pt-BR" dirty="0" smtClean="0"/>
              <a:t> 2 – 100%</a:t>
            </a:r>
          </a:p>
          <a:p>
            <a:r>
              <a:rPr lang="pt-BR" dirty="0" err="1" smtClean="0"/>
              <a:t>Rank</a:t>
            </a:r>
            <a:r>
              <a:rPr lang="pt-BR" dirty="0" smtClean="0"/>
              <a:t> 3 – 100%</a:t>
            </a:r>
          </a:p>
          <a:p>
            <a:r>
              <a:rPr lang="pt-BR" dirty="0" err="1" smtClean="0"/>
              <a:t>Rank</a:t>
            </a:r>
            <a:r>
              <a:rPr lang="pt-BR" dirty="0" smtClean="0"/>
              <a:t> 4 – 85%</a:t>
            </a:r>
          </a:p>
          <a:p>
            <a:r>
              <a:rPr lang="pt-BR" dirty="0" err="1" smtClean="0"/>
              <a:t>Rank</a:t>
            </a:r>
            <a:r>
              <a:rPr lang="pt-BR" dirty="0" smtClean="0"/>
              <a:t> 5 – 60%</a:t>
            </a:r>
          </a:p>
          <a:p>
            <a:r>
              <a:rPr lang="pt-BR" dirty="0" err="1" smtClean="0"/>
              <a:t>Rank</a:t>
            </a:r>
            <a:r>
              <a:rPr lang="pt-BR" dirty="0" smtClean="0"/>
              <a:t> 6 – 50%</a:t>
            </a:r>
          </a:p>
          <a:p>
            <a:r>
              <a:rPr lang="pt-BR" dirty="0" err="1" smtClean="0"/>
              <a:t>Rank</a:t>
            </a:r>
            <a:r>
              <a:rPr lang="pt-BR" dirty="0" smtClean="0"/>
              <a:t> 7 – 50%</a:t>
            </a:r>
          </a:p>
          <a:p>
            <a:r>
              <a:rPr lang="pt-BR" dirty="0" err="1" smtClean="0"/>
              <a:t>Rank</a:t>
            </a:r>
            <a:r>
              <a:rPr lang="pt-BR" dirty="0" smtClean="0"/>
              <a:t> 8 – 30%</a:t>
            </a:r>
          </a:p>
          <a:p>
            <a:r>
              <a:rPr lang="pt-BR" dirty="0" err="1" smtClean="0"/>
              <a:t>Rank</a:t>
            </a:r>
            <a:r>
              <a:rPr lang="pt-BR" dirty="0" smtClean="0"/>
              <a:t> 9 – 30%</a:t>
            </a:r>
          </a:p>
          <a:p>
            <a:r>
              <a:rPr lang="pt-BR" dirty="0" err="1" smtClean="0"/>
              <a:t>Rank</a:t>
            </a:r>
            <a:r>
              <a:rPr lang="pt-BR" dirty="0" smtClean="0"/>
              <a:t> 10 – 20%</a:t>
            </a:r>
            <a:endParaRPr lang="pt-BR" dirty="0"/>
          </a:p>
        </p:txBody>
      </p:sp>
      <p:sp>
        <p:nvSpPr>
          <p:cNvPr id="5" name="Rectangle 4"/>
          <p:cNvSpPr/>
          <p:nvPr/>
        </p:nvSpPr>
        <p:spPr>
          <a:xfrm>
            <a:off x="6400800" y="1905000"/>
            <a:ext cx="2286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1 – 50%</a:t>
            </a:r>
          </a:p>
          <a:p>
            <a:r>
              <a:rPr lang="pt-BR" dirty="0" smtClean="0"/>
              <a:t>2 – 40%</a:t>
            </a:r>
          </a:p>
          <a:p>
            <a:r>
              <a:rPr lang="pt-BR" dirty="0" smtClean="0"/>
              <a:t>3 – 30%</a:t>
            </a:r>
          </a:p>
          <a:p>
            <a:r>
              <a:rPr lang="pt-BR" dirty="0" smtClean="0"/>
              <a:t>4 – 20%</a:t>
            </a:r>
          </a:p>
          <a:p>
            <a:r>
              <a:rPr lang="pt-BR" dirty="0" smtClean="0"/>
              <a:t>5 – 10%</a:t>
            </a:r>
          </a:p>
          <a:p>
            <a:r>
              <a:rPr lang="pt-BR" dirty="0" smtClean="0"/>
              <a:t>6 – 10%</a:t>
            </a:r>
          </a:p>
          <a:p>
            <a:r>
              <a:rPr lang="pt-BR" dirty="0" smtClean="0"/>
              <a:t>7 – 10%</a:t>
            </a:r>
          </a:p>
          <a:p>
            <a:r>
              <a:rPr lang="pt-BR" dirty="0" smtClean="0"/>
              <a:t>8 – 10%</a:t>
            </a:r>
            <a:endParaRPr lang="pt-BR" dirty="0"/>
          </a:p>
        </p:txBody>
      </p:sp>
      <p:sp>
        <p:nvSpPr>
          <p:cNvPr id="6" name="TextBox 5"/>
          <p:cNvSpPr txBox="1"/>
          <p:nvPr/>
        </p:nvSpPr>
        <p:spPr>
          <a:xfrm>
            <a:off x="1981200" y="1295400"/>
            <a:ext cx="3326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Visibilidade do Ranking Orgânico</a:t>
            </a:r>
            <a:endParaRPr lang="pt-BR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664998" y="1307068"/>
            <a:ext cx="2984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Visibilidade do Ranking de LP</a:t>
            </a:r>
            <a:endParaRPr lang="pt-B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362200" y="1219201"/>
            <a:ext cx="6629400" cy="4343400"/>
          </a:xfrm>
        </p:spPr>
        <p:txBody>
          <a:bodyPr/>
          <a:lstStyle/>
          <a:p>
            <a:r>
              <a:rPr lang="pt-BR" dirty="0" smtClean="0"/>
              <a:t>SEO possui 75% do tráfego de busca</a:t>
            </a:r>
          </a:p>
          <a:p>
            <a:r>
              <a:rPr lang="pt-BR" dirty="0" smtClean="0"/>
              <a:t>LP possui menos de 15% do tráfego de busca</a:t>
            </a:r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 smtClean="0"/>
              <a:t>Busca Orgânica </a:t>
            </a:r>
            <a:r>
              <a:rPr lang="pt-BR" sz="4000" dirty="0" err="1" smtClean="0"/>
              <a:t>vs</a:t>
            </a:r>
            <a:r>
              <a:rPr lang="pt-BR" sz="4000" dirty="0" smtClean="0"/>
              <a:t> Links Patrocinados</a:t>
            </a:r>
            <a:endParaRPr lang="pt-B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Sucesso? Como?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213" y="1219201"/>
            <a:ext cx="4896624" cy="4343400"/>
          </a:xfrm>
          <a:prstGeom prst="rect">
            <a:avLst/>
          </a:prstGeom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Comece arrumando a Casa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Títulos e Meta </a:t>
            </a:r>
            <a:r>
              <a:rPr lang="pt-BR" dirty="0" err="1" smtClean="0"/>
              <a:t>Tags</a:t>
            </a:r>
            <a:endParaRPr lang="pt-BR" dirty="0" smtClean="0"/>
          </a:p>
          <a:p>
            <a:r>
              <a:rPr lang="pt-BR" dirty="0" err="1" smtClean="0"/>
              <a:t>URLs</a:t>
            </a:r>
            <a:endParaRPr lang="pt-BR" dirty="0" smtClean="0"/>
          </a:p>
          <a:p>
            <a:r>
              <a:rPr lang="pt-BR" dirty="0" smtClean="0"/>
              <a:t>ALT </a:t>
            </a:r>
            <a:r>
              <a:rPr lang="pt-BR" dirty="0" err="1" smtClean="0"/>
              <a:t>Tags</a:t>
            </a:r>
            <a:endParaRPr lang="pt-BR" dirty="0" smtClean="0"/>
          </a:p>
          <a:p>
            <a:r>
              <a:rPr lang="pt-BR" dirty="0" err="1" smtClean="0"/>
              <a:t>Heading</a:t>
            </a:r>
            <a:r>
              <a:rPr lang="pt-BR" dirty="0" smtClean="0"/>
              <a:t> </a:t>
            </a:r>
            <a:r>
              <a:rPr lang="pt-BR" dirty="0" err="1" smtClean="0"/>
              <a:t>Tags</a:t>
            </a:r>
            <a:endParaRPr lang="pt-BR" dirty="0" smtClean="0"/>
          </a:p>
          <a:p>
            <a:r>
              <a:rPr lang="pt-BR" dirty="0" smtClean="0"/>
              <a:t>Arquitetura Interna</a:t>
            </a:r>
          </a:p>
          <a:p>
            <a:r>
              <a:rPr lang="pt-BR" dirty="0" smtClean="0"/>
              <a:t>Conteúdo Duplicado</a:t>
            </a:r>
          </a:p>
          <a:p>
            <a:r>
              <a:rPr lang="pt-BR" dirty="0" smtClean="0"/>
              <a:t>Texto âncora</a:t>
            </a:r>
          </a:p>
          <a:p>
            <a:r>
              <a:rPr lang="pt-BR" dirty="0" err="1" smtClean="0"/>
              <a:t>Sitemap</a:t>
            </a:r>
            <a:r>
              <a:rPr lang="pt-BR" dirty="0" smtClean="0"/>
              <a:t>.</a:t>
            </a:r>
            <a:r>
              <a:rPr lang="pt-BR" dirty="0" err="1" smtClean="0"/>
              <a:t>xml</a:t>
            </a:r>
            <a:r>
              <a:rPr lang="pt-BR" dirty="0" smtClean="0"/>
              <a:t> e Robots.txt</a:t>
            </a:r>
            <a:endParaRPr lang="pt-BR" dirty="0"/>
          </a:p>
        </p:txBody>
      </p:sp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Onde Conseguir Links?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Conteúdo de Qualidade</a:t>
            </a:r>
          </a:p>
          <a:p>
            <a:r>
              <a:rPr lang="pt-BR" dirty="0" smtClean="0"/>
              <a:t>Crie um blog</a:t>
            </a:r>
          </a:p>
          <a:p>
            <a:r>
              <a:rPr lang="pt-BR" dirty="0" smtClean="0"/>
              <a:t>Peça a amigos, colegas, parceiros e clientes</a:t>
            </a:r>
          </a:p>
          <a:p>
            <a:r>
              <a:rPr lang="pt-BR" dirty="0" smtClean="0"/>
              <a:t>Diretórios relacionados</a:t>
            </a:r>
          </a:p>
          <a:p>
            <a:r>
              <a:rPr lang="pt-BR" dirty="0" smtClean="0"/>
              <a:t>Publique artigos em sites</a:t>
            </a:r>
          </a:p>
          <a:p>
            <a:r>
              <a:rPr lang="pt-BR" dirty="0" smtClean="0"/>
              <a:t>Contribua em fóruns e blogs</a:t>
            </a:r>
          </a:p>
          <a:p>
            <a:r>
              <a:rPr lang="pt-BR" dirty="0" smtClean="0"/>
              <a:t>Social </a:t>
            </a:r>
            <a:r>
              <a:rPr lang="pt-BR" dirty="0" err="1" smtClean="0"/>
              <a:t>bookmarking</a:t>
            </a:r>
            <a:endParaRPr lang="pt-BR" dirty="0"/>
          </a:p>
        </p:txBody>
      </p:sp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Pesquisa de Palavras-Chave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3124200" y="1524001"/>
            <a:ext cx="5080000" cy="3428999"/>
          </a:xfrm>
          <a:prstGeom prst="rect">
            <a:avLst/>
          </a:prstGeom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Google </a:t>
            </a:r>
            <a:r>
              <a:rPr lang="pt-BR" dirty="0" err="1" smtClean="0"/>
              <a:t>Suggest</a:t>
            </a:r>
            <a:endParaRPr lang="pt-BR" dirty="0"/>
          </a:p>
        </p:txBody>
      </p:sp>
      <p:pic>
        <p:nvPicPr>
          <p:cNvPr id="4" name="Content Placeholder 3" descr="Picture 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01" y="1266344"/>
            <a:ext cx="5486400" cy="43264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Assistente do Yahoo!</a:t>
            </a:r>
            <a:endParaRPr lang="pt-BR" dirty="0"/>
          </a:p>
        </p:txBody>
      </p:sp>
      <p:pic>
        <p:nvPicPr>
          <p:cNvPr id="4" name="Content Placeholder 3" descr="Picture 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0" y="1676400"/>
            <a:ext cx="6425397" cy="32380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Google </a:t>
            </a:r>
            <a:r>
              <a:rPr lang="pt-BR" dirty="0" err="1" smtClean="0"/>
              <a:t>Adwords</a:t>
            </a:r>
            <a:r>
              <a:rPr lang="pt-BR" dirty="0" smtClean="0"/>
              <a:t> - </a:t>
            </a:r>
            <a:r>
              <a:rPr lang="pt-BR" smtClean="0"/>
              <a:t>Keyword </a:t>
            </a:r>
            <a:r>
              <a:rPr lang="pt-BR" dirty="0" err="1" smtClean="0"/>
              <a:t>Tool</a:t>
            </a:r>
            <a:endParaRPr lang="pt-BR" dirty="0"/>
          </a:p>
        </p:txBody>
      </p:sp>
      <p:pic>
        <p:nvPicPr>
          <p:cNvPr id="4" name="Content Placeholder 3" descr="Picture 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9581" y="1295400"/>
            <a:ext cx="6699619" cy="3219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Google </a:t>
            </a:r>
            <a:r>
              <a:rPr lang="pt-BR" dirty="0" err="1" smtClean="0"/>
              <a:t>Trends</a:t>
            </a:r>
            <a:endParaRPr lang="pt-BR" dirty="0"/>
          </a:p>
        </p:txBody>
      </p:sp>
      <p:pic>
        <p:nvPicPr>
          <p:cNvPr id="4" name="Content Placeholder 3" descr="Picture 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0" y="1600200"/>
            <a:ext cx="6462014" cy="32101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Google Insights</a:t>
            </a:r>
            <a:endParaRPr lang="pt-BR" dirty="0"/>
          </a:p>
        </p:txBody>
      </p:sp>
      <p:pic>
        <p:nvPicPr>
          <p:cNvPr id="4" name="Content Placeholder 3" descr="Picture 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371600"/>
            <a:ext cx="6629400" cy="35738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Google </a:t>
            </a:r>
            <a:r>
              <a:rPr lang="pt-BR" dirty="0" err="1" smtClean="0"/>
              <a:t>News</a:t>
            </a:r>
            <a:r>
              <a:rPr lang="pt-BR" dirty="0" smtClean="0"/>
              <a:t> </a:t>
            </a:r>
            <a:r>
              <a:rPr lang="pt-BR" dirty="0" err="1" smtClean="0"/>
              <a:t>Timeline</a:t>
            </a:r>
            <a:endParaRPr lang="pt-BR" dirty="0"/>
          </a:p>
        </p:txBody>
      </p:sp>
      <p:pic>
        <p:nvPicPr>
          <p:cNvPr id="4" name="Content Placeholder 3" descr="Picture 7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1699862"/>
            <a:ext cx="6248400" cy="3285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SEM Rush</a:t>
            </a:r>
            <a:endParaRPr lang="pt-BR" dirty="0"/>
          </a:p>
        </p:txBody>
      </p:sp>
      <p:pic>
        <p:nvPicPr>
          <p:cNvPr id="4" name="Content Placeholder 3" descr="Picture 8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4969" y="1143000"/>
            <a:ext cx="6258031" cy="426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Social Media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568" y="1219201"/>
            <a:ext cx="6100281" cy="4343400"/>
          </a:xfrm>
          <a:prstGeom prst="rect">
            <a:avLst/>
          </a:prstGeom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Twitter</a:t>
            </a:r>
            <a:endParaRPr lang="pt-BR" dirty="0"/>
          </a:p>
        </p:txBody>
      </p:sp>
      <p:pic>
        <p:nvPicPr>
          <p:cNvPr id="4" name="Content Placeholder 3" descr="Picture 9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0" y="1066800"/>
            <a:ext cx="5487646" cy="45259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diHiTT</a:t>
            </a:r>
            <a:endParaRPr lang="pt-BR" dirty="0"/>
          </a:p>
        </p:txBody>
      </p:sp>
      <p:pic>
        <p:nvPicPr>
          <p:cNvPr id="4" name="Content Placeholder 3" descr="Picture 10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1066800"/>
            <a:ext cx="5837148" cy="3962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YouTube</a:t>
            </a:r>
            <a:endParaRPr lang="pt-BR" dirty="0"/>
          </a:p>
        </p:txBody>
      </p:sp>
      <p:pic>
        <p:nvPicPr>
          <p:cNvPr id="4" name="Content Placeholder 3" descr="Picture 1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9311" y="1219200"/>
            <a:ext cx="6489889" cy="388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MySpace</a:t>
            </a:r>
            <a:endParaRPr lang="pt-BR" dirty="0"/>
          </a:p>
        </p:txBody>
      </p:sp>
      <p:pic>
        <p:nvPicPr>
          <p:cNvPr id="4" name="Content Placeholder 3" descr="Picture 1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1066801"/>
            <a:ext cx="5740016" cy="42442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Linkedin</a:t>
            </a:r>
            <a:endParaRPr lang="pt-BR" dirty="0"/>
          </a:p>
        </p:txBody>
      </p:sp>
      <p:pic>
        <p:nvPicPr>
          <p:cNvPr id="4" name="Content Placeholder 3" descr="Picture 1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1066800"/>
            <a:ext cx="5544188" cy="4404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Analise a Concorrência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19201"/>
            <a:ext cx="5943600" cy="423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SEM Rush</a:t>
            </a:r>
            <a:endParaRPr lang="pt-BR" dirty="0"/>
          </a:p>
        </p:txBody>
      </p:sp>
      <p:pic>
        <p:nvPicPr>
          <p:cNvPr id="4" name="Content Placeholder 3" descr="Picture 1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1800" y="1066800"/>
            <a:ext cx="5256203" cy="45259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Linkscape</a:t>
            </a:r>
            <a:endParaRPr lang="pt-BR" dirty="0"/>
          </a:p>
        </p:txBody>
      </p:sp>
      <p:pic>
        <p:nvPicPr>
          <p:cNvPr id="4" name="Content Placeholder 3" descr="Picture 1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371601"/>
            <a:ext cx="6602473" cy="31241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 </a:t>
            </a:r>
            <a:r>
              <a:rPr lang="pt-BR" dirty="0" err="1" smtClean="0"/>
              <a:t>related</a:t>
            </a:r>
            <a:r>
              <a:rPr lang="pt-BR" dirty="0" smtClean="0"/>
              <a:t>:</a:t>
            </a:r>
            <a:endParaRPr lang="pt-BR" dirty="0"/>
          </a:p>
        </p:txBody>
      </p:sp>
      <p:pic>
        <p:nvPicPr>
          <p:cNvPr id="4" name="Content Placeholder 3" descr="Picture 1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0" y="1066800"/>
            <a:ext cx="6198886" cy="40751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Yahoo! </a:t>
            </a:r>
            <a:r>
              <a:rPr lang="pt-BR" dirty="0" err="1" smtClean="0"/>
              <a:t>Siteexplorer</a:t>
            </a:r>
            <a:endParaRPr lang="pt-BR" dirty="0"/>
          </a:p>
        </p:txBody>
      </p:sp>
      <p:pic>
        <p:nvPicPr>
          <p:cNvPr id="4" name="Content Placeholder 3" descr="Picture 17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5642" y="1295401"/>
            <a:ext cx="6845957" cy="3047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SEO não é Receita de Bolo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06501"/>
            <a:ext cx="4648091" cy="4203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SEO muda todo dia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24000"/>
            <a:ext cx="4851400" cy="381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p="http://schemas.microsoft.com/office/mac/powerpoint/2008/main">
    <mc:Choice Requires="mp">
      <mp:transition spd="med">
        <mp:cube/>
      </mp:transition>
    </mc:Choice>
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 xmlns:mp="http://schemas.microsoft.com/office/mac/powerpoint/2008/main">
      <p:transition spd="med">
        <p:cover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Obrigado!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6200" dirty="0" smtClean="0"/>
              <a:t>Perguntas?</a:t>
            </a:r>
          </a:p>
          <a:p>
            <a:endParaRPr lang="pt-BR" dirty="0" smtClean="0"/>
          </a:p>
          <a:p>
            <a:r>
              <a:rPr lang="pt-BR" dirty="0" smtClean="0"/>
              <a:t>Contato</a:t>
            </a:r>
          </a:p>
          <a:p>
            <a:pPr lvl="1"/>
            <a:r>
              <a:rPr lang="pt-BR" dirty="0" smtClean="0"/>
              <a:t>www.mestreseo.com.br</a:t>
            </a:r>
          </a:p>
          <a:p>
            <a:pPr lvl="1"/>
            <a:r>
              <a:rPr lang="pt-BR" dirty="0" smtClean="0"/>
              <a:t>fabioricotta@mestreseo.com.br</a:t>
            </a:r>
          </a:p>
          <a:p>
            <a:pPr lvl="1"/>
            <a:r>
              <a:rPr lang="pt-BR" dirty="0" err="1" smtClean="0"/>
              <a:t>Twitter</a:t>
            </a:r>
            <a:r>
              <a:rPr lang="pt-BR" dirty="0" smtClean="0"/>
              <a:t>: @</a:t>
            </a:r>
            <a:r>
              <a:rPr lang="pt-BR" dirty="0" err="1" smtClean="0"/>
              <a:t>fabioricotta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530</TotalTime>
  <Words>451</Words>
  <Application>Microsoft Macintosh PowerPoint</Application>
  <PresentationFormat>On-screen Show (4:3)</PresentationFormat>
  <Paragraphs>96</Paragraphs>
  <Slides>34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SEO sem Limites</vt:lpstr>
      <vt:lpstr>Informações</vt:lpstr>
      <vt:lpstr>SEM</vt:lpstr>
      <vt:lpstr>SEO</vt:lpstr>
      <vt:lpstr>PageRank</vt:lpstr>
      <vt:lpstr>Por que SEO é bom?</vt:lpstr>
      <vt:lpstr>Busca Orgânica vs Links Patrocinados</vt:lpstr>
      <vt:lpstr>Busca Orgânica vs Links Patrocinados</vt:lpstr>
      <vt:lpstr>Busca Orgânica vs Links Patrocinados</vt:lpstr>
      <vt:lpstr>Sucesso? Como?</vt:lpstr>
      <vt:lpstr>Comece arrumando a Casa</vt:lpstr>
      <vt:lpstr>Onde Conseguir Links?</vt:lpstr>
      <vt:lpstr>Pesquisa de Palavras-Chave</vt:lpstr>
      <vt:lpstr>Google Suggest</vt:lpstr>
      <vt:lpstr>Assistente do Yahoo!</vt:lpstr>
      <vt:lpstr>Google Adwords - Keyword Tool</vt:lpstr>
      <vt:lpstr>Google Trends</vt:lpstr>
      <vt:lpstr>Google Insights</vt:lpstr>
      <vt:lpstr>Google News Timeline</vt:lpstr>
      <vt:lpstr>SEM Rush</vt:lpstr>
      <vt:lpstr>Social Media</vt:lpstr>
      <vt:lpstr>Twitter</vt:lpstr>
      <vt:lpstr>diHiTT</vt:lpstr>
      <vt:lpstr>YouTube</vt:lpstr>
      <vt:lpstr>MySpace</vt:lpstr>
      <vt:lpstr>Linkedin</vt:lpstr>
      <vt:lpstr>Analise a Concorrência</vt:lpstr>
      <vt:lpstr>SEM Rush</vt:lpstr>
      <vt:lpstr>Linkscape</vt:lpstr>
      <vt:lpstr>Operador related:</vt:lpstr>
      <vt:lpstr>Yahoo! Siteexplorer</vt:lpstr>
      <vt:lpstr>SEO não é Receita de Bolo</vt:lpstr>
      <vt:lpstr>SEO muda todo dia</vt:lpstr>
      <vt:lpstr>Obrigado!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FABIO RICOTTA</dc:creator>
  <cp:lastModifiedBy>FABIO RICOTTA</cp:lastModifiedBy>
  <cp:revision>39</cp:revision>
  <dcterms:created xsi:type="dcterms:W3CDTF">2009-04-24T23:28:01Z</dcterms:created>
  <dcterms:modified xsi:type="dcterms:W3CDTF">2009-04-24T23:28:45Z</dcterms:modified>
</cp:coreProperties>
</file>