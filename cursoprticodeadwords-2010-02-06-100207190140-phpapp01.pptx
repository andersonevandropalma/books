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6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63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3.xml" ContentType="application/vnd.openxmlformats-officedocument.presentationml.notes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notesSlides/notesSlide39.xml" ContentType="application/vnd.openxmlformats-officedocument.presentationml.notesSlide+xml"/>
  <Override PartName="/ppt/notesSlides/notesSlide57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5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62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60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8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4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59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Layouts/slideLayout5.xml" ContentType="application/vnd.openxmlformats-officedocument.presentationml.slideLayout+xml"/>
  <Override PartName="/ppt/notesSlides/notesSlide19.xml" ContentType="application/vnd.openxmlformats-officedocument.presentationml.notesSlide+xml"/>
  <Override PartName="/ppt/notesSlides/notesSlide48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5"/>
  </p:notesMasterIdLst>
  <p:sldIdLst>
    <p:sldId id="256" r:id="rId2"/>
    <p:sldId id="323" r:id="rId3"/>
    <p:sldId id="324" r:id="rId4"/>
    <p:sldId id="325" r:id="rId5"/>
    <p:sldId id="339" r:id="rId6"/>
    <p:sldId id="257" r:id="rId7"/>
    <p:sldId id="258" r:id="rId8"/>
    <p:sldId id="274" r:id="rId9"/>
    <p:sldId id="260" r:id="rId10"/>
    <p:sldId id="347" r:id="rId11"/>
    <p:sldId id="348" r:id="rId12"/>
    <p:sldId id="349" r:id="rId13"/>
    <p:sldId id="350" r:id="rId14"/>
    <p:sldId id="360" r:id="rId15"/>
    <p:sldId id="279" r:id="rId16"/>
    <p:sldId id="282" r:id="rId17"/>
    <p:sldId id="280" r:id="rId18"/>
    <p:sldId id="281" r:id="rId19"/>
    <p:sldId id="291" r:id="rId20"/>
    <p:sldId id="295" r:id="rId21"/>
    <p:sldId id="292" r:id="rId22"/>
    <p:sldId id="293" r:id="rId23"/>
    <p:sldId id="296" r:id="rId24"/>
    <p:sldId id="351" r:id="rId25"/>
    <p:sldId id="352" r:id="rId26"/>
    <p:sldId id="353" r:id="rId27"/>
    <p:sldId id="294" r:id="rId28"/>
    <p:sldId id="290" r:id="rId29"/>
    <p:sldId id="289" r:id="rId30"/>
    <p:sldId id="297" r:id="rId31"/>
    <p:sldId id="298" r:id="rId32"/>
    <p:sldId id="312" r:id="rId33"/>
    <p:sldId id="313" r:id="rId34"/>
    <p:sldId id="314" r:id="rId35"/>
    <p:sldId id="315" r:id="rId36"/>
    <p:sldId id="316" r:id="rId37"/>
    <p:sldId id="300" r:id="rId38"/>
    <p:sldId id="346" r:id="rId39"/>
    <p:sldId id="299" r:id="rId40"/>
    <p:sldId id="319" r:id="rId41"/>
    <p:sldId id="320" r:id="rId42"/>
    <p:sldId id="321" r:id="rId43"/>
    <p:sldId id="301" r:id="rId44"/>
    <p:sldId id="318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1" r:id="rId54"/>
    <p:sldId id="302" r:id="rId55"/>
    <p:sldId id="340" r:id="rId56"/>
    <p:sldId id="341" r:id="rId57"/>
    <p:sldId id="343" r:id="rId58"/>
    <p:sldId id="345" r:id="rId59"/>
    <p:sldId id="354" r:id="rId60"/>
    <p:sldId id="356" r:id="rId61"/>
    <p:sldId id="357" r:id="rId62"/>
    <p:sldId id="358" r:id="rId63"/>
    <p:sldId id="359" r:id="rId64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984A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-1644" y="-3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034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konfide\SEO\keyword-Tool\Dieta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pt-BR"/>
  <c:chart>
    <c:title>
      <c:tx>
        <c:rich>
          <a:bodyPr/>
          <a:lstStyle/>
          <a:p>
            <a:pPr>
              <a:defRPr/>
            </a:pPr>
            <a:r>
              <a:rPr lang="en-US"/>
              <a:t>Cauda Longa de DIETA</a:t>
            </a:r>
          </a:p>
        </c:rich>
      </c:tx>
      <c:layout/>
    </c:title>
    <c:plotArea>
      <c:layout/>
      <c:barChart>
        <c:barDir val="col"/>
        <c:grouping val="clustered"/>
        <c:ser>
          <c:idx val="0"/>
          <c:order val="0"/>
          <c:tx>
            <c:strRef>
              <c:f>'keywords-1'!$B$1</c:f>
              <c:strCache>
                <c:ptCount val="1"/>
                <c:pt idx="0">
                  <c:v>Volume de pesquisas global mensal</c:v>
                </c:pt>
              </c:strCache>
            </c:strRef>
          </c:tx>
          <c:cat>
            <c:strRef>
              <c:f>'keywords-1'!$A$2:$A$30</c:f>
              <c:strCache>
                <c:ptCount val="29"/>
                <c:pt idx="0">
                  <c:v>[dieta]</c:v>
                </c:pt>
                <c:pt idx="1">
                  <c:v>[dietas]</c:v>
                </c:pt>
                <c:pt idx="2">
                  <c:v>[dieta dos pontos]</c:v>
                </c:pt>
                <c:pt idx="3">
                  <c:v>[dieta da sopa]</c:v>
                </c:pt>
                <c:pt idx="4">
                  <c:v>[dieta mediterranea]</c:v>
                </c:pt>
                <c:pt idx="5">
                  <c:v>[dieta atkins]</c:v>
                </c:pt>
                <c:pt idx="6">
                  <c:v>[dieta south beach]</c:v>
                </c:pt>
                <c:pt idx="7">
                  <c:v>[dietas para emagrecer]</c:v>
                </c:pt>
                <c:pt idx="8">
                  <c:v>[dieta para emagrecer]</c:v>
                </c:pt>
                <c:pt idx="9">
                  <c:v>[dieta rapida]</c:v>
                </c:pt>
                <c:pt idx="10">
                  <c:v>[dieta balanceada]</c:v>
                </c:pt>
                <c:pt idx="11">
                  <c:v>[dieta equilibrada]</c:v>
                </c:pt>
                <c:pt idx="12">
                  <c:v>[dietas para perder peso]</c:v>
                </c:pt>
                <c:pt idx="13">
                  <c:v>[dieta das proteinas]</c:v>
                </c:pt>
                <c:pt idx="14">
                  <c:v>[dieta do tipo sanguineo]</c:v>
                </c:pt>
                <c:pt idx="15">
                  <c:v>[dieta japonesa]</c:v>
                </c:pt>
                <c:pt idx="16">
                  <c:v>[dieta 10]</c:v>
                </c:pt>
                <c:pt idx="17">
                  <c:v>[dieta já]</c:v>
                </c:pt>
                <c:pt idx="18">
                  <c:v>[dieta desintoxicante]</c:v>
                </c:pt>
                <c:pt idx="19">
                  <c:v>[dieta saudavel]</c:v>
                </c:pt>
                <c:pt idx="20">
                  <c:v>[dieta de 1200 calorias]</c:v>
                </c:pt>
                <c:pt idx="21">
                  <c:v>[dieta para perder barriga]</c:v>
                </c:pt>
                <c:pt idx="22">
                  <c:v>[dietas de emagrecimento]</c:v>
                </c:pt>
                <c:pt idx="23">
                  <c:v>[gastrite dieta]</c:v>
                </c:pt>
                <c:pt idx="24">
                  <c:v>[dieta dash]</c:v>
                </c:pt>
                <c:pt idx="25">
                  <c:v>[dieta dissociada]</c:v>
                </c:pt>
                <c:pt idx="26">
                  <c:v>[dieta do cha]</c:v>
                </c:pt>
                <c:pt idx="27">
                  <c:v>[dieta para perder peso]</c:v>
                </c:pt>
                <c:pt idx="28">
                  <c:v>[dieta usp]</c:v>
                </c:pt>
              </c:strCache>
            </c:strRef>
          </c:cat>
          <c:val>
            <c:numRef>
              <c:f>'keywords-1'!$B$2:$B$30</c:f>
              <c:numCache>
                <c:formatCode>General</c:formatCode>
                <c:ptCount val="29"/>
                <c:pt idx="0">
                  <c:v>368000</c:v>
                </c:pt>
                <c:pt idx="1">
                  <c:v>301000</c:v>
                </c:pt>
                <c:pt idx="2">
                  <c:v>74000</c:v>
                </c:pt>
                <c:pt idx="3">
                  <c:v>33100</c:v>
                </c:pt>
                <c:pt idx="4">
                  <c:v>33100</c:v>
                </c:pt>
                <c:pt idx="5">
                  <c:v>22200</c:v>
                </c:pt>
                <c:pt idx="6">
                  <c:v>22200</c:v>
                </c:pt>
                <c:pt idx="7">
                  <c:v>22200</c:v>
                </c:pt>
                <c:pt idx="8">
                  <c:v>14800</c:v>
                </c:pt>
                <c:pt idx="9">
                  <c:v>14800</c:v>
                </c:pt>
                <c:pt idx="10">
                  <c:v>12100</c:v>
                </c:pt>
                <c:pt idx="11">
                  <c:v>12100</c:v>
                </c:pt>
                <c:pt idx="12">
                  <c:v>8100</c:v>
                </c:pt>
                <c:pt idx="13">
                  <c:v>5400</c:v>
                </c:pt>
                <c:pt idx="14">
                  <c:v>5400</c:v>
                </c:pt>
                <c:pt idx="15">
                  <c:v>5400</c:v>
                </c:pt>
                <c:pt idx="16">
                  <c:v>4400</c:v>
                </c:pt>
                <c:pt idx="17">
                  <c:v>4400</c:v>
                </c:pt>
                <c:pt idx="18">
                  <c:v>3600</c:v>
                </c:pt>
                <c:pt idx="19">
                  <c:v>3600</c:v>
                </c:pt>
                <c:pt idx="20">
                  <c:v>2900</c:v>
                </c:pt>
                <c:pt idx="21">
                  <c:v>2900</c:v>
                </c:pt>
                <c:pt idx="22">
                  <c:v>2900</c:v>
                </c:pt>
                <c:pt idx="23">
                  <c:v>2900</c:v>
                </c:pt>
                <c:pt idx="24">
                  <c:v>2400</c:v>
                </c:pt>
                <c:pt idx="25">
                  <c:v>2400</c:v>
                </c:pt>
                <c:pt idx="26">
                  <c:v>2400</c:v>
                </c:pt>
                <c:pt idx="27">
                  <c:v>2400</c:v>
                </c:pt>
                <c:pt idx="28">
                  <c:v>2400</c:v>
                </c:pt>
              </c:numCache>
            </c:numRef>
          </c:val>
        </c:ser>
        <c:axId val="120133888"/>
        <c:axId val="58925056"/>
      </c:barChart>
      <c:catAx>
        <c:axId val="120133888"/>
        <c:scaling>
          <c:orientation val="minMax"/>
        </c:scaling>
        <c:axPos val="b"/>
        <c:tickLblPos val="nextTo"/>
        <c:crossAx val="58925056"/>
        <c:crosses val="autoZero"/>
        <c:auto val="1"/>
        <c:lblAlgn val="ctr"/>
        <c:lblOffset val="100"/>
      </c:catAx>
      <c:valAx>
        <c:axId val="58925056"/>
        <c:scaling>
          <c:orientation val="minMax"/>
        </c:scaling>
        <c:axPos val="l"/>
        <c:majorGridlines/>
        <c:numFmt formatCode="General" sourceLinked="1"/>
        <c:tickLblPos val="nextTo"/>
        <c:crossAx val="120133888"/>
        <c:crosses val="autoZero"/>
        <c:crossBetween val="between"/>
      </c:valAx>
    </c:plotArea>
    <c:plotVisOnly val="1"/>
  </c:chart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EC9E7A-0E10-4399-BF3E-42398C1A4310}" type="datetimeFigureOut">
              <a:rPr lang="pt-BR" smtClean="0"/>
              <a:pPr/>
              <a:t>06/02/2010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2E390F-402F-4E28-8B17-D98E2E9255E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2E390F-402F-4E28-8B17-D98E2E9255E6}" type="slidenum">
              <a:rPr lang="pt-BR" smtClean="0"/>
              <a:pPr/>
              <a:t>1</a:t>
            </a:fld>
            <a:endParaRPr 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0413" cy="3427413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E744A322-08AF-4349-9FC8-5266E4BE2CE9}" type="slidenum">
              <a:rPr lang="en-GB" smtClean="0"/>
              <a:pPr>
                <a:defRPr/>
              </a:pPr>
              <a:t>2</a:t>
            </a:fld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B98D5057-63E9-48D9-B51A-E960A14987EC}" type="slidenum">
              <a:rPr lang="en-GB"/>
              <a:pPr/>
              <a:t>3</a:t>
            </a:fld>
            <a:endParaRPr lang="en-GB"/>
          </a:p>
        </p:txBody>
      </p:sp>
      <p:sp>
        <p:nvSpPr>
          <p:cNvPr id="61441" name="Text Box 1"/>
          <p:cNvSpPr txBox="1">
            <a:spLocks noChangeArrowheads="1"/>
          </p:cNvSpPr>
          <p:nvPr/>
        </p:nvSpPr>
        <p:spPr bwMode="auto">
          <a:xfrm>
            <a:off x="1141414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428" tIns="45715" rIns="91428" bIns="45715" anchor="ctr"/>
          <a:lstStyle/>
          <a:p>
            <a:endParaRPr lang="pt-BR"/>
          </a:p>
        </p:txBody>
      </p:sp>
      <p:sp>
        <p:nvSpPr>
          <p:cNvPr id="614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0"/>
            <a:ext cx="5484813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0413" cy="3427413"/>
          </a:xfrm>
        </p:spPr>
      </p:sp>
      <p:sp>
        <p:nvSpPr>
          <p:cNvPr id="44035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pt-BR" smtClean="0">
              <a:latin typeface="Times New Roman" pitchFamily="18" charset="0"/>
            </a:endParaRPr>
          </a:p>
        </p:txBody>
      </p:sp>
      <p:sp>
        <p:nvSpPr>
          <p:cNvPr id="44036" name="Espaço Reservado para Número de Slide 3"/>
          <p:cNvSpPr>
            <a:spLocks noGrp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pPr>
              <a:buFont typeface="Wingdings" pitchFamily="2" charset="2"/>
              <a:buNone/>
            </a:pPr>
            <a:fld id="{7A4C81FA-676B-4327-9550-7011D5B80F70}" type="slidenum">
              <a:rPr lang="es-ES" smtClean="0"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pPr>
                <a:buFont typeface="Wingdings" pitchFamily="2" charset="2"/>
                <a:buNone/>
              </a:pPr>
              <a:t>4</a:t>
            </a:fld>
            <a:endParaRPr lang="es-ES" smtClean="0"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7BE86723-FAFE-4FE6-987A-494BAB3230F3}" type="slidenum">
              <a:rPr lang="en-GB"/>
              <a:pPr/>
              <a:t>5</a:t>
            </a:fld>
            <a:endParaRPr lang="en-GB"/>
          </a:p>
        </p:txBody>
      </p:sp>
      <p:sp>
        <p:nvSpPr>
          <p:cNvPr id="62465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417" tIns="45709" rIns="91417" bIns="45709" anchor="ctr"/>
          <a:lstStyle/>
          <a:p>
            <a:endParaRPr lang="pt-BR"/>
          </a:p>
        </p:txBody>
      </p:sp>
      <p:sp>
        <p:nvSpPr>
          <p:cNvPr id="624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2" y="4343400"/>
            <a:ext cx="5484813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2E390F-402F-4E28-8B17-D98E2E9255E6}" type="slidenum">
              <a:rPr lang="pt-BR" smtClean="0"/>
              <a:pPr/>
              <a:t>6</a:t>
            </a:fld>
            <a:endParaRPr lang="pt-B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2E390F-402F-4E28-8B17-D98E2E9255E6}" type="slidenum">
              <a:rPr lang="pt-BR" smtClean="0"/>
              <a:pPr/>
              <a:t>7</a:t>
            </a:fld>
            <a:endParaRPr lang="pt-B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2E390F-402F-4E28-8B17-D98E2E9255E6}" type="slidenum">
              <a:rPr lang="pt-BR" smtClean="0"/>
              <a:pPr/>
              <a:t>8</a:t>
            </a:fld>
            <a:endParaRPr lang="pt-B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2E390F-402F-4E28-8B17-D98E2E9255E6}" type="slidenum">
              <a:rPr lang="pt-BR" smtClean="0"/>
              <a:pPr/>
              <a:t>9</a:t>
            </a:fld>
            <a:endParaRPr lang="pt-B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2E390F-402F-4E28-8B17-D98E2E9255E6}" type="slidenum">
              <a:rPr lang="pt-BR" smtClean="0"/>
              <a:pPr/>
              <a:t>10</a:t>
            </a:fld>
            <a:endParaRPr lang="pt-B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2E390F-402F-4E28-8B17-D98E2E9255E6}" type="slidenum">
              <a:rPr lang="pt-BR" smtClean="0"/>
              <a:pPr/>
              <a:t>11</a:t>
            </a:fld>
            <a:endParaRPr lang="pt-B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2E390F-402F-4E28-8B17-D98E2E9255E6}" type="slidenum">
              <a:rPr lang="pt-BR" smtClean="0"/>
              <a:pPr/>
              <a:t>12</a:t>
            </a:fld>
            <a:endParaRPr lang="pt-B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2E390F-402F-4E28-8B17-D98E2E9255E6}" type="slidenum">
              <a:rPr lang="pt-BR" smtClean="0"/>
              <a:pPr/>
              <a:t>13</a:t>
            </a:fld>
            <a:endParaRPr lang="pt-B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0413" cy="3427413"/>
          </a:xfrm>
        </p:spPr>
      </p:sp>
      <p:sp>
        <p:nvSpPr>
          <p:cNvPr id="50179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pt-BR" smtClean="0">
              <a:latin typeface="Times New Roman" pitchFamily="18" charset="0"/>
            </a:endParaRPr>
          </a:p>
        </p:txBody>
      </p:sp>
      <p:sp>
        <p:nvSpPr>
          <p:cNvPr id="50180" name="Espaço Reservado para Número de Slide 3"/>
          <p:cNvSpPr>
            <a:spLocks noGrp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pPr>
              <a:buFont typeface="Times New Roman" pitchFamily="18" charset="0"/>
              <a:buNone/>
            </a:pPr>
            <a:fld id="{461A2E82-E9CD-4E91-94DD-163D8EB659EA}" type="slidenum">
              <a:rPr lang="en-GB" smtClean="0"/>
              <a:pPr>
                <a:buFont typeface="Times New Roman" pitchFamily="18" charset="0"/>
                <a:buNone/>
              </a:pPr>
              <a:t>14</a:t>
            </a:fld>
            <a:endParaRPr lang="en-GB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2E390F-402F-4E28-8B17-D98E2E9255E6}" type="slidenum">
              <a:rPr lang="pt-BR" smtClean="0"/>
              <a:pPr/>
              <a:t>15</a:t>
            </a:fld>
            <a:endParaRPr lang="pt-B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2E390F-402F-4E28-8B17-D98E2E9255E6}" type="slidenum">
              <a:rPr lang="pt-BR" smtClean="0"/>
              <a:pPr/>
              <a:t>16</a:t>
            </a:fld>
            <a:endParaRPr lang="pt-B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2E390F-402F-4E28-8B17-D98E2E9255E6}" type="slidenum">
              <a:rPr lang="pt-BR" smtClean="0"/>
              <a:pPr/>
              <a:t>17</a:t>
            </a:fld>
            <a:endParaRPr lang="pt-B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2E390F-402F-4E28-8B17-D98E2E9255E6}" type="slidenum">
              <a:rPr lang="pt-BR" smtClean="0"/>
              <a:pPr/>
              <a:t>18</a:t>
            </a:fld>
            <a:endParaRPr lang="pt-B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2E390F-402F-4E28-8B17-D98E2E9255E6}" type="slidenum">
              <a:rPr lang="pt-BR" smtClean="0"/>
              <a:pPr/>
              <a:t>19</a:t>
            </a:fld>
            <a:endParaRPr lang="pt-BR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2E390F-402F-4E28-8B17-D98E2E9255E6}" type="slidenum">
              <a:rPr lang="pt-BR" smtClean="0"/>
              <a:pPr/>
              <a:t>20</a:t>
            </a:fld>
            <a:endParaRPr lang="pt-BR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2E390F-402F-4E28-8B17-D98E2E9255E6}" type="slidenum">
              <a:rPr lang="pt-BR" smtClean="0"/>
              <a:pPr/>
              <a:t>21</a:t>
            </a:fld>
            <a:endParaRPr lang="pt-BR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2E390F-402F-4E28-8B17-D98E2E9255E6}" type="slidenum">
              <a:rPr lang="pt-BR" smtClean="0"/>
              <a:pPr/>
              <a:t>22</a:t>
            </a:fld>
            <a:endParaRPr lang="pt-BR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2E390F-402F-4E28-8B17-D98E2E9255E6}" type="slidenum">
              <a:rPr lang="pt-BR" smtClean="0"/>
              <a:pPr/>
              <a:t>23</a:t>
            </a:fld>
            <a:endParaRPr lang="pt-BR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0413" cy="3427413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A8359B3D-D2CA-4F44-A2BC-95C06EB2FAB9}" type="slidenum">
              <a:rPr lang="en-GB" smtClean="0"/>
              <a:pPr>
                <a:defRPr/>
              </a:pPr>
              <a:t>24</a:t>
            </a:fld>
            <a:endParaRPr lang="en-GB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0413" cy="3427413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A8359B3D-D2CA-4F44-A2BC-95C06EB2FAB9}" type="slidenum">
              <a:rPr lang="en-GB" smtClean="0"/>
              <a:pPr>
                <a:defRPr/>
              </a:pPr>
              <a:t>25</a:t>
            </a:fld>
            <a:endParaRPr lang="en-GB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0413" cy="3427413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A8359B3D-D2CA-4F44-A2BC-95C06EB2FAB9}" type="slidenum">
              <a:rPr lang="en-GB" smtClean="0"/>
              <a:pPr>
                <a:defRPr/>
              </a:pPr>
              <a:t>26</a:t>
            </a:fld>
            <a:endParaRPr lang="en-GB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2E390F-402F-4E28-8B17-D98E2E9255E6}" type="slidenum">
              <a:rPr lang="pt-BR" smtClean="0"/>
              <a:pPr/>
              <a:t>27</a:t>
            </a:fld>
            <a:endParaRPr lang="pt-BR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2E390F-402F-4E28-8B17-D98E2E9255E6}" type="slidenum">
              <a:rPr lang="pt-BR" smtClean="0"/>
              <a:pPr/>
              <a:t>28</a:t>
            </a:fld>
            <a:endParaRPr lang="pt-BR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2E390F-402F-4E28-8B17-D98E2E9255E6}" type="slidenum">
              <a:rPr lang="pt-BR" smtClean="0"/>
              <a:pPr/>
              <a:t>29</a:t>
            </a:fld>
            <a:endParaRPr lang="pt-BR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2E390F-402F-4E28-8B17-D98E2E9255E6}" type="slidenum">
              <a:rPr lang="pt-BR" smtClean="0"/>
              <a:pPr/>
              <a:t>30</a:t>
            </a:fld>
            <a:endParaRPr lang="pt-BR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2E390F-402F-4E28-8B17-D98E2E9255E6}" type="slidenum">
              <a:rPr lang="pt-BR" smtClean="0"/>
              <a:pPr/>
              <a:t>31</a:t>
            </a:fld>
            <a:endParaRPr lang="pt-BR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2E390F-402F-4E28-8B17-D98E2E9255E6}" type="slidenum">
              <a:rPr lang="pt-BR" smtClean="0"/>
              <a:pPr/>
              <a:t>32</a:t>
            </a:fld>
            <a:endParaRPr lang="pt-BR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2E390F-402F-4E28-8B17-D98E2E9255E6}" type="slidenum">
              <a:rPr lang="pt-BR" smtClean="0"/>
              <a:pPr/>
              <a:t>33</a:t>
            </a:fld>
            <a:endParaRPr lang="pt-BR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2E390F-402F-4E28-8B17-D98E2E9255E6}" type="slidenum">
              <a:rPr lang="pt-BR" smtClean="0"/>
              <a:pPr/>
              <a:t>34</a:t>
            </a:fld>
            <a:endParaRPr lang="pt-BR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2E390F-402F-4E28-8B17-D98E2E9255E6}" type="slidenum">
              <a:rPr lang="pt-BR" smtClean="0"/>
              <a:pPr/>
              <a:t>35</a:t>
            </a:fld>
            <a:endParaRPr lang="pt-BR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2E390F-402F-4E28-8B17-D98E2E9255E6}" type="slidenum">
              <a:rPr lang="pt-BR" smtClean="0"/>
              <a:pPr/>
              <a:t>36</a:t>
            </a:fld>
            <a:endParaRPr lang="pt-BR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2E390F-402F-4E28-8B17-D98E2E9255E6}" type="slidenum">
              <a:rPr lang="pt-BR" smtClean="0"/>
              <a:pPr/>
              <a:t>37</a:t>
            </a:fld>
            <a:endParaRPr lang="pt-BR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2E390F-402F-4E28-8B17-D98E2E9255E6}" type="slidenum">
              <a:rPr lang="pt-BR" smtClean="0"/>
              <a:pPr/>
              <a:t>38</a:t>
            </a:fld>
            <a:endParaRPr lang="pt-BR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2E390F-402F-4E28-8B17-D98E2E9255E6}" type="slidenum">
              <a:rPr lang="pt-BR" smtClean="0"/>
              <a:pPr/>
              <a:t>39</a:t>
            </a:fld>
            <a:endParaRPr lang="pt-BR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2E390F-402F-4E28-8B17-D98E2E9255E6}" type="slidenum">
              <a:rPr lang="pt-BR" smtClean="0"/>
              <a:pPr/>
              <a:t>40</a:t>
            </a:fld>
            <a:endParaRPr lang="pt-BR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2E390F-402F-4E28-8B17-D98E2E9255E6}" type="slidenum">
              <a:rPr lang="pt-BR" smtClean="0"/>
              <a:pPr/>
              <a:t>41</a:t>
            </a:fld>
            <a:endParaRPr lang="pt-BR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2E390F-402F-4E28-8B17-D98E2E9255E6}" type="slidenum">
              <a:rPr lang="pt-BR" smtClean="0"/>
              <a:pPr/>
              <a:t>42</a:t>
            </a:fld>
            <a:endParaRPr lang="pt-BR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2E390F-402F-4E28-8B17-D98E2E9255E6}" type="slidenum">
              <a:rPr lang="pt-BR" smtClean="0"/>
              <a:pPr/>
              <a:t>43</a:t>
            </a:fld>
            <a:endParaRPr lang="pt-BR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2E390F-402F-4E28-8B17-D98E2E9255E6}" type="slidenum">
              <a:rPr lang="pt-BR" smtClean="0"/>
              <a:pPr/>
              <a:t>44</a:t>
            </a:fld>
            <a:endParaRPr lang="pt-BR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2E390F-402F-4E28-8B17-D98E2E9255E6}" type="slidenum">
              <a:rPr lang="pt-BR" smtClean="0"/>
              <a:pPr/>
              <a:t>45</a:t>
            </a:fld>
            <a:endParaRPr lang="pt-BR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2E390F-402F-4E28-8B17-D98E2E9255E6}" type="slidenum">
              <a:rPr lang="pt-BR" smtClean="0"/>
              <a:pPr/>
              <a:t>46</a:t>
            </a:fld>
            <a:endParaRPr lang="pt-BR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2E390F-402F-4E28-8B17-D98E2E9255E6}" type="slidenum">
              <a:rPr lang="pt-BR" smtClean="0"/>
              <a:pPr/>
              <a:t>47</a:t>
            </a:fld>
            <a:endParaRPr lang="pt-BR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2E390F-402F-4E28-8B17-D98E2E9255E6}" type="slidenum">
              <a:rPr lang="pt-BR" smtClean="0"/>
              <a:pPr/>
              <a:t>48</a:t>
            </a:fld>
            <a:endParaRPr lang="pt-BR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2E390F-402F-4E28-8B17-D98E2E9255E6}" type="slidenum">
              <a:rPr lang="pt-BR" smtClean="0"/>
              <a:pPr/>
              <a:t>49</a:t>
            </a:fld>
            <a:endParaRPr lang="pt-BR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2E390F-402F-4E28-8B17-D98E2E9255E6}" type="slidenum">
              <a:rPr lang="pt-BR" smtClean="0"/>
              <a:pPr/>
              <a:t>50</a:t>
            </a:fld>
            <a:endParaRPr lang="pt-BR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2E390F-402F-4E28-8B17-D98E2E9255E6}" type="slidenum">
              <a:rPr lang="pt-BR" smtClean="0"/>
              <a:pPr/>
              <a:t>51</a:t>
            </a:fld>
            <a:endParaRPr lang="pt-BR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2E390F-402F-4E28-8B17-D98E2E9255E6}" type="slidenum">
              <a:rPr lang="pt-BR" smtClean="0"/>
              <a:pPr/>
              <a:t>52</a:t>
            </a:fld>
            <a:endParaRPr lang="pt-BR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2E390F-402F-4E28-8B17-D98E2E9255E6}" type="slidenum">
              <a:rPr lang="pt-BR" smtClean="0"/>
              <a:pPr/>
              <a:t>53</a:t>
            </a:fld>
            <a:endParaRPr lang="pt-BR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2E390F-402F-4E28-8B17-D98E2E9255E6}" type="slidenum">
              <a:rPr lang="pt-BR" smtClean="0"/>
              <a:pPr/>
              <a:t>54</a:t>
            </a:fld>
            <a:endParaRPr lang="pt-BR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pPr>
              <a:buFont typeface="Wingdings" pitchFamily="2" charset="2"/>
              <a:buNone/>
            </a:pPr>
            <a:fld id="{482231E2-8D1A-4D9A-813D-83C81F3894E5}" type="slidenum">
              <a:rPr lang="en-GB" smtClean="0"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pPr>
                <a:buFont typeface="Wingdings" pitchFamily="2" charset="2"/>
                <a:buNone/>
              </a:pPr>
              <a:t>55</a:t>
            </a:fld>
            <a:endParaRPr lang="en-GB" smtClean="0"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64515" name="Text Box 1"/>
          <p:cNvSpPr txBox="1">
            <a:spLocks noChangeArrowheads="1"/>
          </p:cNvSpPr>
          <p:nvPr/>
        </p:nvSpPr>
        <p:spPr bwMode="auto">
          <a:xfrm>
            <a:off x="1142040" y="685631"/>
            <a:ext cx="4572480" cy="3429509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80165" tIns="40083" rIns="80165" bIns="40083" anchor="ctr"/>
          <a:lstStyle/>
          <a:p>
            <a:pPr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itchFamily="2" charset="2"/>
              <a:buNone/>
            </a:pPr>
            <a:endParaRPr lang="pt-BR"/>
          </a:p>
        </p:txBody>
      </p:sp>
      <p:sp>
        <p:nvSpPr>
          <p:cNvPr id="64516" name="Rectangle 2"/>
          <p:cNvSpPr>
            <a:spLocks noGrp="1" noChangeArrowheads="1"/>
          </p:cNvSpPr>
          <p:nvPr>
            <p:ph type="body"/>
          </p:nvPr>
        </p:nvSpPr>
        <p:spPr>
          <a:xfrm>
            <a:off x="685512" y="4343231"/>
            <a:ext cx="5485536" cy="4113782"/>
          </a:xfrm>
          <a:noFill/>
          <a:ln/>
        </p:spPr>
        <p:txBody>
          <a:bodyPr wrap="none" anchor="ctr"/>
          <a:lstStyle/>
          <a:p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A51D0694-B707-44FD-8AAE-7638478370FD}" type="slidenum">
              <a:rPr lang="en-GB"/>
              <a:pPr/>
              <a:t>56</a:t>
            </a:fld>
            <a:endParaRPr lang="en-GB"/>
          </a:p>
        </p:txBody>
      </p:sp>
      <p:sp>
        <p:nvSpPr>
          <p:cNvPr id="69633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428" tIns="45715" rIns="91428" bIns="45715" anchor="ctr"/>
          <a:lstStyle/>
          <a:p>
            <a:endParaRPr lang="pt-BR"/>
          </a:p>
        </p:txBody>
      </p:sp>
      <p:sp>
        <p:nvSpPr>
          <p:cNvPr id="69634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0"/>
            <a:ext cx="5484813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4B264D37-8399-413E-A1A2-E091CFF65C46}" type="slidenum">
              <a:rPr lang="en-GB"/>
              <a:pPr/>
              <a:t>57</a:t>
            </a:fld>
            <a:endParaRPr lang="en-GB"/>
          </a:p>
        </p:txBody>
      </p:sp>
      <p:sp>
        <p:nvSpPr>
          <p:cNvPr id="83969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428" tIns="45715" rIns="91428" bIns="45715" anchor="ctr"/>
          <a:lstStyle/>
          <a:p>
            <a:endParaRPr lang="pt-BR"/>
          </a:p>
        </p:txBody>
      </p:sp>
      <p:sp>
        <p:nvSpPr>
          <p:cNvPr id="83970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0"/>
            <a:ext cx="5484813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0413" cy="3427413"/>
          </a:xfrm>
        </p:spPr>
      </p:sp>
      <p:sp>
        <p:nvSpPr>
          <p:cNvPr id="29699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pt-BR" smtClean="0">
              <a:latin typeface="Times New Roman" pitchFamily="18" charset="0"/>
            </a:endParaRPr>
          </a:p>
        </p:txBody>
      </p:sp>
      <p:sp>
        <p:nvSpPr>
          <p:cNvPr id="29700" name="Espaço Reservado para Número de Slide 3"/>
          <p:cNvSpPr>
            <a:spLocks noGrp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pPr>
              <a:buFont typeface="Wingdings" pitchFamily="2" charset="2"/>
              <a:buNone/>
            </a:pPr>
            <a:fld id="{399792FC-240B-4251-9FC8-9B4EE9B7D62D}" type="slidenum">
              <a:rPr lang="en-GB" smtClean="0"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pPr>
                <a:buFont typeface="Wingdings" pitchFamily="2" charset="2"/>
                <a:buNone/>
              </a:pPr>
              <a:t>58</a:t>
            </a:fld>
            <a:endParaRPr lang="en-GB" smtClean="0"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7B92089-4207-421C-B874-3606C2624E20}" type="slidenum">
              <a:rPr lang="en-GB"/>
              <a:pPr/>
              <a:t>59</a:t>
            </a:fld>
            <a:endParaRPr lang="en-GB"/>
          </a:p>
        </p:txBody>
      </p:sp>
      <p:sp>
        <p:nvSpPr>
          <p:cNvPr id="65537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428" tIns="45715" rIns="91428" bIns="45715" anchor="ctr"/>
          <a:lstStyle/>
          <a:p>
            <a:endParaRPr lang="pt-BR"/>
          </a:p>
        </p:txBody>
      </p:sp>
      <p:sp>
        <p:nvSpPr>
          <p:cNvPr id="6553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0"/>
            <a:ext cx="5484813" cy="411480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0413" cy="3427413"/>
          </a:xfrm>
        </p:spPr>
      </p:sp>
      <p:sp>
        <p:nvSpPr>
          <p:cNvPr id="43011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pt-BR" smtClean="0">
              <a:latin typeface="Times New Roman" pitchFamily="18" charset="0"/>
            </a:endParaRPr>
          </a:p>
        </p:txBody>
      </p:sp>
      <p:sp>
        <p:nvSpPr>
          <p:cNvPr id="43012" name="Espaço Reservado para Número de Slide 3"/>
          <p:cNvSpPr>
            <a:spLocks noGrp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D7CE2C79-B2AE-4F85-8245-C19D4BF557BB}" type="slidenum">
              <a:rPr lang="es-ES" smtClean="0"/>
              <a:pPr/>
              <a:t>60</a:t>
            </a:fld>
            <a:endParaRPr lang="es-ES" smtClean="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0413" cy="3427413"/>
          </a:xfrm>
        </p:spPr>
      </p:sp>
      <p:sp>
        <p:nvSpPr>
          <p:cNvPr id="46083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pt-BR" smtClean="0">
              <a:latin typeface="Times New Roman" pitchFamily="18" charset="0"/>
            </a:endParaRPr>
          </a:p>
        </p:txBody>
      </p:sp>
      <p:sp>
        <p:nvSpPr>
          <p:cNvPr id="46084" name="Espaço Reservado para Número de Slide 3"/>
          <p:cNvSpPr txBox="1">
            <a:spLocks noGrp="1"/>
          </p:cNvSpPr>
          <p:nvPr/>
        </p:nvSpPr>
        <p:spPr bwMode="auto">
          <a:xfrm>
            <a:off x="3884089" y="8685103"/>
            <a:ext cx="2968151" cy="45482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78903" tIns="41030" rIns="78903" bIns="41030" anchor="b"/>
          <a:lstStyle/>
          <a:p>
            <a:pPr algn="r" hangingPunct="0">
              <a:lnSpc>
                <a:spcPct val="95000"/>
              </a:lnSpc>
              <a:buClr>
                <a:srgbClr val="000000"/>
              </a:buClr>
              <a:buSzPct val="45000"/>
              <a:tabLst>
                <a:tab pos="634643" algn="l"/>
                <a:tab pos="1269286" algn="l"/>
                <a:tab pos="1903929" algn="l"/>
                <a:tab pos="2538573" algn="l"/>
              </a:tabLst>
            </a:pPr>
            <a:fld id="{60D6B6F8-F2E8-4397-86AA-6EFD5B1BE366}" type="slidenum">
              <a:rPr lang="es-ES" sz="1100">
                <a:solidFill>
                  <a:srgbClr val="000000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pPr algn="r" hangingPunct="0">
                <a:lnSpc>
                  <a:spcPct val="95000"/>
                </a:lnSpc>
                <a:buClr>
                  <a:srgbClr val="000000"/>
                </a:buClr>
                <a:buSzPct val="45000"/>
                <a:tabLst>
                  <a:tab pos="634643" algn="l"/>
                  <a:tab pos="1269286" algn="l"/>
                  <a:tab pos="1903929" algn="l"/>
                  <a:tab pos="2538573" algn="l"/>
                </a:tabLst>
              </a:pPr>
              <a:t>61</a:t>
            </a:fld>
            <a:endParaRPr lang="es-ES" sz="1100" dirty="0">
              <a:solidFill>
                <a:srgbClr val="000000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0413" cy="3427413"/>
          </a:xfrm>
        </p:spPr>
      </p:sp>
      <p:sp>
        <p:nvSpPr>
          <p:cNvPr id="47107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pt-BR" smtClean="0">
              <a:latin typeface="Times New Roman" pitchFamily="18" charset="0"/>
            </a:endParaRPr>
          </a:p>
        </p:txBody>
      </p:sp>
      <p:sp>
        <p:nvSpPr>
          <p:cNvPr id="47108" name="Espaço Reservado para Número de Slide 3"/>
          <p:cNvSpPr txBox="1">
            <a:spLocks noGrp="1"/>
          </p:cNvSpPr>
          <p:nvPr/>
        </p:nvSpPr>
        <p:spPr bwMode="auto">
          <a:xfrm>
            <a:off x="3884089" y="8685103"/>
            <a:ext cx="2968151" cy="45482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78903" tIns="41030" rIns="78903" bIns="41030" anchor="b"/>
          <a:lstStyle/>
          <a:p>
            <a:pPr algn="r" hangingPunct="0">
              <a:lnSpc>
                <a:spcPct val="95000"/>
              </a:lnSpc>
              <a:buClr>
                <a:srgbClr val="000000"/>
              </a:buClr>
              <a:buSzPct val="45000"/>
              <a:tabLst>
                <a:tab pos="634643" algn="l"/>
                <a:tab pos="1269286" algn="l"/>
                <a:tab pos="1903929" algn="l"/>
                <a:tab pos="2538573" algn="l"/>
              </a:tabLst>
            </a:pPr>
            <a:fld id="{66436B6F-B238-4693-8C88-C453B0E607B6}" type="slidenum">
              <a:rPr lang="es-ES" sz="1100">
                <a:solidFill>
                  <a:srgbClr val="000000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pPr algn="r" hangingPunct="0">
                <a:lnSpc>
                  <a:spcPct val="95000"/>
                </a:lnSpc>
                <a:buClr>
                  <a:srgbClr val="000000"/>
                </a:buClr>
                <a:buSzPct val="45000"/>
                <a:tabLst>
                  <a:tab pos="634643" algn="l"/>
                  <a:tab pos="1269286" algn="l"/>
                  <a:tab pos="1903929" algn="l"/>
                  <a:tab pos="2538573" algn="l"/>
                </a:tabLst>
              </a:pPr>
              <a:t>62</a:t>
            </a:fld>
            <a:endParaRPr lang="es-ES" sz="1100" dirty="0">
              <a:solidFill>
                <a:srgbClr val="000000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0413" cy="3427413"/>
          </a:xfrm>
        </p:spPr>
      </p:sp>
      <p:sp>
        <p:nvSpPr>
          <p:cNvPr id="48131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pt-BR" smtClean="0">
              <a:latin typeface="Times New Roman" pitchFamily="18" charset="0"/>
            </a:endParaRPr>
          </a:p>
        </p:txBody>
      </p:sp>
      <p:sp>
        <p:nvSpPr>
          <p:cNvPr id="48132" name="Espaço Reservado para Número de Slide 3"/>
          <p:cNvSpPr txBox="1">
            <a:spLocks noGrp="1"/>
          </p:cNvSpPr>
          <p:nvPr/>
        </p:nvSpPr>
        <p:spPr bwMode="auto">
          <a:xfrm>
            <a:off x="3884089" y="8685103"/>
            <a:ext cx="2968151" cy="45482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78903" tIns="41030" rIns="78903" bIns="41030" anchor="b"/>
          <a:lstStyle/>
          <a:p>
            <a:pPr algn="r" hangingPunct="0">
              <a:lnSpc>
                <a:spcPct val="95000"/>
              </a:lnSpc>
              <a:buClr>
                <a:srgbClr val="000000"/>
              </a:buClr>
              <a:buSzPct val="45000"/>
              <a:tabLst>
                <a:tab pos="634643" algn="l"/>
                <a:tab pos="1269286" algn="l"/>
                <a:tab pos="1903929" algn="l"/>
                <a:tab pos="2538573" algn="l"/>
              </a:tabLst>
            </a:pPr>
            <a:fld id="{17F5A2A0-588F-492C-8BCC-72DD8B5FA191}" type="slidenum">
              <a:rPr lang="es-ES" sz="1100">
                <a:solidFill>
                  <a:srgbClr val="000000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pPr algn="r" hangingPunct="0">
                <a:lnSpc>
                  <a:spcPct val="95000"/>
                </a:lnSpc>
                <a:buClr>
                  <a:srgbClr val="000000"/>
                </a:buClr>
                <a:buSzPct val="45000"/>
                <a:tabLst>
                  <a:tab pos="634643" algn="l"/>
                  <a:tab pos="1269286" algn="l"/>
                  <a:tab pos="1903929" algn="l"/>
                  <a:tab pos="2538573" algn="l"/>
                </a:tabLst>
              </a:pPr>
              <a:t>63</a:t>
            </a:fld>
            <a:endParaRPr lang="es-ES" sz="1100" dirty="0">
              <a:solidFill>
                <a:srgbClr val="000000"/>
              </a:solidFill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559FA229-94FF-4203-8438-DCB7FE8ED822}" type="datetimeFigureOut">
              <a:rPr lang="pt-BR" smtClean="0"/>
              <a:pPr/>
              <a:t>06/02/2010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pt-BR"/>
          </a:p>
        </p:txBody>
      </p:sp>
      <p:sp>
        <p:nvSpPr>
          <p:cNvPr id="10" name="Retângulo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tângulo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tângulo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tângulo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Conector reto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Conector reto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Conector reto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Conector reto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Conector reto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Conector reto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tângulo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Elipse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lipse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Elipse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Elipse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Elipse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C62EB4DC-841C-4C83-8ADF-BC4DBBADAED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28596" y="71414"/>
            <a:ext cx="7467600" cy="511156"/>
          </a:xfrm>
        </p:spPr>
        <p:txBody>
          <a:bodyPr>
            <a:noAutofit/>
          </a:bodyPr>
          <a:lstStyle>
            <a:lvl1pPr>
              <a:defRPr sz="2400" b="1"/>
            </a:lvl1pPr>
          </a:lstStyle>
          <a:p>
            <a:r>
              <a:rPr kumimoji="0" lang="pt-BR" dirty="0" smtClean="0"/>
              <a:t>Clique para editar o estilo do título mestre</a:t>
            </a:r>
            <a:endParaRPr kumimoji="0" lang="en-US" dirty="0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457200" y="1000108"/>
            <a:ext cx="7467600" cy="5473844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559FA229-94FF-4203-8438-DCB7FE8ED822}" type="datetimeFigureOut">
              <a:rPr lang="pt-BR" smtClean="0"/>
              <a:pPr/>
              <a:t>06/02/2010</a:t>
            </a:fld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C62EB4DC-841C-4C83-8ADF-BC4DBBADAED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0" name="Espaço Reservado para Rodapé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559FA229-94FF-4203-8438-DCB7FE8ED822}" type="datetimeFigureOut">
              <a:rPr lang="pt-BR" smtClean="0"/>
              <a:pPr/>
              <a:t>06/02/2010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pt-BR"/>
          </a:p>
        </p:txBody>
      </p:sp>
      <p:sp>
        <p:nvSpPr>
          <p:cNvPr id="9" name="Retângulo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tângulo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Conector reto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Conector reto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Conector reto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Conector reto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Conector reto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tângulo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Elipse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Elipse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Elipse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Elipse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lipse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Conector reto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C62EB4DC-841C-4C83-8ADF-BC4DBBADAED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FA229-94FF-4203-8438-DCB7FE8ED822}" type="datetimeFigureOut">
              <a:rPr lang="pt-BR" smtClean="0"/>
              <a:pPr/>
              <a:t>06/02/2010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EB4DC-841C-4C83-8ADF-BC4DBBADAED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FA229-94FF-4203-8438-DCB7FE8ED822}" type="datetimeFigureOut">
              <a:rPr lang="pt-BR" smtClean="0"/>
              <a:pPr/>
              <a:t>06/02/2010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EB4DC-841C-4C83-8ADF-BC4DBBADAED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6" name="Espaço Reservado para Data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59FA229-94FF-4203-8438-DCB7FE8ED822}" type="datetimeFigureOut">
              <a:rPr lang="pt-BR" smtClean="0"/>
              <a:pPr/>
              <a:t>06/02/2010</a:t>
            </a:fld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C62EB4DC-841C-4C83-8ADF-BC4DBBADAED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FA229-94FF-4203-8438-DCB7FE8ED822}" type="datetimeFigureOut">
              <a:rPr lang="pt-BR" smtClean="0"/>
              <a:pPr/>
              <a:t>06/02/2010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EB4DC-841C-4C83-8ADF-BC4DBBADAED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ector reto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8" name="Conector reto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Conector reto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Conector reto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tângulo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Conector reto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Elipse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Espaço Reservado para Conteúdo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21" name="Espaço Reservado para Data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559FA229-94FF-4203-8438-DCB7FE8ED822}" type="datetimeFigureOut">
              <a:rPr lang="pt-BR" smtClean="0"/>
              <a:pPr/>
              <a:t>06/02/2010</a:t>
            </a:fld>
            <a:endParaRPr lang="pt-BR"/>
          </a:p>
        </p:txBody>
      </p:sp>
      <p:sp>
        <p:nvSpPr>
          <p:cNvPr id="22" name="Espaço Reservado para Número de Slide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C62EB4DC-841C-4C83-8ADF-BC4DBBADAED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3" name="Espaço Reservado para Rodapé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ector reto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Elipse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10" name="Conector reto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tângulo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ector reto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Conector reto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Conector reto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Espaço Reservado para Data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59FA229-94FF-4203-8438-DCB7FE8ED822}" type="datetimeFigureOut">
              <a:rPr lang="pt-BR" smtClean="0"/>
              <a:pPr/>
              <a:t>06/02/2010</a:t>
            </a:fld>
            <a:endParaRPr lang="pt-BR"/>
          </a:p>
        </p:txBody>
      </p:sp>
      <p:sp>
        <p:nvSpPr>
          <p:cNvPr id="18" name="Espaço Reservado para Número de Slide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C62EB4DC-841C-4C83-8ADF-BC4DBBADAED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1" name="Espaço Reservado para Rodapé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FA229-94FF-4203-8438-DCB7FE8ED822}" type="datetimeFigureOut">
              <a:rPr lang="pt-BR" smtClean="0"/>
              <a:pPr/>
              <a:t>06/02/2010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EB4DC-841C-4C83-8ADF-BC4DBBADAED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FA229-94FF-4203-8438-DCB7FE8ED822}" type="datetimeFigureOut">
              <a:rPr lang="pt-BR" smtClean="0"/>
              <a:pPr/>
              <a:t>06/02/2010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EB4DC-841C-4C83-8ADF-BC4DBBADAED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441" y="2285520"/>
            <a:ext cx="7768800" cy="1140600"/>
          </a:xfrm>
        </p:spPr>
        <p:txBody>
          <a:bodyPr lIns="82945" tIns="41473" rIns="82945" bIns="41473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0"/>
          </p:nvPr>
        </p:nvSpPr>
        <p:spPr>
          <a:xfrm>
            <a:off x="685440" y="6019832"/>
            <a:ext cx="1902240" cy="606304"/>
          </a:xfrm>
        </p:spPr>
        <p:txBody>
          <a:bodyPr lIns="82945" tIns="41473" rIns="82945" bIns="41473"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idx="11"/>
          </p:nvPr>
        </p:nvSpPr>
        <p:spPr>
          <a:xfrm>
            <a:off x="3123361" y="6019832"/>
            <a:ext cx="2892960" cy="606304"/>
          </a:xfrm>
        </p:spPr>
        <p:txBody>
          <a:bodyPr lIns="82945" tIns="41473" rIns="82945" bIns="41473"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idx="12"/>
          </p:nvPr>
        </p:nvSpPr>
        <p:spPr>
          <a:xfrm>
            <a:off x="6552000" y="6019832"/>
            <a:ext cx="1902240" cy="606304"/>
          </a:xfrm>
        </p:spPr>
        <p:txBody>
          <a:bodyPr lIns="82945" tIns="41473" rIns="82945" bIns="41473"/>
          <a:lstStyle>
            <a:lvl1pPr>
              <a:defRPr/>
            </a:lvl1pPr>
          </a:lstStyle>
          <a:p>
            <a:pPr>
              <a:defRPr/>
            </a:pPr>
            <a:fld id="{8FA43433-9AAD-4433-8B6F-E5BD811DDF6A}" type="slidenum">
              <a:rPr lang="en-GB"/>
              <a:pPr>
                <a:defRPr/>
              </a:pPr>
              <a:t>‹nº›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ector reto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prstGeom prst="rect">
            <a:avLst/>
          </a:prstGeom>
        </p:spPr>
        <p:txBody>
          <a:bodyPr vert="horz" anchor="b">
            <a:noAutofit/>
          </a:bodyPr>
          <a:lstStyle/>
          <a:p>
            <a:r>
              <a:rPr kumimoji="0" lang="pt-BR" dirty="0" smtClean="0"/>
              <a:t>Clique para editar o estilo do título mestre</a:t>
            </a:r>
            <a:endParaRPr kumimoji="0" lang="en-US" dirty="0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457200" y="1000108"/>
            <a:ext cx="7467600" cy="5473844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dirty="0" smtClean="0"/>
              <a:t>Clique para editar os estilos do texto mestre</a:t>
            </a:r>
          </a:p>
          <a:p>
            <a:pPr lvl="1" eaLnBrk="1" latinLnBrk="0" hangingPunct="1"/>
            <a:r>
              <a:rPr kumimoji="0" lang="pt-BR" dirty="0" smtClean="0"/>
              <a:t>Segundo nível</a:t>
            </a:r>
          </a:p>
          <a:p>
            <a:pPr lvl="2" eaLnBrk="1" latinLnBrk="0" hangingPunct="1"/>
            <a:r>
              <a:rPr kumimoji="0" lang="pt-BR" dirty="0" smtClean="0"/>
              <a:t>Terceiro nível</a:t>
            </a:r>
          </a:p>
          <a:p>
            <a:pPr lvl="3" eaLnBrk="1" latinLnBrk="0" hangingPunct="1"/>
            <a:r>
              <a:rPr kumimoji="0" lang="pt-BR" dirty="0" smtClean="0"/>
              <a:t>Quarto nível</a:t>
            </a:r>
          </a:p>
          <a:p>
            <a:pPr lvl="4" eaLnBrk="1" latinLnBrk="0" hangingPunct="1"/>
            <a:r>
              <a:rPr kumimoji="0" lang="pt-BR" dirty="0" smtClean="0"/>
              <a:t>Quinto nível</a:t>
            </a:r>
            <a:endParaRPr kumimoji="0" lang="en-US" dirty="0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559FA229-94FF-4203-8438-DCB7FE8ED822}" type="datetimeFigureOut">
              <a:rPr lang="pt-BR" smtClean="0"/>
              <a:pPr/>
              <a:t>06/02/2010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Conector reto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Conector reto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tângulo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Conector reto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Elipse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C62EB4DC-841C-4C83-8ADF-BC4DBBADAED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eaLnBrk="1" latinLnBrk="0" hangingPunct="1">
        <a:spcBef>
          <a:spcPct val="0"/>
        </a:spcBef>
        <a:buNone/>
        <a:defRPr kumimoji="0" sz="2400" b="1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jpe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dwords.google.com/select/KeywordToolExternal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m/intl/pt-BR/adwordseditor/" TargetMode="Externa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Relationship Id="rId5" Type="http://schemas.openxmlformats.org/officeDocument/2006/relationships/hyperlink" Target="mailto:marcio@konfide.com.br" TargetMode="External"/><Relationship Id="rId4" Type="http://schemas.openxmlformats.org/officeDocument/2006/relationships/hyperlink" Target="mailto:Armijr@gmail.com" TargetMode="Externa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jpeg"/><Relationship Id="rId4" Type="http://schemas.openxmlformats.org/officeDocument/2006/relationships/image" Target="../media/image69.jpe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m/analytics" TargetMode="External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konfide.com.br/marketing-digital/webceo-e-advanced-web-ranking-estudo-comparativo.html" TargetMode="External"/><Relationship Id="rId4" Type="http://schemas.openxmlformats.org/officeDocument/2006/relationships/hyperlink" Target="http://www.google.com/intl/pt-BR/adwordseditor" TargetMode="Externa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000364" y="3771912"/>
            <a:ext cx="4214826" cy="1371600"/>
          </a:xfrm>
        </p:spPr>
        <p:txBody>
          <a:bodyPr/>
          <a:lstStyle/>
          <a:p>
            <a:r>
              <a:rPr lang="en-US" dirty="0" smtClean="0"/>
              <a:t>Junior, </a:t>
            </a:r>
            <a:r>
              <a:rPr lang="en-US" dirty="0" err="1" smtClean="0"/>
              <a:t>Ariovaldo</a:t>
            </a:r>
            <a:r>
              <a:rPr lang="en-US" dirty="0" smtClean="0"/>
              <a:t> Miranda</a:t>
            </a:r>
          </a:p>
          <a:p>
            <a:endParaRPr lang="en-US" dirty="0" smtClean="0"/>
          </a:p>
          <a:p>
            <a:r>
              <a:rPr lang="en-US" dirty="0" err="1" smtClean="0"/>
              <a:t>Marcio</a:t>
            </a:r>
            <a:r>
              <a:rPr lang="en-US" dirty="0" smtClean="0"/>
              <a:t> Okabe</a:t>
            </a:r>
            <a:endParaRPr lang="pt-BR" dirty="0"/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5985" y="2271714"/>
            <a:ext cx="5572164" cy="12054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Espaço Reservado para Conteúdo 3" descr="logo-grande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29454" y="357166"/>
            <a:ext cx="1231392" cy="1363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lIns="82945" tIns="41473" rIns="82945" bIns="41473">
            <a:normAutofit/>
          </a:bodyPr>
          <a:lstStyle/>
          <a:p>
            <a:r>
              <a:rPr lang="pt-BR" dirty="0" smtClean="0"/>
              <a:t>O Google sabe os desejos das pessoas</a:t>
            </a:r>
            <a:endParaRPr lang="pt-BR" dirty="0"/>
          </a:p>
        </p:txBody>
      </p:sp>
      <p:grpSp>
        <p:nvGrpSpPr>
          <p:cNvPr id="3" name="Grupo 11"/>
          <p:cNvGrpSpPr/>
          <p:nvPr/>
        </p:nvGrpSpPr>
        <p:grpSpPr>
          <a:xfrm>
            <a:off x="230369" y="707095"/>
            <a:ext cx="8187220" cy="5716305"/>
            <a:chOff x="253966" y="779441"/>
            <a:chExt cx="9025841" cy="6301168"/>
          </a:xfrm>
        </p:grpSpPr>
        <p:pic>
          <p:nvPicPr>
            <p:cNvPr id="4" name="Imagem 3" descr="iStock_000008235598XSmall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68676" y="5137159"/>
              <a:ext cx="2928958" cy="1943450"/>
            </a:xfrm>
            <a:prstGeom prst="rect">
              <a:avLst/>
            </a:prstGeom>
          </p:spPr>
        </p:pic>
        <p:pic>
          <p:nvPicPr>
            <p:cNvPr id="5" name="Imagem 4" descr="Notebook - iStock_000001353824XSmall.jp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83320" y="1708135"/>
              <a:ext cx="2159000" cy="1432560"/>
            </a:xfrm>
            <a:prstGeom prst="rect">
              <a:avLst/>
            </a:prstGeom>
          </p:spPr>
        </p:pic>
        <p:pic>
          <p:nvPicPr>
            <p:cNvPr id="6" name="Imagem 5" descr="Massagem - iStock_000006308697XSmall.jp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54428" y="779441"/>
              <a:ext cx="2252674" cy="1689506"/>
            </a:xfrm>
            <a:prstGeom prst="rect">
              <a:avLst/>
            </a:prstGeom>
          </p:spPr>
        </p:pic>
        <p:pic>
          <p:nvPicPr>
            <p:cNvPr id="7" name="Imagem 6" descr="iStock_000008536015XSmall.jp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5404" y="4422779"/>
              <a:ext cx="2756161" cy="1828794"/>
            </a:xfrm>
            <a:prstGeom prst="rect">
              <a:avLst/>
            </a:prstGeom>
          </p:spPr>
        </p:pic>
        <p:pic>
          <p:nvPicPr>
            <p:cNvPr id="9" name="Imagem 8" descr="instrutor-iStock_000007419146Small.jp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3966" y="1350945"/>
              <a:ext cx="3238500" cy="2152650"/>
            </a:xfrm>
            <a:prstGeom prst="rect">
              <a:avLst/>
            </a:prstGeom>
          </p:spPr>
        </p:pic>
        <p:pic>
          <p:nvPicPr>
            <p:cNvPr id="11" name="Imagem 10" descr="computadores-iStock_000005085216XSmall.jpg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112014" y="4279903"/>
              <a:ext cx="2167793" cy="2161547"/>
            </a:xfrm>
            <a:prstGeom prst="rect">
              <a:avLst/>
            </a:prstGeom>
          </p:spPr>
        </p:pic>
      </p:grpSp>
      <p:grpSp>
        <p:nvGrpSpPr>
          <p:cNvPr id="8" name="Grupo 13"/>
          <p:cNvGrpSpPr/>
          <p:nvPr/>
        </p:nvGrpSpPr>
        <p:grpSpPr>
          <a:xfrm>
            <a:off x="1031068" y="1883718"/>
            <a:ext cx="7558560" cy="3087684"/>
            <a:chOff x="1136681" y="2076450"/>
            <a:chExt cx="8332787" cy="3403600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1136681" y="2076450"/>
              <a:ext cx="8332787" cy="3403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3" name="CaixaDeTexto 12"/>
            <p:cNvSpPr txBox="1"/>
            <p:nvPr/>
          </p:nvSpPr>
          <p:spPr>
            <a:xfrm>
              <a:off x="1396974" y="3994150"/>
              <a:ext cx="2536285" cy="4071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b="1" dirty="0" smtClean="0"/>
                <a:t>Qual o seu desejo?</a:t>
              </a:r>
              <a:endParaRPr lang="pt-BR" b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1077914" y="3175"/>
            <a:ext cx="7654925" cy="519113"/>
          </a:xfrm>
          <a:ln/>
        </p:spPr>
        <p:txBody>
          <a:bodyPr lIns="92150" tIns="46075" rIns="92150" bIns="46075">
            <a:normAutofit/>
          </a:bodyPr>
          <a:lstStyle/>
          <a:p>
            <a:pPr>
              <a:lnSpc>
                <a:spcPct val="101000"/>
              </a:lnSpc>
              <a:tabLst>
                <a:tab pos="0" algn="l"/>
                <a:tab pos="447628" algn="l"/>
                <a:tab pos="896845" algn="l"/>
                <a:tab pos="1346060" algn="l"/>
                <a:tab pos="1795277" algn="l"/>
                <a:tab pos="2244492" algn="l"/>
                <a:tab pos="2693709" algn="l"/>
                <a:tab pos="3142924" algn="l"/>
                <a:tab pos="3592140" algn="l"/>
                <a:tab pos="4041356" algn="l"/>
                <a:tab pos="4490572" algn="l"/>
                <a:tab pos="4939788" algn="l"/>
                <a:tab pos="5389004" algn="l"/>
                <a:tab pos="5838220" algn="l"/>
                <a:tab pos="6287436" algn="l"/>
                <a:tab pos="6736652" algn="l"/>
                <a:tab pos="7185868" algn="l"/>
                <a:tab pos="7635083" algn="l"/>
                <a:tab pos="8084300" algn="l"/>
                <a:tab pos="8533515" algn="l"/>
                <a:tab pos="8982732" algn="l"/>
              </a:tabLst>
            </a:pPr>
            <a:r>
              <a:rPr lang="pt-BR" dirty="0"/>
              <a:t>Mercado de massa x mercado de Nicho</a:t>
            </a: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60525" y="836613"/>
            <a:ext cx="6224588" cy="32131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20483" name="Line 3"/>
          <p:cNvSpPr>
            <a:spLocks noChangeShapeType="1"/>
          </p:cNvSpPr>
          <p:nvPr/>
        </p:nvSpPr>
        <p:spPr bwMode="auto">
          <a:xfrm>
            <a:off x="2625725" y="3419476"/>
            <a:ext cx="1588" cy="612775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lIns="91430" tIns="45715" rIns="91430" bIns="45715"/>
          <a:lstStyle/>
          <a:p>
            <a:endParaRPr lang="pt-BR"/>
          </a:p>
        </p:txBody>
      </p:sp>
      <p:sp>
        <p:nvSpPr>
          <p:cNvPr id="20484" name="Text Box 4"/>
          <p:cNvSpPr txBox="1">
            <a:spLocks noChangeArrowheads="1"/>
          </p:cNvSpPr>
          <p:nvPr/>
        </p:nvSpPr>
        <p:spPr bwMode="auto">
          <a:xfrm>
            <a:off x="3723029" y="798513"/>
            <a:ext cx="5082184" cy="485611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89991" tIns="89378" rIns="89991" bIns="46795">
            <a:spAutoFit/>
          </a:bodyPr>
          <a:lstStyle/>
          <a:p>
            <a:pPr algn="ctr">
              <a:lnSpc>
                <a:spcPct val="87000"/>
              </a:lnSpc>
              <a:tabLst>
                <a:tab pos="0" algn="l"/>
                <a:tab pos="447628" algn="l"/>
                <a:tab pos="896845" algn="l"/>
                <a:tab pos="1346060" algn="l"/>
                <a:tab pos="1795277" algn="l"/>
                <a:tab pos="2244492" algn="l"/>
                <a:tab pos="2693709" algn="l"/>
                <a:tab pos="3142924" algn="l"/>
                <a:tab pos="3592140" algn="l"/>
                <a:tab pos="4041356" algn="l"/>
                <a:tab pos="4490572" algn="l"/>
                <a:tab pos="4939788" algn="l"/>
                <a:tab pos="5389004" algn="l"/>
                <a:tab pos="5838220" algn="l"/>
                <a:tab pos="6287436" algn="l"/>
                <a:tab pos="6736652" algn="l"/>
                <a:tab pos="7185868" algn="l"/>
                <a:tab pos="7635083" algn="l"/>
                <a:tab pos="8084300" algn="l"/>
                <a:tab pos="8533515" algn="l"/>
                <a:tab pos="8982732" algn="l"/>
              </a:tabLst>
            </a:pPr>
            <a:r>
              <a:rPr lang="en-GB" sz="2600" dirty="0">
                <a:solidFill>
                  <a:srgbClr val="000000"/>
                </a:solidFill>
              </a:rPr>
              <a:t>A </a:t>
            </a:r>
            <a:r>
              <a:rPr lang="en-GB" sz="2600" dirty="0" err="1">
                <a:solidFill>
                  <a:srgbClr val="000000"/>
                </a:solidFill>
              </a:rPr>
              <a:t>Cauda</a:t>
            </a:r>
            <a:r>
              <a:rPr lang="en-GB" sz="2600" dirty="0">
                <a:solidFill>
                  <a:srgbClr val="000000"/>
                </a:solidFill>
              </a:rPr>
              <a:t> Longa (Chris Anderson)</a:t>
            </a:r>
            <a:r>
              <a:rPr lang="ar-SA" sz="2600" dirty="0">
                <a:solidFill>
                  <a:srgbClr val="000000"/>
                </a:solidFill>
                <a:cs typeface="Arial" charset="0"/>
              </a:rPr>
              <a:t>‏</a:t>
            </a:r>
            <a:endParaRPr lang="en-GB" sz="2600" dirty="0">
              <a:solidFill>
                <a:srgbClr val="000000"/>
              </a:solidFill>
            </a:endParaRPr>
          </a:p>
        </p:txBody>
      </p:sp>
      <p:sp>
        <p:nvSpPr>
          <p:cNvPr id="20485" name="AutoShape 5"/>
          <p:cNvSpPr>
            <a:spLocks noChangeArrowheads="1"/>
          </p:cNvSpPr>
          <p:nvPr/>
        </p:nvSpPr>
        <p:spPr bwMode="auto">
          <a:xfrm>
            <a:off x="1979614" y="1476375"/>
            <a:ext cx="3671887" cy="863600"/>
          </a:xfrm>
          <a:prstGeom prst="leftArrowCallout">
            <a:avLst>
              <a:gd name="adj1" fmla="val 29407"/>
              <a:gd name="adj2" fmla="val 50000"/>
              <a:gd name="adj3" fmla="val 35668"/>
              <a:gd name="adj4" fmla="val 85343"/>
            </a:avLst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89991" tIns="89378" rIns="89991" bIns="46795" anchor="ctr"/>
          <a:lstStyle/>
          <a:p>
            <a:pPr algn="ctr">
              <a:lnSpc>
                <a:spcPct val="87000"/>
              </a:lnSpc>
              <a:tabLst>
                <a:tab pos="0" algn="l"/>
                <a:tab pos="447628" algn="l"/>
                <a:tab pos="896845" algn="l"/>
                <a:tab pos="1346060" algn="l"/>
                <a:tab pos="1795277" algn="l"/>
                <a:tab pos="2244492" algn="l"/>
                <a:tab pos="2693709" algn="l"/>
                <a:tab pos="3142924" algn="l"/>
                <a:tab pos="3592140" algn="l"/>
                <a:tab pos="4041356" algn="l"/>
                <a:tab pos="4490572" algn="l"/>
                <a:tab pos="4939788" algn="l"/>
                <a:tab pos="5389004" algn="l"/>
                <a:tab pos="5838220" algn="l"/>
                <a:tab pos="6287436" algn="l"/>
                <a:tab pos="6736652" algn="l"/>
                <a:tab pos="7185868" algn="l"/>
                <a:tab pos="7635083" algn="l"/>
                <a:tab pos="8084300" algn="l"/>
                <a:tab pos="8533515" algn="l"/>
                <a:tab pos="8982732" algn="l"/>
              </a:tabLst>
            </a:pPr>
            <a:r>
              <a:rPr lang="en-GB" dirty="0" err="1">
                <a:solidFill>
                  <a:srgbClr val="000000"/>
                </a:solidFill>
              </a:rPr>
              <a:t>Câmeras</a:t>
            </a:r>
            <a:r>
              <a:rPr lang="en-GB" dirty="0">
                <a:solidFill>
                  <a:srgbClr val="000000"/>
                </a:solidFill>
              </a:rPr>
              <a:t> </a:t>
            </a:r>
            <a:r>
              <a:rPr lang="en-GB" dirty="0" err="1">
                <a:solidFill>
                  <a:srgbClr val="000000"/>
                </a:solidFill>
              </a:rPr>
              <a:t>Digitais</a:t>
            </a:r>
            <a:endParaRPr lang="en-GB" dirty="0">
              <a:solidFill>
                <a:srgbClr val="000000"/>
              </a:solidFill>
            </a:endParaRPr>
          </a:p>
          <a:p>
            <a:pPr algn="ctr">
              <a:lnSpc>
                <a:spcPct val="87000"/>
              </a:lnSpc>
              <a:tabLst>
                <a:tab pos="0" algn="l"/>
                <a:tab pos="447628" algn="l"/>
                <a:tab pos="896845" algn="l"/>
                <a:tab pos="1346060" algn="l"/>
                <a:tab pos="1795277" algn="l"/>
                <a:tab pos="2244492" algn="l"/>
                <a:tab pos="2693709" algn="l"/>
                <a:tab pos="3142924" algn="l"/>
                <a:tab pos="3592140" algn="l"/>
                <a:tab pos="4041356" algn="l"/>
                <a:tab pos="4490572" algn="l"/>
                <a:tab pos="4939788" algn="l"/>
                <a:tab pos="5389004" algn="l"/>
                <a:tab pos="5838220" algn="l"/>
                <a:tab pos="6287436" algn="l"/>
                <a:tab pos="6736652" algn="l"/>
                <a:tab pos="7185868" algn="l"/>
                <a:tab pos="7635083" algn="l"/>
                <a:tab pos="8084300" algn="l"/>
                <a:tab pos="8533515" algn="l"/>
                <a:tab pos="8982732" algn="l"/>
              </a:tabLst>
            </a:pPr>
            <a:r>
              <a:rPr lang="en-GB" dirty="0" err="1">
                <a:solidFill>
                  <a:srgbClr val="000000"/>
                </a:solidFill>
              </a:rPr>
              <a:t>Celulares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20486" name="AutoShape 6"/>
          <p:cNvSpPr>
            <a:spLocks noChangeArrowheads="1"/>
          </p:cNvSpPr>
          <p:nvPr/>
        </p:nvSpPr>
        <p:spPr bwMode="auto">
          <a:xfrm>
            <a:off x="3946526" y="1760538"/>
            <a:ext cx="3405188" cy="1657350"/>
          </a:xfrm>
          <a:prstGeom prst="downArrowCallout">
            <a:avLst>
              <a:gd name="adj1" fmla="val 27908"/>
              <a:gd name="adj2" fmla="val 31666"/>
              <a:gd name="adj3" fmla="val 15426"/>
              <a:gd name="adj4" fmla="val 58282"/>
            </a:avLst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6110" tIns="89378" rIns="96110" bIns="46795" anchor="ctr"/>
          <a:lstStyle/>
          <a:p>
            <a:pPr algn="ctr">
              <a:lnSpc>
                <a:spcPct val="87000"/>
              </a:lnSpc>
              <a:tabLst>
                <a:tab pos="0" algn="l"/>
                <a:tab pos="447628" algn="l"/>
                <a:tab pos="896845" algn="l"/>
                <a:tab pos="1346060" algn="l"/>
                <a:tab pos="1795277" algn="l"/>
                <a:tab pos="2244492" algn="l"/>
                <a:tab pos="2693709" algn="l"/>
                <a:tab pos="3142924" algn="l"/>
                <a:tab pos="3592140" algn="l"/>
                <a:tab pos="4041356" algn="l"/>
                <a:tab pos="4490572" algn="l"/>
                <a:tab pos="4939788" algn="l"/>
                <a:tab pos="5389004" algn="l"/>
                <a:tab pos="5838220" algn="l"/>
                <a:tab pos="6287436" algn="l"/>
                <a:tab pos="6736652" algn="l"/>
                <a:tab pos="7185868" algn="l"/>
                <a:tab pos="7635083" algn="l"/>
                <a:tab pos="8084300" algn="l"/>
                <a:tab pos="8533515" algn="l"/>
                <a:tab pos="8982732" algn="l"/>
              </a:tabLst>
            </a:pPr>
            <a:r>
              <a:rPr lang="en-GB" dirty="0" err="1" smtClean="0">
                <a:solidFill>
                  <a:srgbClr val="000000"/>
                </a:solidFill>
              </a:rPr>
              <a:t>bicicleta</a:t>
            </a:r>
            <a:r>
              <a:rPr lang="en-GB" dirty="0" smtClean="0">
                <a:solidFill>
                  <a:srgbClr val="000000"/>
                </a:solidFill>
              </a:rPr>
              <a:t> </a:t>
            </a:r>
            <a:r>
              <a:rPr lang="en-GB" dirty="0" err="1" smtClean="0">
                <a:solidFill>
                  <a:srgbClr val="000000"/>
                </a:solidFill>
              </a:rPr>
              <a:t>infantil</a:t>
            </a:r>
            <a:endParaRPr lang="en-GB" dirty="0" smtClean="0">
              <a:solidFill>
                <a:srgbClr val="000000"/>
              </a:solidFill>
            </a:endParaRPr>
          </a:p>
          <a:p>
            <a:pPr algn="ctr">
              <a:lnSpc>
                <a:spcPct val="87000"/>
              </a:lnSpc>
              <a:tabLst>
                <a:tab pos="0" algn="l"/>
                <a:tab pos="447628" algn="l"/>
                <a:tab pos="896845" algn="l"/>
                <a:tab pos="1346060" algn="l"/>
                <a:tab pos="1795277" algn="l"/>
                <a:tab pos="2244492" algn="l"/>
                <a:tab pos="2693709" algn="l"/>
                <a:tab pos="3142924" algn="l"/>
                <a:tab pos="3592140" algn="l"/>
                <a:tab pos="4041356" algn="l"/>
                <a:tab pos="4490572" algn="l"/>
                <a:tab pos="4939788" algn="l"/>
                <a:tab pos="5389004" algn="l"/>
                <a:tab pos="5838220" algn="l"/>
                <a:tab pos="6287436" algn="l"/>
                <a:tab pos="6736652" algn="l"/>
                <a:tab pos="7185868" algn="l"/>
                <a:tab pos="7635083" algn="l"/>
                <a:tab pos="8084300" algn="l"/>
                <a:tab pos="8533515" algn="l"/>
                <a:tab pos="8982732" algn="l"/>
              </a:tabLst>
            </a:pPr>
            <a:r>
              <a:rPr lang="en-GB" dirty="0" smtClean="0">
                <a:solidFill>
                  <a:srgbClr val="000000"/>
                </a:solidFill>
              </a:rPr>
              <a:t>nova lei </a:t>
            </a:r>
            <a:r>
              <a:rPr lang="en-GB" dirty="0" err="1" smtClean="0">
                <a:solidFill>
                  <a:srgbClr val="000000"/>
                </a:solidFill>
              </a:rPr>
              <a:t>estagiario</a:t>
            </a:r>
            <a:endParaRPr lang="en-GB" dirty="0" smtClean="0">
              <a:solidFill>
                <a:srgbClr val="000000"/>
              </a:solidFill>
            </a:endParaRPr>
          </a:p>
          <a:p>
            <a:pPr algn="ctr">
              <a:lnSpc>
                <a:spcPct val="87000"/>
              </a:lnSpc>
              <a:tabLst>
                <a:tab pos="0" algn="l"/>
                <a:tab pos="447628" algn="l"/>
                <a:tab pos="896845" algn="l"/>
                <a:tab pos="1346060" algn="l"/>
                <a:tab pos="1795277" algn="l"/>
                <a:tab pos="2244492" algn="l"/>
                <a:tab pos="2693709" algn="l"/>
                <a:tab pos="3142924" algn="l"/>
                <a:tab pos="3592140" algn="l"/>
                <a:tab pos="4041356" algn="l"/>
                <a:tab pos="4490572" algn="l"/>
                <a:tab pos="4939788" algn="l"/>
                <a:tab pos="5389004" algn="l"/>
                <a:tab pos="5838220" algn="l"/>
                <a:tab pos="6287436" algn="l"/>
                <a:tab pos="6736652" algn="l"/>
                <a:tab pos="7185868" algn="l"/>
                <a:tab pos="7635083" algn="l"/>
                <a:tab pos="8084300" algn="l"/>
                <a:tab pos="8533515" algn="l"/>
                <a:tab pos="8982732" algn="l"/>
              </a:tabLst>
            </a:pPr>
            <a:r>
              <a:rPr lang="en-GB" dirty="0" err="1" smtClean="0">
                <a:solidFill>
                  <a:srgbClr val="000000"/>
                </a:solidFill>
              </a:rPr>
              <a:t>aula</a:t>
            </a:r>
            <a:r>
              <a:rPr lang="en-GB" dirty="0" smtClean="0">
                <a:solidFill>
                  <a:srgbClr val="000000"/>
                </a:solidFill>
              </a:rPr>
              <a:t> ingles online</a:t>
            </a:r>
            <a:endParaRPr lang="en-GB" dirty="0">
              <a:solidFill>
                <a:srgbClr val="000000"/>
              </a:solidFill>
            </a:endParaRP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455614" y="4129088"/>
            <a:ext cx="7823200" cy="1428750"/>
            <a:chOff x="287" y="2601"/>
            <a:chExt cx="4928" cy="900"/>
          </a:xfrm>
        </p:grpSpPr>
        <p:sp>
          <p:nvSpPr>
            <p:cNvPr id="20488" name="AutoShape 8"/>
            <p:cNvSpPr>
              <a:spLocks noChangeArrowheads="1"/>
            </p:cNvSpPr>
            <p:nvPr/>
          </p:nvSpPr>
          <p:spPr bwMode="auto">
            <a:xfrm flipH="1">
              <a:off x="287" y="2612"/>
              <a:ext cx="1361" cy="879"/>
            </a:xfrm>
            <a:prstGeom prst="rightArrow">
              <a:avLst>
                <a:gd name="adj1" fmla="val 50352"/>
                <a:gd name="adj2" fmla="val 38372"/>
              </a:avLst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0000" tIns="86112" rIns="90000" bIns="46800" anchor="ctr"/>
            <a:lstStyle/>
            <a:p>
              <a:pPr algn="ctr">
                <a:lnSpc>
                  <a:spcPct val="87000"/>
                </a:lnSpc>
                <a:tabLst>
                  <a:tab pos="0" algn="l"/>
                  <a:tab pos="447628" algn="l"/>
                  <a:tab pos="896845" algn="l"/>
                  <a:tab pos="1346060" algn="l"/>
                  <a:tab pos="1795277" algn="l"/>
                  <a:tab pos="2244492" algn="l"/>
                  <a:tab pos="2693709" algn="l"/>
                  <a:tab pos="3142924" algn="l"/>
                  <a:tab pos="3592140" algn="l"/>
                  <a:tab pos="4041356" algn="l"/>
                  <a:tab pos="4490572" algn="l"/>
                  <a:tab pos="4939788" algn="l"/>
                  <a:tab pos="5389004" algn="l"/>
                  <a:tab pos="5838220" algn="l"/>
                  <a:tab pos="6287436" algn="l"/>
                  <a:tab pos="6736652" algn="l"/>
                  <a:tab pos="7185868" algn="l"/>
                  <a:tab pos="7635083" algn="l"/>
                  <a:tab pos="8084300" algn="l"/>
                  <a:tab pos="8533515" algn="l"/>
                  <a:tab pos="8982732" algn="l"/>
                </a:tabLst>
              </a:pPr>
              <a:r>
                <a:rPr lang="en-GB" b="1" dirty="0" smtClean="0">
                  <a:solidFill>
                    <a:srgbClr val="000000"/>
                  </a:solidFill>
                </a:rPr>
                <a:t>MKT de Massa</a:t>
              </a:r>
              <a:endParaRPr lang="en-GB" b="1" dirty="0">
                <a:solidFill>
                  <a:srgbClr val="000000"/>
                </a:solidFill>
              </a:endParaRPr>
            </a:p>
          </p:txBody>
        </p:sp>
        <p:sp>
          <p:nvSpPr>
            <p:cNvPr id="20489" name="AutoShape 9"/>
            <p:cNvSpPr>
              <a:spLocks noChangeArrowheads="1"/>
            </p:cNvSpPr>
            <p:nvPr/>
          </p:nvSpPr>
          <p:spPr bwMode="auto">
            <a:xfrm>
              <a:off x="1655" y="2601"/>
              <a:ext cx="3561" cy="901"/>
            </a:xfrm>
            <a:prstGeom prst="rightArrow">
              <a:avLst>
                <a:gd name="adj1" fmla="val 49259"/>
                <a:gd name="adj2" fmla="val 32862"/>
              </a:avLst>
            </a:prstGeom>
            <a:solidFill>
              <a:srgbClr val="FFFF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0000" tIns="86112" rIns="90000" bIns="46800" anchor="ctr"/>
            <a:lstStyle/>
            <a:p>
              <a:pPr algn="ctr">
                <a:lnSpc>
                  <a:spcPct val="87000"/>
                </a:lnSpc>
                <a:tabLst>
                  <a:tab pos="0" algn="l"/>
                  <a:tab pos="447628" algn="l"/>
                  <a:tab pos="896845" algn="l"/>
                  <a:tab pos="1346060" algn="l"/>
                  <a:tab pos="1795277" algn="l"/>
                  <a:tab pos="2244492" algn="l"/>
                  <a:tab pos="2693709" algn="l"/>
                  <a:tab pos="3142924" algn="l"/>
                  <a:tab pos="3592140" algn="l"/>
                  <a:tab pos="4041356" algn="l"/>
                  <a:tab pos="4490572" algn="l"/>
                  <a:tab pos="4939788" algn="l"/>
                  <a:tab pos="5389004" algn="l"/>
                  <a:tab pos="5838220" algn="l"/>
                  <a:tab pos="6287436" algn="l"/>
                  <a:tab pos="6736652" algn="l"/>
                  <a:tab pos="7185868" algn="l"/>
                  <a:tab pos="7635083" algn="l"/>
                  <a:tab pos="8084300" algn="l"/>
                  <a:tab pos="8533515" algn="l"/>
                  <a:tab pos="8982732" algn="l"/>
                </a:tabLst>
              </a:pPr>
              <a:r>
                <a:rPr lang="en-GB" b="1" dirty="0" smtClean="0">
                  <a:solidFill>
                    <a:srgbClr val="000000"/>
                  </a:solidFill>
                </a:rPr>
                <a:t>Mercado de </a:t>
              </a:r>
              <a:r>
                <a:rPr lang="en-GB" b="1" dirty="0" err="1" smtClean="0">
                  <a:solidFill>
                    <a:srgbClr val="000000"/>
                  </a:solidFill>
                </a:rPr>
                <a:t>Nichos</a:t>
              </a:r>
              <a:endParaRPr lang="en-GB" b="1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3786182" y="1778007"/>
            <a:ext cx="3592513" cy="2438401"/>
            <a:chOff x="2378" y="1132"/>
            <a:chExt cx="2263" cy="1536"/>
          </a:xfrm>
        </p:grpSpPr>
        <p:grpSp>
          <p:nvGrpSpPr>
            <p:cNvPr id="4" name="Group 11"/>
            <p:cNvGrpSpPr>
              <a:grpSpLocks/>
            </p:cNvGrpSpPr>
            <p:nvPr/>
          </p:nvGrpSpPr>
          <p:grpSpPr bwMode="auto">
            <a:xfrm>
              <a:off x="2378" y="2281"/>
              <a:ext cx="2263" cy="387"/>
              <a:chOff x="2378" y="2281"/>
              <a:chExt cx="2263" cy="387"/>
            </a:xfrm>
          </p:grpSpPr>
          <p:sp>
            <p:nvSpPr>
              <p:cNvPr id="20492" name="Oval 12"/>
              <p:cNvSpPr>
                <a:spLocks noChangeArrowheads="1"/>
              </p:cNvSpPr>
              <p:nvPr/>
            </p:nvSpPr>
            <p:spPr bwMode="auto">
              <a:xfrm>
                <a:off x="2378" y="2281"/>
                <a:ext cx="459" cy="387"/>
              </a:xfrm>
              <a:prstGeom prst="ellipse">
                <a:avLst/>
              </a:prstGeom>
              <a:solidFill>
                <a:srgbClr val="99CCFF"/>
              </a:solidFill>
              <a:ln w="936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493" name="Oval 13"/>
              <p:cNvSpPr>
                <a:spLocks noChangeArrowheads="1"/>
              </p:cNvSpPr>
              <p:nvPr/>
            </p:nvSpPr>
            <p:spPr bwMode="auto">
              <a:xfrm>
                <a:off x="3411" y="2351"/>
                <a:ext cx="252" cy="291"/>
              </a:xfrm>
              <a:prstGeom prst="ellipse">
                <a:avLst/>
              </a:prstGeom>
              <a:solidFill>
                <a:srgbClr val="99CCFF"/>
              </a:solidFill>
              <a:ln w="936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494" name="Oval 14"/>
              <p:cNvSpPr>
                <a:spLocks noChangeArrowheads="1"/>
              </p:cNvSpPr>
              <p:nvPr/>
            </p:nvSpPr>
            <p:spPr bwMode="auto">
              <a:xfrm>
                <a:off x="4329" y="2403"/>
                <a:ext cx="313" cy="266"/>
              </a:xfrm>
              <a:prstGeom prst="ellipse">
                <a:avLst/>
              </a:prstGeom>
              <a:solidFill>
                <a:srgbClr val="99CCFF"/>
              </a:solidFill>
              <a:ln w="936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sp>
          <p:nvSpPr>
            <p:cNvPr id="20495" name="AutoShape 15"/>
            <p:cNvSpPr>
              <a:spLocks noChangeArrowheads="1"/>
            </p:cNvSpPr>
            <p:nvPr/>
          </p:nvSpPr>
          <p:spPr bwMode="auto">
            <a:xfrm>
              <a:off x="2485" y="1132"/>
              <a:ext cx="2143" cy="1033"/>
            </a:xfrm>
            <a:prstGeom prst="downArrowCallout">
              <a:avLst>
                <a:gd name="adj1" fmla="val 28179"/>
                <a:gd name="adj2" fmla="val 31973"/>
                <a:gd name="adj3" fmla="val 15426"/>
                <a:gd name="adj4" fmla="val 58282"/>
              </a:avLst>
            </a:prstGeom>
            <a:solidFill>
              <a:srgbClr val="FFFF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6120" tIns="89388" rIns="96120" bIns="46800" anchor="ctr"/>
            <a:lstStyle/>
            <a:p>
              <a:pPr algn="ctr">
                <a:lnSpc>
                  <a:spcPct val="87000"/>
                </a:lnSpc>
                <a:tabLst>
                  <a:tab pos="0" algn="l"/>
                  <a:tab pos="447628" algn="l"/>
                  <a:tab pos="896845" algn="l"/>
                  <a:tab pos="1346060" algn="l"/>
                  <a:tab pos="1795277" algn="l"/>
                  <a:tab pos="2244492" algn="l"/>
                  <a:tab pos="2693709" algn="l"/>
                  <a:tab pos="3142924" algn="l"/>
                  <a:tab pos="3592140" algn="l"/>
                  <a:tab pos="4041356" algn="l"/>
                  <a:tab pos="4490572" algn="l"/>
                  <a:tab pos="4939788" algn="l"/>
                  <a:tab pos="5389004" algn="l"/>
                  <a:tab pos="5838220" algn="l"/>
                  <a:tab pos="6287436" algn="l"/>
                  <a:tab pos="6736652" algn="l"/>
                  <a:tab pos="7185868" algn="l"/>
                  <a:tab pos="7635083" algn="l"/>
                  <a:tab pos="8084300" algn="l"/>
                  <a:tab pos="8533515" algn="l"/>
                  <a:tab pos="8982732" algn="l"/>
                </a:tabLst>
              </a:pPr>
              <a:r>
                <a:rPr lang="en-GB" sz="2600" dirty="0">
                  <a:solidFill>
                    <a:srgbClr val="000000"/>
                  </a:solidFill>
                </a:rPr>
                <a:t>QUAL É O SEU </a:t>
              </a:r>
            </a:p>
            <a:p>
              <a:pPr algn="ctr">
                <a:lnSpc>
                  <a:spcPct val="87000"/>
                </a:lnSpc>
                <a:tabLst>
                  <a:tab pos="0" algn="l"/>
                  <a:tab pos="447628" algn="l"/>
                  <a:tab pos="896845" algn="l"/>
                  <a:tab pos="1346060" algn="l"/>
                  <a:tab pos="1795277" algn="l"/>
                  <a:tab pos="2244492" algn="l"/>
                  <a:tab pos="2693709" algn="l"/>
                  <a:tab pos="3142924" algn="l"/>
                  <a:tab pos="3592140" algn="l"/>
                  <a:tab pos="4041356" algn="l"/>
                  <a:tab pos="4490572" algn="l"/>
                  <a:tab pos="4939788" algn="l"/>
                  <a:tab pos="5389004" algn="l"/>
                  <a:tab pos="5838220" algn="l"/>
                  <a:tab pos="6287436" algn="l"/>
                  <a:tab pos="6736652" algn="l"/>
                  <a:tab pos="7185868" algn="l"/>
                  <a:tab pos="7635083" algn="l"/>
                  <a:tab pos="8084300" algn="l"/>
                  <a:tab pos="8533515" algn="l"/>
                  <a:tab pos="8982732" algn="l"/>
                </a:tabLst>
              </a:pPr>
              <a:r>
                <a:rPr lang="en-GB" sz="2600" dirty="0">
                  <a:solidFill>
                    <a:srgbClr val="000000"/>
                  </a:solidFill>
                </a:rPr>
                <a:t>NICHO?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7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2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7" dur="5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ço Reservado para Número de Slide 2"/>
          <p:cNvSpPr>
            <a:spLocks noGrp="1"/>
          </p:cNvSpPr>
          <p:nvPr>
            <p:ph type="sldNum" sz="quarter" idx="4294967295"/>
          </p:nvPr>
        </p:nvSpPr>
        <p:spPr>
          <a:xfrm>
            <a:off x="456481" y="6247376"/>
            <a:ext cx="2128320" cy="470930"/>
          </a:xfrm>
          <a:prstGeom prst="rect">
            <a:avLst/>
          </a:prstGeom>
          <a:noFill/>
        </p:spPr>
        <p:txBody>
          <a:bodyPr lIns="82945" tIns="41473" rIns="82945" bIns="41473"/>
          <a:lstStyle/>
          <a:p>
            <a:pPr algn="l">
              <a:buFont typeface="Wingdings" pitchFamily="2" charset="2"/>
              <a:buNone/>
            </a:pPr>
            <a:fld id="{2B58D718-D83D-4793-844F-A0A9CC09EC9A}" type="slidenum">
              <a:rPr lang="es-ES" smtClean="0"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pPr algn="l">
                <a:buFont typeface="Wingdings" pitchFamily="2" charset="2"/>
                <a:buNone/>
              </a:pPr>
              <a:t>4</a:t>
            </a:fld>
            <a:endParaRPr lang="es-ES" smtClean="0"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2291" name="Título 3"/>
          <p:cNvSpPr>
            <a:spLocks noGrp="1"/>
          </p:cNvSpPr>
          <p:nvPr>
            <p:ph type="title"/>
          </p:nvPr>
        </p:nvSpPr>
        <p:spPr>
          <a:xfrm>
            <a:off x="360000" y="11521"/>
            <a:ext cx="8556480" cy="542937"/>
          </a:xfrm>
        </p:spPr>
        <p:txBody>
          <a:bodyPr lIns="82945" tIns="41473" rIns="82945" bIns="41473"/>
          <a:lstStyle/>
          <a:p>
            <a:pPr>
              <a:defRPr/>
            </a:pPr>
            <a:r>
              <a:rPr lang="en-US" dirty="0" err="1" smtClean="0"/>
              <a:t>Cauda</a:t>
            </a:r>
            <a:r>
              <a:rPr lang="en-US" dirty="0" smtClean="0"/>
              <a:t> </a:t>
            </a:r>
            <a:r>
              <a:rPr lang="en-US" dirty="0" err="1" smtClean="0"/>
              <a:t>longa</a:t>
            </a:r>
            <a:r>
              <a:rPr lang="en-US" dirty="0" smtClean="0"/>
              <a:t> </a:t>
            </a:r>
            <a:r>
              <a:rPr lang="en-US" dirty="0" err="1" smtClean="0"/>
              <a:t>para</a:t>
            </a:r>
            <a:r>
              <a:rPr lang="en-US" dirty="0" smtClean="0"/>
              <a:t> BUSCA</a:t>
            </a:r>
            <a:endParaRPr dirty="0" smtClean="0"/>
          </a:p>
        </p:txBody>
      </p:sp>
      <p:graphicFrame>
        <p:nvGraphicFramePr>
          <p:cNvPr id="23" name="Gráfico 22"/>
          <p:cNvGraphicFramePr/>
          <p:nvPr/>
        </p:nvGraphicFramePr>
        <p:xfrm>
          <a:off x="683972" y="966324"/>
          <a:ext cx="7823551" cy="47222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1785580" y="3493807"/>
            <a:ext cx="6739247" cy="2203447"/>
          </a:xfrm>
          <a:prstGeom prst="rect">
            <a:avLst/>
          </a:prstGeom>
          <a:solidFill>
            <a:srgbClr val="FFFF66">
              <a:alpha val="32000"/>
            </a:srgbClr>
          </a:solidFill>
          <a:ln w="12600">
            <a:solidFill>
              <a:srgbClr val="868686"/>
            </a:solidFill>
            <a:miter lim="800000"/>
            <a:headEnd/>
            <a:tailEnd/>
          </a:ln>
          <a:effectLst/>
        </p:spPr>
        <p:txBody>
          <a:bodyPr wrap="square" lIns="89991" tIns="89378" rIns="89991" bIns="46795">
            <a:noAutofit/>
          </a:bodyPr>
          <a:lstStyle/>
          <a:p>
            <a:pPr algn="ctr">
              <a:lnSpc>
                <a:spcPct val="87000"/>
              </a:lnSpc>
              <a:tabLst>
                <a:tab pos="0" algn="l"/>
                <a:tab pos="447628" algn="l"/>
                <a:tab pos="896845" algn="l"/>
                <a:tab pos="1346060" algn="l"/>
                <a:tab pos="1795277" algn="l"/>
                <a:tab pos="2244492" algn="l"/>
                <a:tab pos="2693709" algn="l"/>
                <a:tab pos="3142924" algn="l"/>
                <a:tab pos="3592140" algn="l"/>
                <a:tab pos="4041356" algn="l"/>
                <a:tab pos="4490572" algn="l"/>
                <a:tab pos="4939788" algn="l"/>
                <a:tab pos="5389004" algn="l"/>
                <a:tab pos="5838220" algn="l"/>
                <a:tab pos="6287436" algn="l"/>
                <a:tab pos="6736652" algn="l"/>
                <a:tab pos="7185868" algn="l"/>
                <a:tab pos="7635083" algn="l"/>
                <a:tab pos="8084300" algn="l"/>
                <a:tab pos="8533515" algn="l"/>
                <a:tab pos="8982732" algn="l"/>
                <a:tab pos="9409725" algn="l"/>
                <a:tab pos="10133550" algn="l"/>
                <a:tab pos="10857375" algn="l"/>
                <a:tab pos="11581200" algn="l"/>
                <a:tab pos="12305024" algn="l"/>
                <a:tab pos="13028849" algn="l"/>
                <a:tab pos="13752674" algn="l"/>
                <a:tab pos="14476499" algn="l"/>
                <a:tab pos="15200324" algn="l"/>
                <a:tab pos="15924149" algn="l"/>
                <a:tab pos="16647974" algn="l"/>
              </a:tabLst>
            </a:pPr>
            <a:r>
              <a:rPr lang="pt-BR" sz="2900" i="1" dirty="0" smtClean="0"/>
              <a:t>Foque nos NICHOS de palavras</a:t>
            </a:r>
            <a:endParaRPr lang="en-GB" sz="26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1079502" y="2"/>
            <a:ext cx="7761288" cy="519113"/>
          </a:xfrm>
          <a:ln/>
        </p:spPr>
        <p:txBody>
          <a:bodyPr lIns="92140" tIns="46070" rIns="92140" bIns="46070"/>
          <a:lstStyle/>
          <a:p>
            <a:pPr>
              <a:lnSpc>
                <a:spcPct val="101000"/>
              </a:lnSpc>
              <a:tabLst>
                <a:tab pos="0" algn="l"/>
                <a:tab pos="447581" algn="l"/>
                <a:tab pos="896752" algn="l"/>
                <a:tab pos="1345921" algn="l"/>
                <a:tab pos="1795091" algn="l"/>
                <a:tab pos="2244260" algn="l"/>
                <a:tab pos="2693429" algn="l"/>
                <a:tab pos="3142598" algn="l"/>
                <a:tab pos="3591768" algn="l"/>
                <a:tab pos="4040937" algn="l"/>
                <a:tab pos="4490107" algn="l"/>
                <a:tab pos="4939276" algn="l"/>
                <a:tab pos="5388445" algn="l"/>
                <a:tab pos="5837615" algn="l"/>
                <a:tab pos="6286784" algn="l"/>
                <a:tab pos="6735953" algn="l"/>
                <a:tab pos="7185123" algn="l"/>
                <a:tab pos="7634291" algn="l"/>
                <a:tab pos="8083462" algn="l"/>
                <a:tab pos="8532631" algn="l"/>
                <a:tab pos="8981800" algn="l"/>
              </a:tabLst>
            </a:pPr>
            <a:r>
              <a:rPr lang="en-GB" dirty="0" err="1"/>
              <a:t>Ciclo</a:t>
            </a:r>
            <a:r>
              <a:rPr lang="en-GB" dirty="0"/>
              <a:t> de Vida do </a:t>
            </a:r>
            <a:r>
              <a:rPr lang="en-GB" dirty="0" err="1"/>
              <a:t>Produto</a:t>
            </a:r>
            <a:r>
              <a:rPr lang="en-GB" dirty="0"/>
              <a:t> / Mercado</a:t>
            </a:r>
          </a:p>
        </p:txBody>
      </p:sp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755652" y="915990"/>
            <a:ext cx="1439863" cy="4421187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420" tIns="45711" rIns="91420" bIns="45711" anchor="ctr"/>
          <a:lstStyle/>
          <a:p>
            <a:endParaRPr lang="pt-BR"/>
          </a:p>
        </p:txBody>
      </p:sp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2198688" y="915990"/>
            <a:ext cx="1439862" cy="4421187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420" tIns="45711" rIns="91420" bIns="45711" anchor="ctr"/>
          <a:lstStyle/>
          <a:p>
            <a:endParaRPr lang="pt-BR"/>
          </a:p>
        </p:txBody>
      </p:sp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3638552" y="915990"/>
            <a:ext cx="1439863" cy="4421187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420" tIns="45711" rIns="91420" bIns="45711" anchor="ctr"/>
          <a:lstStyle/>
          <a:p>
            <a:endParaRPr lang="pt-BR"/>
          </a:p>
        </p:txBody>
      </p:sp>
      <p:sp>
        <p:nvSpPr>
          <p:cNvPr id="21509" name="Rectangle 5"/>
          <p:cNvSpPr>
            <a:spLocks noChangeArrowheads="1"/>
          </p:cNvSpPr>
          <p:nvPr/>
        </p:nvSpPr>
        <p:spPr bwMode="auto">
          <a:xfrm>
            <a:off x="5078413" y="915990"/>
            <a:ext cx="1439862" cy="4421187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420" tIns="45711" rIns="91420" bIns="45711" anchor="ctr"/>
          <a:lstStyle/>
          <a:p>
            <a:endParaRPr lang="pt-BR"/>
          </a:p>
        </p:txBody>
      </p:sp>
      <p:sp>
        <p:nvSpPr>
          <p:cNvPr id="21510" name="Rectangle 6"/>
          <p:cNvSpPr>
            <a:spLocks noChangeArrowheads="1"/>
          </p:cNvSpPr>
          <p:nvPr/>
        </p:nvSpPr>
        <p:spPr bwMode="auto">
          <a:xfrm>
            <a:off x="6516688" y="915990"/>
            <a:ext cx="1439862" cy="4421187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420" tIns="45711" rIns="91420" bIns="45711" anchor="ctr"/>
          <a:lstStyle/>
          <a:p>
            <a:endParaRPr lang="pt-BR"/>
          </a:p>
        </p:txBody>
      </p:sp>
      <p:sp>
        <p:nvSpPr>
          <p:cNvPr id="21511" name="Line 7"/>
          <p:cNvSpPr>
            <a:spLocks noChangeShapeType="1"/>
          </p:cNvSpPr>
          <p:nvPr/>
        </p:nvSpPr>
        <p:spPr bwMode="auto">
          <a:xfrm flipV="1">
            <a:off x="752475" y="658813"/>
            <a:ext cx="1588" cy="4730750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 lIns="91420" tIns="45711" rIns="91420" bIns="45711"/>
          <a:lstStyle/>
          <a:p>
            <a:endParaRPr lang="pt-BR"/>
          </a:p>
        </p:txBody>
      </p:sp>
      <p:sp>
        <p:nvSpPr>
          <p:cNvPr id="21512" name="Line 8"/>
          <p:cNvSpPr>
            <a:spLocks noChangeShapeType="1"/>
          </p:cNvSpPr>
          <p:nvPr/>
        </p:nvSpPr>
        <p:spPr bwMode="auto">
          <a:xfrm>
            <a:off x="752475" y="4219575"/>
            <a:ext cx="7450138" cy="1588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 lIns="91420" tIns="45711" rIns="91420" bIns="45711"/>
          <a:lstStyle/>
          <a:p>
            <a:endParaRPr lang="pt-BR"/>
          </a:p>
        </p:txBody>
      </p:sp>
      <p:sp>
        <p:nvSpPr>
          <p:cNvPr id="21513" name="Text Box 9"/>
          <p:cNvSpPr txBox="1">
            <a:spLocks noChangeArrowheads="1"/>
          </p:cNvSpPr>
          <p:nvPr/>
        </p:nvSpPr>
        <p:spPr bwMode="auto">
          <a:xfrm>
            <a:off x="782638" y="592137"/>
            <a:ext cx="380494" cy="32240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89982" tIns="59135" rIns="89982" bIns="46790">
            <a:spAutoFit/>
          </a:bodyPr>
          <a:lstStyle/>
          <a:p>
            <a:pPr>
              <a:tabLst>
                <a:tab pos="0" algn="l"/>
                <a:tab pos="447581" algn="l"/>
                <a:tab pos="896752" algn="l"/>
                <a:tab pos="1345921" algn="l"/>
                <a:tab pos="1795091" algn="l"/>
                <a:tab pos="2244260" algn="l"/>
                <a:tab pos="2693429" algn="l"/>
                <a:tab pos="3142598" algn="l"/>
                <a:tab pos="3591768" algn="l"/>
                <a:tab pos="4040937" algn="l"/>
                <a:tab pos="4490107" algn="l"/>
                <a:tab pos="4939276" algn="l"/>
                <a:tab pos="5388445" algn="l"/>
                <a:tab pos="5837615" algn="l"/>
                <a:tab pos="6286784" algn="l"/>
                <a:tab pos="6735953" algn="l"/>
                <a:tab pos="7185123" algn="l"/>
                <a:tab pos="7634291" algn="l"/>
                <a:tab pos="8083462" algn="l"/>
                <a:tab pos="8532631" algn="l"/>
                <a:tab pos="8981800" algn="l"/>
              </a:tabLst>
            </a:pPr>
            <a:r>
              <a:rPr lang="en-GB" sz="1400" b="1" dirty="0">
                <a:solidFill>
                  <a:srgbClr val="000000"/>
                </a:solidFill>
              </a:rPr>
              <a:t>$$</a:t>
            </a:r>
          </a:p>
        </p:txBody>
      </p:sp>
      <p:sp>
        <p:nvSpPr>
          <p:cNvPr id="21514" name="Text Box 10"/>
          <p:cNvSpPr txBox="1">
            <a:spLocks noChangeArrowheads="1"/>
          </p:cNvSpPr>
          <p:nvPr/>
        </p:nvSpPr>
        <p:spPr bwMode="auto">
          <a:xfrm>
            <a:off x="7977189" y="3886200"/>
            <a:ext cx="755084" cy="32240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89982" tIns="59135" rIns="89982" bIns="46790">
            <a:spAutoFit/>
          </a:bodyPr>
          <a:lstStyle/>
          <a:p>
            <a:pPr>
              <a:tabLst>
                <a:tab pos="0" algn="l"/>
                <a:tab pos="447581" algn="l"/>
                <a:tab pos="896752" algn="l"/>
                <a:tab pos="1345921" algn="l"/>
                <a:tab pos="1795091" algn="l"/>
                <a:tab pos="2244260" algn="l"/>
                <a:tab pos="2693429" algn="l"/>
                <a:tab pos="3142598" algn="l"/>
                <a:tab pos="3591768" algn="l"/>
                <a:tab pos="4040937" algn="l"/>
                <a:tab pos="4490107" algn="l"/>
                <a:tab pos="4939276" algn="l"/>
                <a:tab pos="5388445" algn="l"/>
                <a:tab pos="5837615" algn="l"/>
                <a:tab pos="6286784" algn="l"/>
                <a:tab pos="6735953" algn="l"/>
                <a:tab pos="7185123" algn="l"/>
                <a:tab pos="7634291" algn="l"/>
                <a:tab pos="8083462" algn="l"/>
                <a:tab pos="8532631" algn="l"/>
                <a:tab pos="8981800" algn="l"/>
              </a:tabLst>
            </a:pPr>
            <a:r>
              <a:rPr lang="en-GB" sz="1400" b="1" dirty="0">
                <a:solidFill>
                  <a:srgbClr val="000000"/>
                </a:solidFill>
              </a:rPr>
              <a:t>Tempo</a:t>
            </a:r>
          </a:p>
        </p:txBody>
      </p:sp>
      <p:sp>
        <p:nvSpPr>
          <p:cNvPr id="21515" name="Text Box 11"/>
          <p:cNvSpPr txBox="1">
            <a:spLocks noChangeArrowheads="1"/>
          </p:cNvSpPr>
          <p:nvPr/>
        </p:nvSpPr>
        <p:spPr bwMode="auto">
          <a:xfrm>
            <a:off x="755652" y="1196977"/>
            <a:ext cx="1439863" cy="3667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89982" tIns="98656" rIns="89982" bIns="82783" anchor="ctr"/>
          <a:lstStyle/>
          <a:p>
            <a:pPr algn="ctr">
              <a:tabLst>
                <a:tab pos="0" algn="l"/>
                <a:tab pos="447581" algn="l"/>
                <a:tab pos="896752" algn="l"/>
                <a:tab pos="1345921" algn="l"/>
                <a:tab pos="1795091" algn="l"/>
                <a:tab pos="2244260" algn="l"/>
                <a:tab pos="2693429" algn="l"/>
                <a:tab pos="3142598" algn="l"/>
                <a:tab pos="3591768" algn="l"/>
                <a:tab pos="4040937" algn="l"/>
                <a:tab pos="4490107" algn="l"/>
                <a:tab pos="4939276" algn="l"/>
                <a:tab pos="5388445" algn="l"/>
                <a:tab pos="5837615" algn="l"/>
                <a:tab pos="6286784" algn="l"/>
                <a:tab pos="6735953" algn="l"/>
                <a:tab pos="7185123" algn="l"/>
                <a:tab pos="7634291" algn="l"/>
                <a:tab pos="8083462" algn="l"/>
                <a:tab pos="8532631" algn="l"/>
                <a:tab pos="8981800" algn="l"/>
              </a:tabLst>
            </a:pPr>
            <a:r>
              <a:rPr lang="en-GB" b="1" dirty="0" err="1">
                <a:solidFill>
                  <a:srgbClr val="000000"/>
                </a:solidFill>
              </a:rPr>
              <a:t>Desenvol-vimento</a:t>
            </a:r>
            <a:endParaRPr lang="en-GB" b="1" dirty="0">
              <a:solidFill>
                <a:srgbClr val="000000"/>
              </a:solidFill>
            </a:endParaRPr>
          </a:p>
        </p:txBody>
      </p:sp>
      <p:sp>
        <p:nvSpPr>
          <p:cNvPr id="21516" name="Text Box 12"/>
          <p:cNvSpPr txBox="1">
            <a:spLocks noChangeArrowheads="1"/>
          </p:cNvSpPr>
          <p:nvPr/>
        </p:nvSpPr>
        <p:spPr bwMode="auto">
          <a:xfrm>
            <a:off x="2195513" y="1196977"/>
            <a:ext cx="1439862" cy="3667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89982" tIns="98656" rIns="89982" bIns="82783" anchor="ctr"/>
          <a:lstStyle/>
          <a:p>
            <a:pPr algn="ctr">
              <a:tabLst>
                <a:tab pos="0" algn="l"/>
                <a:tab pos="447581" algn="l"/>
                <a:tab pos="896752" algn="l"/>
                <a:tab pos="1345921" algn="l"/>
                <a:tab pos="1795091" algn="l"/>
                <a:tab pos="2244260" algn="l"/>
                <a:tab pos="2693429" algn="l"/>
                <a:tab pos="3142598" algn="l"/>
                <a:tab pos="3591768" algn="l"/>
                <a:tab pos="4040937" algn="l"/>
                <a:tab pos="4490107" algn="l"/>
                <a:tab pos="4939276" algn="l"/>
                <a:tab pos="5388445" algn="l"/>
                <a:tab pos="5837615" algn="l"/>
                <a:tab pos="6286784" algn="l"/>
                <a:tab pos="6735953" algn="l"/>
                <a:tab pos="7185123" algn="l"/>
                <a:tab pos="7634291" algn="l"/>
                <a:tab pos="8083462" algn="l"/>
                <a:tab pos="8532631" algn="l"/>
                <a:tab pos="8981800" algn="l"/>
              </a:tabLst>
            </a:pPr>
            <a:r>
              <a:rPr lang="en-GB" b="1" dirty="0" err="1">
                <a:solidFill>
                  <a:srgbClr val="000000"/>
                </a:solidFill>
              </a:rPr>
              <a:t>Introdução</a:t>
            </a:r>
            <a:endParaRPr lang="en-GB" b="1" dirty="0">
              <a:solidFill>
                <a:srgbClr val="000000"/>
              </a:solidFill>
            </a:endParaRPr>
          </a:p>
        </p:txBody>
      </p:sp>
      <p:sp>
        <p:nvSpPr>
          <p:cNvPr id="21517" name="Text Box 13"/>
          <p:cNvSpPr txBox="1">
            <a:spLocks noChangeArrowheads="1"/>
          </p:cNvSpPr>
          <p:nvPr/>
        </p:nvSpPr>
        <p:spPr bwMode="auto">
          <a:xfrm>
            <a:off x="3635377" y="1196977"/>
            <a:ext cx="1439863" cy="3667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89982" tIns="98656" rIns="89982" bIns="82783" anchor="ctr"/>
          <a:lstStyle/>
          <a:p>
            <a:pPr algn="ctr">
              <a:tabLst>
                <a:tab pos="0" algn="l"/>
                <a:tab pos="447581" algn="l"/>
                <a:tab pos="896752" algn="l"/>
                <a:tab pos="1345921" algn="l"/>
                <a:tab pos="1795091" algn="l"/>
                <a:tab pos="2244260" algn="l"/>
                <a:tab pos="2693429" algn="l"/>
                <a:tab pos="3142598" algn="l"/>
                <a:tab pos="3591768" algn="l"/>
                <a:tab pos="4040937" algn="l"/>
                <a:tab pos="4490107" algn="l"/>
                <a:tab pos="4939276" algn="l"/>
                <a:tab pos="5388445" algn="l"/>
                <a:tab pos="5837615" algn="l"/>
                <a:tab pos="6286784" algn="l"/>
                <a:tab pos="6735953" algn="l"/>
                <a:tab pos="7185123" algn="l"/>
                <a:tab pos="7634291" algn="l"/>
                <a:tab pos="8083462" algn="l"/>
                <a:tab pos="8532631" algn="l"/>
                <a:tab pos="8981800" algn="l"/>
              </a:tabLst>
            </a:pPr>
            <a:r>
              <a:rPr lang="en-GB" b="1" dirty="0" err="1" smtClean="0">
                <a:solidFill>
                  <a:srgbClr val="000000"/>
                </a:solidFill>
              </a:rPr>
              <a:t>Crescimento</a:t>
            </a:r>
            <a:endParaRPr lang="en-GB" b="1" dirty="0">
              <a:solidFill>
                <a:srgbClr val="000000"/>
              </a:solidFill>
            </a:endParaRPr>
          </a:p>
        </p:txBody>
      </p:sp>
      <p:sp>
        <p:nvSpPr>
          <p:cNvPr id="21518" name="Text Box 14"/>
          <p:cNvSpPr txBox="1">
            <a:spLocks noChangeArrowheads="1"/>
          </p:cNvSpPr>
          <p:nvPr/>
        </p:nvSpPr>
        <p:spPr bwMode="auto">
          <a:xfrm>
            <a:off x="5075238" y="1196977"/>
            <a:ext cx="1439862" cy="3667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89982" tIns="98656" rIns="89982" bIns="82783" anchor="ctr"/>
          <a:lstStyle/>
          <a:p>
            <a:pPr algn="ctr">
              <a:tabLst>
                <a:tab pos="0" algn="l"/>
                <a:tab pos="447581" algn="l"/>
                <a:tab pos="896752" algn="l"/>
                <a:tab pos="1345921" algn="l"/>
                <a:tab pos="1795091" algn="l"/>
                <a:tab pos="2244260" algn="l"/>
                <a:tab pos="2693429" algn="l"/>
                <a:tab pos="3142598" algn="l"/>
                <a:tab pos="3591768" algn="l"/>
                <a:tab pos="4040937" algn="l"/>
                <a:tab pos="4490107" algn="l"/>
                <a:tab pos="4939276" algn="l"/>
                <a:tab pos="5388445" algn="l"/>
                <a:tab pos="5837615" algn="l"/>
                <a:tab pos="6286784" algn="l"/>
                <a:tab pos="6735953" algn="l"/>
                <a:tab pos="7185123" algn="l"/>
                <a:tab pos="7634291" algn="l"/>
                <a:tab pos="8083462" algn="l"/>
                <a:tab pos="8532631" algn="l"/>
                <a:tab pos="8981800" algn="l"/>
              </a:tabLst>
            </a:pPr>
            <a:r>
              <a:rPr lang="en-GB" b="1" dirty="0" err="1">
                <a:solidFill>
                  <a:srgbClr val="000000"/>
                </a:solidFill>
              </a:rPr>
              <a:t>Maturidade</a:t>
            </a:r>
            <a:endParaRPr lang="en-GB" b="1" dirty="0">
              <a:solidFill>
                <a:srgbClr val="000000"/>
              </a:solidFill>
            </a:endParaRPr>
          </a:p>
        </p:txBody>
      </p:sp>
      <p:sp>
        <p:nvSpPr>
          <p:cNvPr id="21519" name="Text Box 15"/>
          <p:cNvSpPr txBox="1">
            <a:spLocks noChangeArrowheads="1"/>
          </p:cNvSpPr>
          <p:nvPr/>
        </p:nvSpPr>
        <p:spPr bwMode="auto">
          <a:xfrm>
            <a:off x="6516688" y="1196977"/>
            <a:ext cx="1439862" cy="3667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89982" tIns="98656" rIns="89982" bIns="82783" anchor="ctr"/>
          <a:lstStyle/>
          <a:p>
            <a:pPr algn="ctr">
              <a:tabLst>
                <a:tab pos="0" algn="l"/>
                <a:tab pos="447581" algn="l"/>
                <a:tab pos="896752" algn="l"/>
                <a:tab pos="1345921" algn="l"/>
                <a:tab pos="1795091" algn="l"/>
                <a:tab pos="2244260" algn="l"/>
                <a:tab pos="2693429" algn="l"/>
                <a:tab pos="3142598" algn="l"/>
                <a:tab pos="3591768" algn="l"/>
                <a:tab pos="4040937" algn="l"/>
                <a:tab pos="4490107" algn="l"/>
                <a:tab pos="4939276" algn="l"/>
                <a:tab pos="5388445" algn="l"/>
                <a:tab pos="5837615" algn="l"/>
                <a:tab pos="6286784" algn="l"/>
                <a:tab pos="6735953" algn="l"/>
                <a:tab pos="7185123" algn="l"/>
                <a:tab pos="7634291" algn="l"/>
                <a:tab pos="8083462" algn="l"/>
                <a:tab pos="8532631" algn="l"/>
                <a:tab pos="8981800" algn="l"/>
              </a:tabLst>
            </a:pPr>
            <a:r>
              <a:rPr lang="en-GB" b="1" dirty="0" err="1">
                <a:solidFill>
                  <a:srgbClr val="000000"/>
                </a:solidFill>
              </a:rPr>
              <a:t>Declínio</a:t>
            </a:r>
            <a:endParaRPr lang="en-GB" b="1" dirty="0">
              <a:solidFill>
                <a:srgbClr val="000000"/>
              </a:solidFill>
            </a:endParaRPr>
          </a:p>
        </p:txBody>
      </p:sp>
      <p:sp>
        <p:nvSpPr>
          <p:cNvPr id="21520" name="Text Box 16"/>
          <p:cNvSpPr txBox="1">
            <a:spLocks noChangeArrowheads="1"/>
          </p:cNvSpPr>
          <p:nvPr/>
        </p:nvSpPr>
        <p:spPr bwMode="auto">
          <a:xfrm>
            <a:off x="449856" y="4030664"/>
            <a:ext cx="309963" cy="387521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89982" tIns="62663" rIns="89982" bIns="46790">
            <a:spAutoFit/>
          </a:bodyPr>
          <a:lstStyle/>
          <a:p>
            <a:pPr algn="ctr">
              <a:tabLst>
                <a:tab pos="0" algn="l"/>
                <a:tab pos="447581" algn="l"/>
                <a:tab pos="896752" algn="l"/>
                <a:tab pos="1345921" algn="l"/>
                <a:tab pos="1795091" algn="l"/>
                <a:tab pos="2244260" algn="l"/>
                <a:tab pos="2693429" algn="l"/>
                <a:tab pos="3142598" algn="l"/>
                <a:tab pos="3591768" algn="l"/>
                <a:tab pos="4040937" algn="l"/>
                <a:tab pos="4490107" algn="l"/>
                <a:tab pos="4939276" algn="l"/>
                <a:tab pos="5388445" algn="l"/>
                <a:tab pos="5837615" algn="l"/>
                <a:tab pos="6286784" algn="l"/>
                <a:tab pos="6735953" algn="l"/>
                <a:tab pos="7185123" algn="l"/>
                <a:tab pos="7634291" algn="l"/>
                <a:tab pos="8083462" algn="l"/>
                <a:tab pos="8532631" algn="l"/>
                <a:tab pos="8981800" algn="l"/>
              </a:tabLst>
            </a:pPr>
            <a:r>
              <a:rPr lang="en-GB" b="1" dirty="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21521" name="Freeform 17"/>
          <p:cNvSpPr>
            <a:spLocks noChangeArrowheads="1"/>
          </p:cNvSpPr>
          <p:nvPr/>
        </p:nvSpPr>
        <p:spPr bwMode="auto">
          <a:xfrm>
            <a:off x="2192340" y="2038350"/>
            <a:ext cx="5051425" cy="2171700"/>
          </a:xfrm>
          <a:custGeom>
            <a:avLst/>
            <a:gdLst/>
            <a:ahLst/>
            <a:cxnLst>
              <a:cxn ang="0">
                <a:pos x="0" y="1368"/>
              </a:cxn>
              <a:cxn ang="0">
                <a:pos x="936" y="1253"/>
              </a:cxn>
              <a:cxn ang="0">
                <a:pos x="1425" y="864"/>
              </a:cxn>
              <a:cxn ang="0">
                <a:pos x="2275" y="29"/>
              </a:cxn>
              <a:cxn ang="0">
                <a:pos x="3182" y="1037"/>
              </a:cxn>
            </a:cxnLst>
            <a:rect l="0" t="0" r="r" b="b"/>
            <a:pathLst>
              <a:path w="3182" h="1368">
                <a:moveTo>
                  <a:pt x="0" y="1368"/>
                </a:moveTo>
                <a:cubicBezTo>
                  <a:pt x="349" y="1352"/>
                  <a:pt x="699" y="1337"/>
                  <a:pt x="936" y="1253"/>
                </a:cubicBezTo>
                <a:cubicBezTo>
                  <a:pt x="1173" y="1169"/>
                  <a:pt x="1202" y="1068"/>
                  <a:pt x="1425" y="864"/>
                </a:cubicBezTo>
                <a:cubicBezTo>
                  <a:pt x="1648" y="660"/>
                  <a:pt x="1982" y="0"/>
                  <a:pt x="2275" y="29"/>
                </a:cubicBezTo>
                <a:cubicBezTo>
                  <a:pt x="2568" y="58"/>
                  <a:pt x="2875" y="547"/>
                  <a:pt x="3182" y="1037"/>
                </a:cubicBezTo>
              </a:path>
            </a:pathLst>
          </a:custGeom>
          <a:noFill/>
          <a:ln w="12600">
            <a:solidFill>
              <a:srgbClr val="009900"/>
            </a:solidFill>
            <a:round/>
            <a:headEnd/>
            <a:tailEnd/>
          </a:ln>
          <a:effectLst/>
        </p:spPr>
        <p:txBody>
          <a:bodyPr wrap="none" lIns="91420" tIns="45711" rIns="91420" bIns="45711" anchor="ctr"/>
          <a:lstStyle/>
          <a:p>
            <a:endParaRPr lang="pt-BR"/>
          </a:p>
        </p:txBody>
      </p:sp>
      <p:sp>
        <p:nvSpPr>
          <p:cNvPr id="21522" name="Freeform 18"/>
          <p:cNvSpPr>
            <a:spLocks noChangeArrowheads="1"/>
          </p:cNvSpPr>
          <p:nvPr/>
        </p:nvSpPr>
        <p:spPr bwMode="auto">
          <a:xfrm>
            <a:off x="752475" y="3481390"/>
            <a:ext cx="6559550" cy="1608137"/>
          </a:xfrm>
          <a:custGeom>
            <a:avLst/>
            <a:gdLst/>
            <a:ahLst/>
            <a:cxnLst>
              <a:cxn ang="0">
                <a:pos x="0" y="691"/>
              </a:cxn>
              <a:cxn ang="0">
                <a:pos x="806" y="691"/>
              </a:cxn>
              <a:cxn ang="0">
                <a:pos x="1440" y="950"/>
              </a:cxn>
              <a:cxn ang="0">
                <a:pos x="2260" y="316"/>
              </a:cxn>
              <a:cxn ang="0">
                <a:pos x="2923" y="14"/>
              </a:cxn>
              <a:cxn ang="0">
                <a:pos x="3528" y="230"/>
              </a:cxn>
              <a:cxn ang="0">
                <a:pos x="4132" y="446"/>
              </a:cxn>
            </a:cxnLst>
            <a:rect l="0" t="0" r="r" b="b"/>
            <a:pathLst>
              <a:path w="4132" h="1013">
                <a:moveTo>
                  <a:pt x="0" y="691"/>
                </a:moveTo>
                <a:cubicBezTo>
                  <a:pt x="283" y="669"/>
                  <a:pt x="566" y="648"/>
                  <a:pt x="806" y="691"/>
                </a:cubicBezTo>
                <a:cubicBezTo>
                  <a:pt x="1046" y="734"/>
                  <a:pt x="1198" y="1013"/>
                  <a:pt x="1440" y="950"/>
                </a:cubicBezTo>
                <a:cubicBezTo>
                  <a:pt x="1682" y="887"/>
                  <a:pt x="2013" y="472"/>
                  <a:pt x="2260" y="316"/>
                </a:cubicBezTo>
                <a:cubicBezTo>
                  <a:pt x="2507" y="160"/>
                  <a:pt x="2712" y="28"/>
                  <a:pt x="2923" y="14"/>
                </a:cubicBezTo>
                <a:cubicBezTo>
                  <a:pt x="3134" y="0"/>
                  <a:pt x="3327" y="158"/>
                  <a:pt x="3528" y="230"/>
                </a:cubicBezTo>
                <a:cubicBezTo>
                  <a:pt x="3729" y="302"/>
                  <a:pt x="4031" y="410"/>
                  <a:pt x="4132" y="446"/>
                </a:cubicBezTo>
              </a:path>
            </a:pathLst>
          </a:custGeom>
          <a:noFill/>
          <a:ln w="12600">
            <a:solidFill>
              <a:srgbClr val="996600"/>
            </a:solidFill>
            <a:round/>
            <a:headEnd/>
            <a:tailEnd/>
          </a:ln>
          <a:effectLst/>
        </p:spPr>
        <p:txBody>
          <a:bodyPr wrap="none" lIns="91420" tIns="45711" rIns="91420" bIns="45711" anchor="ctr"/>
          <a:lstStyle/>
          <a:p>
            <a:endParaRPr lang="pt-BR"/>
          </a:p>
        </p:txBody>
      </p:sp>
      <p:sp>
        <p:nvSpPr>
          <p:cNvPr id="21523" name="Text Box 19"/>
          <p:cNvSpPr txBox="1">
            <a:spLocks noChangeArrowheads="1"/>
          </p:cNvSpPr>
          <p:nvPr/>
        </p:nvSpPr>
        <p:spPr bwMode="auto">
          <a:xfrm>
            <a:off x="5307444" y="2251075"/>
            <a:ext cx="951227" cy="387521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89982" tIns="62663" rIns="89982" bIns="46790">
            <a:spAutoFit/>
          </a:bodyPr>
          <a:lstStyle/>
          <a:p>
            <a:pPr algn="ctr">
              <a:tabLst>
                <a:tab pos="0" algn="l"/>
                <a:tab pos="447581" algn="l"/>
                <a:tab pos="896752" algn="l"/>
                <a:tab pos="1345921" algn="l"/>
                <a:tab pos="1795091" algn="l"/>
                <a:tab pos="2244260" algn="l"/>
                <a:tab pos="2693429" algn="l"/>
                <a:tab pos="3142598" algn="l"/>
                <a:tab pos="3591768" algn="l"/>
                <a:tab pos="4040937" algn="l"/>
                <a:tab pos="4490107" algn="l"/>
                <a:tab pos="4939276" algn="l"/>
                <a:tab pos="5388445" algn="l"/>
                <a:tab pos="5837615" algn="l"/>
                <a:tab pos="6286784" algn="l"/>
                <a:tab pos="6735953" algn="l"/>
                <a:tab pos="7185123" algn="l"/>
                <a:tab pos="7634291" algn="l"/>
                <a:tab pos="8083462" algn="l"/>
                <a:tab pos="8532631" algn="l"/>
                <a:tab pos="8981800" algn="l"/>
              </a:tabLst>
            </a:pPr>
            <a:r>
              <a:rPr lang="en-GB" dirty="0" err="1">
                <a:solidFill>
                  <a:srgbClr val="009900"/>
                </a:solidFill>
              </a:rPr>
              <a:t>Vendas</a:t>
            </a:r>
            <a:endParaRPr lang="en-GB" dirty="0">
              <a:solidFill>
                <a:srgbClr val="009900"/>
              </a:solidFill>
            </a:endParaRPr>
          </a:p>
        </p:txBody>
      </p:sp>
      <p:sp>
        <p:nvSpPr>
          <p:cNvPr id="21524" name="Text Box 20"/>
          <p:cNvSpPr txBox="1">
            <a:spLocks noChangeArrowheads="1"/>
          </p:cNvSpPr>
          <p:nvPr/>
        </p:nvSpPr>
        <p:spPr bwMode="auto">
          <a:xfrm>
            <a:off x="5300664" y="3668715"/>
            <a:ext cx="758803" cy="387521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89982" tIns="62663" rIns="89982" bIns="46790">
            <a:spAutoFit/>
          </a:bodyPr>
          <a:lstStyle/>
          <a:p>
            <a:pPr>
              <a:tabLst>
                <a:tab pos="0" algn="l"/>
                <a:tab pos="447581" algn="l"/>
                <a:tab pos="896752" algn="l"/>
                <a:tab pos="1345921" algn="l"/>
                <a:tab pos="1795091" algn="l"/>
                <a:tab pos="2244260" algn="l"/>
                <a:tab pos="2693429" algn="l"/>
                <a:tab pos="3142598" algn="l"/>
                <a:tab pos="3591768" algn="l"/>
                <a:tab pos="4040937" algn="l"/>
                <a:tab pos="4490107" algn="l"/>
                <a:tab pos="4939276" algn="l"/>
                <a:tab pos="5388445" algn="l"/>
                <a:tab pos="5837615" algn="l"/>
                <a:tab pos="6286784" algn="l"/>
                <a:tab pos="6735953" algn="l"/>
                <a:tab pos="7185123" algn="l"/>
                <a:tab pos="7634291" algn="l"/>
                <a:tab pos="8083462" algn="l"/>
                <a:tab pos="8532631" algn="l"/>
                <a:tab pos="8981800" algn="l"/>
              </a:tabLst>
            </a:pPr>
            <a:r>
              <a:rPr lang="en-GB" dirty="0" err="1">
                <a:solidFill>
                  <a:srgbClr val="996600"/>
                </a:solidFill>
              </a:rPr>
              <a:t>Lucro</a:t>
            </a:r>
            <a:endParaRPr lang="en-GB" dirty="0">
              <a:solidFill>
                <a:srgbClr val="996600"/>
              </a:solidFill>
            </a:endParaRPr>
          </a:p>
        </p:txBody>
      </p:sp>
      <p:sp>
        <p:nvSpPr>
          <p:cNvPr id="23" name="Retângulo 8"/>
          <p:cNvSpPr>
            <a:spLocks noChangeArrowheads="1"/>
          </p:cNvSpPr>
          <p:nvPr/>
        </p:nvSpPr>
        <p:spPr bwMode="auto">
          <a:xfrm>
            <a:off x="2143108" y="892756"/>
            <a:ext cx="2916020" cy="4536508"/>
          </a:xfrm>
          <a:prstGeom prst="rect">
            <a:avLst/>
          </a:prstGeom>
          <a:solidFill>
            <a:srgbClr val="FFFF00">
              <a:alpha val="24000"/>
            </a:srgbClr>
          </a:solidFill>
          <a:ln w="38100" algn="ctr">
            <a:solidFill>
              <a:srgbClr val="FF0000"/>
            </a:solidFill>
            <a:round/>
            <a:headEnd/>
            <a:tailEnd/>
          </a:ln>
        </p:spPr>
        <p:txBody>
          <a:bodyPr lIns="91410" tIns="45706" rIns="91410" bIns="45706"/>
          <a:lstStyle/>
          <a:p>
            <a:pPr hangingPunct="0">
              <a:lnSpc>
                <a:spcPct val="89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/>
          </a:p>
        </p:txBody>
      </p:sp>
      <p:sp>
        <p:nvSpPr>
          <p:cNvPr id="25" name="Retângulo de cantos arredondados 24"/>
          <p:cNvSpPr/>
          <p:nvPr/>
        </p:nvSpPr>
        <p:spPr bwMode="auto">
          <a:xfrm>
            <a:off x="1460090" y="4115716"/>
            <a:ext cx="6609646" cy="1555374"/>
          </a:xfrm>
          <a:prstGeom prst="round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10" tIns="45706" rIns="91410" bIns="45706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2900" b="1" dirty="0" smtClean="0"/>
              <a:t>É mais barato “atrair” o cliente na fase de busca de INFORMAÇÕES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Visão</a:t>
            </a:r>
            <a:r>
              <a:rPr lang="en-US" dirty="0" smtClean="0"/>
              <a:t> </a:t>
            </a:r>
            <a:r>
              <a:rPr lang="en-US" dirty="0" err="1" smtClean="0"/>
              <a:t>geral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2971808"/>
          </a:xfrm>
        </p:spPr>
        <p:txBody>
          <a:bodyPr>
            <a:normAutofit/>
          </a:bodyPr>
          <a:lstStyle/>
          <a:p>
            <a:r>
              <a:rPr lang="en-US" dirty="0" smtClean="0"/>
              <a:t>O </a:t>
            </a:r>
            <a:r>
              <a:rPr lang="en-US" dirty="0" err="1" smtClean="0"/>
              <a:t>que</a:t>
            </a:r>
            <a:r>
              <a:rPr lang="en-US" dirty="0" smtClean="0"/>
              <a:t> é Google </a:t>
            </a:r>
            <a:r>
              <a:rPr lang="en-US" dirty="0" err="1" smtClean="0"/>
              <a:t>AdWords</a:t>
            </a:r>
            <a:r>
              <a:rPr lang="en-US" dirty="0" smtClean="0"/>
              <a:t>?</a:t>
            </a:r>
          </a:p>
          <a:p>
            <a:r>
              <a:rPr lang="en-US" dirty="0" err="1" smtClean="0"/>
              <a:t>Objetivo</a:t>
            </a:r>
            <a:r>
              <a:rPr lang="en-US" dirty="0" smtClean="0"/>
              <a:t> </a:t>
            </a:r>
            <a:r>
              <a:rPr lang="en-US" dirty="0" err="1" smtClean="0"/>
              <a:t>da</a:t>
            </a:r>
            <a:r>
              <a:rPr lang="en-US" dirty="0" smtClean="0"/>
              <a:t> </a:t>
            </a:r>
            <a:r>
              <a:rPr lang="en-US" dirty="0" err="1" smtClean="0"/>
              <a:t>campanha</a:t>
            </a:r>
            <a:endParaRPr lang="en-US" dirty="0" smtClean="0"/>
          </a:p>
          <a:p>
            <a:r>
              <a:rPr lang="en-US" dirty="0" err="1" smtClean="0"/>
              <a:t>Estratégia</a:t>
            </a:r>
            <a:r>
              <a:rPr lang="en-US" dirty="0" smtClean="0"/>
              <a:t> </a:t>
            </a:r>
            <a:r>
              <a:rPr lang="en-US" dirty="0" err="1" smtClean="0"/>
              <a:t>da</a:t>
            </a:r>
            <a:r>
              <a:rPr lang="en-US" dirty="0" smtClean="0"/>
              <a:t> </a:t>
            </a:r>
            <a:r>
              <a:rPr lang="en-US" dirty="0" err="1" smtClean="0"/>
              <a:t>campanha</a:t>
            </a:r>
            <a:endParaRPr lang="en-US" dirty="0" smtClean="0"/>
          </a:p>
          <a:p>
            <a:r>
              <a:rPr lang="en-US" dirty="0" err="1" smtClean="0"/>
              <a:t>Metodologia</a:t>
            </a:r>
            <a:endParaRPr lang="en-US" dirty="0" smtClean="0"/>
          </a:p>
          <a:p>
            <a:r>
              <a:rPr lang="en-US" dirty="0" err="1" smtClean="0"/>
              <a:t>Execução</a:t>
            </a:r>
            <a:endParaRPr lang="en-US" dirty="0" smtClean="0"/>
          </a:p>
          <a:p>
            <a:r>
              <a:rPr lang="en-US" dirty="0" err="1" smtClean="0"/>
              <a:t>Gestão</a:t>
            </a:r>
            <a:r>
              <a:rPr lang="en-US" dirty="0" smtClean="0"/>
              <a:t> e </a:t>
            </a:r>
            <a:r>
              <a:rPr lang="en-US" dirty="0" err="1" smtClean="0"/>
              <a:t>Relatórios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 </a:t>
            </a:r>
            <a:r>
              <a:rPr lang="en-US" dirty="0" err="1" smtClean="0"/>
              <a:t>que</a:t>
            </a:r>
            <a:r>
              <a:rPr lang="en-US" dirty="0" smtClean="0"/>
              <a:t> é o Google </a:t>
            </a:r>
            <a:r>
              <a:rPr lang="en-US" dirty="0" err="1" smtClean="0"/>
              <a:t>Adwords</a:t>
            </a:r>
            <a:r>
              <a:rPr lang="en-US" dirty="0" smtClean="0"/>
              <a:t>?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pt-BR" dirty="0" smtClean="0"/>
          </a:p>
          <a:p>
            <a:r>
              <a:rPr lang="pt-BR" dirty="0" smtClean="0"/>
              <a:t>“O Google </a:t>
            </a:r>
            <a:r>
              <a:rPr lang="pt-BR" dirty="0" err="1" smtClean="0"/>
              <a:t>AdWords</a:t>
            </a:r>
            <a:r>
              <a:rPr lang="pt-BR" dirty="0" smtClean="0"/>
              <a:t> é o </a:t>
            </a:r>
            <a:r>
              <a:rPr lang="pt-BR" b="1" dirty="0" smtClean="0"/>
              <a:t>programa de publicidade do Google</a:t>
            </a:r>
            <a:r>
              <a:rPr lang="pt-BR" dirty="0" smtClean="0"/>
              <a:t>. Com o </a:t>
            </a:r>
            <a:r>
              <a:rPr lang="pt-BR" dirty="0" err="1" smtClean="0"/>
              <a:t>AdWords</a:t>
            </a:r>
            <a:r>
              <a:rPr lang="pt-BR" dirty="0" smtClean="0"/>
              <a:t> você pode criar </a:t>
            </a:r>
            <a:r>
              <a:rPr lang="pt-BR" b="1" dirty="0" smtClean="0"/>
              <a:t>anúncios simples e eficazes</a:t>
            </a:r>
            <a:r>
              <a:rPr lang="pt-BR" dirty="0" smtClean="0"/>
              <a:t>, e exibi-los para pessoas que estão pesquisando informações relacionadas com seu negócio online... </a:t>
            </a:r>
            <a:r>
              <a:rPr lang="pt-BR" b="1" dirty="0" smtClean="0"/>
              <a:t>publicidade baseada em palavras-chave</a:t>
            </a:r>
            <a:r>
              <a:rPr lang="pt-BR" dirty="0" smtClean="0"/>
              <a:t>.”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-71462"/>
            <a:ext cx="7467600" cy="1143000"/>
          </a:xfrm>
        </p:spPr>
        <p:txBody>
          <a:bodyPr/>
          <a:lstStyle/>
          <a:p>
            <a:r>
              <a:rPr lang="en-US" dirty="0" err="1" smtClean="0"/>
              <a:t>Exemplo</a:t>
            </a:r>
            <a:r>
              <a:rPr lang="en-US" dirty="0" smtClean="0"/>
              <a:t>: Commit</a:t>
            </a:r>
            <a:endParaRPr lang="pt-BR" dirty="0"/>
          </a:p>
        </p:txBody>
      </p:sp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3659" y="1285860"/>
            <a:ext cx="7391419" cy="4062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tângulo 5"/>
          <p:cNvSpPr/>
          <p:nvPr/>
        </p:nvSpPr>
        <p:spPr>
          <a:xfrm>
            <a:off x="616964" y="2071678"/>
            <a:ext cx="5072098" cy="3500462"/>
          </a:xfrm>
          <a:prstGeom prst="rect">
            <a:avLst/>
          </a:prstGeom>
          <a:solidFill>
            <a:schemeClr val="accent1">
              <a:alpha val="2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/>
          <p:cNvSpPr/>
          <p:nvPr/>
        </p:nvSpPr>
        <p:spPr>
          <a:xfrm>
            <a:off x="5831938" y="2071678"/>
            <a:ext cx="2143140" cy="3500462"/>
          </a:xfrm>
          <a:prstGeom prst="rect">
            <a:avLst/>
          </a:prstGeom>
          <a:solidFill>
            <a:srgbClr val="00B050">
              <a:alpha val="23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/>
          <p:cNvSpPr txBox="1"/>
          <p:nvPr/>
        </p:nvSpPr>
        <p:spPr>
          <a:xfrm>
            <a:off x="1026046" y="6058935"/>
            <a:ext cx="36888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Natural Search </a:t>
            </a:r>
            <a:r>
              <a:rPr lang="en-US" sz="1600" dirty="0" err="1" smtClean="0"/>
              <a:t>ou</a:t>
            </a:r>
            <a:r>
              <a:rPr lang="en-US" sz="1600" dirty="0" smtClean="0"/>
              <a:t> </a:t>
            </a:r>
            <a:r>
              <a:rPr lang="en-US" sz="1600" dirty="0" err="1" smtClean="0"/>
              <a:t>Busca</a:t>
            </a:r>
            <a:r>
              <a:rPr lang="en-US" sz="1600" dirty="0" smtClean="0"/>
              <a:t> </a:t>
            </a:r>
            <a:r>
              <a:rPr lang="en-US" sz="1600" dirty="0" err="1" smtClean="0"/>
              <a:t>orgânica</a:t>
            </a:r>
            <a:endParaRPr lang="en-US" sz="1600" dirty="0" smtClean="0"/>
          </a:p>
          <a:p>
            <a:pPr algn="ctr"/>
            <a:r>
              <a:rPr lang="en-US" sz="1600" dirty="0" smtClean="0"/>
              <a:t>(SEO – Search Engine Optimization)</a:t>
            </a:r>
            <a:endParaRPr lang="pt-BR" sz="1600" dirty="0"/>
          </a:p>
        </p:txBody>
      </p:sp>
      <p:sp>
        <p:nvSpPr>
          <p:cNvPr id="9" name="CaixaDeTexto 8"/>
          <p:cNvSpPr txBox="1"/>
          <p:nvPr/>
        </p:nvSpPr>
        <p:spPr>
          <a:xfrm>
            <a:off x="5295740" y="6058935"/>
            <a:ext cx="2776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Paid Search </a:t>
            </a:r>
            <a:r>
              <a:rPr lang="en-US" sz="1600" dirty="0" err="1" smtClean="0"/>
              <a:t>ou</a:t>
            </a:r>
            <a:r>
              <a:rPr lang="en-US" sz="1600" dirty="0" smtClean="0"/>
              <a:t> </a:t>
            </a:r>
            <a:r>
              <a:rPr lang="en-US" sz="1600" dirty="0" err="1" smtClean="0"/>
              <a:t>Busca</a:t>
            </a:r>
            <a:r>
              <a:rPr lang="en-US" sz="1600" dirty="0" smtClean="0"/>
              <a:t> </a:t>
            </a:r>
            <a:r>
              <a:rPr lang="en-US" sz="1600" dirty="0" err="1" smtClean="0"/>
              <a:t>Paga</a:t>
            </a:r>
            <a:endParaRPr lang="en-US" sz="1600" dirty="0" smtClean="0"/>
          </a:p>
          <a:p>
            <a:pPr algn="ctr"/>
            <a:r>
              <a:rPr lang="en-US" sz="1600" dirty="0" smtClean="0"/>
              <a:t> (Links </a:t>
            </a:r>
            <a:r>
              <a:rPr lang="en-US" sz="1600" dirty="0" err="1" smtClean="0"/>
              <a:t>Patrocinados</a:t>
            </a:r>
            <a:r>
              <a:rPr lang="en-US" sz="1600" dirty="0" smtClean="0"/>
              <a:t>)</a:t>
            </a:r>
            <a:endParaRPr lang="pt-BR" sz="1600" dirty="0"/>
          </a:p>
        </p:txBody>
      </p:sp>
      <p:sp>
        <p:nvSpPr>
          <p:cNvPr id="10" name="Seta para cima 9"/>
          <p:cNvSpPr/>
          <p:nvPr/>
        </p:nvSpPr>
        <p:spPr>
          <a:xfrm>
            <a:off x="2857488" y="5643578"/>
            <a:ext cx="484632" cy="42862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Seta para cima 10"/>
          <p:cNvSpPr/>
          <p:nvPr/>
        </p:nvSpPr>
        <p:spPr>
          <a:xfrm>
            <a:off x="6572264" y="5643578"/>
            <a:ext cx="484632" cy="428628"/>
          </a:xfrm>
          <a:prstGeom prst="upArrow">
            <a:avLst/>
          </a:prstGeom>
          <a:solidFill>
            <a:srgbClr val="00B050"/>
          </a:solidFill>
          <a:ln>
            <a:solidFill>
              <a:srgbClr val="59984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71422"/>
            <a:ext cx="7467600" cy="1143000"/>
          </a:xfrm>
        </p:spPr>
        <p:txBody>
          <a:bodyPr/>
          <a:lstStyle/>
          <a:p>
            <a:r>
              <a:rPr lang="en-US" dirty="0" err="1" smtClean="0"/>
              <a:t>Objetivo</a:t>
            </a:r>
            <a:r>
              <a:rPr lang="en-US" dirty="0" smtClean="0"/>
              <a:t> </a:t>
            </a:r>
            <a:r>
              <a:rPr lang="en-US" dirty="0" err="1" smtClean="0"/>
              <a:t>da</a:t>
            </a:r>
            <a:r>
              <a:rPr lang="en-US" dirty="0" smtClean="0"/>
              <a:t> </a:t>
            </a:r>
            <a:r>
              <a:rPr lang="en-US" dirty="0" err="1" smtClean="0"/>
              <a:t>campanha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457200" y="1769958"/>
            <a:ext cx="7467600" cy="3230678"/>
          </a:xfrm>
        </p:spPr>
        <p:txBody>
          <a:bodyPr/>
          <a:lstStyle/>
          <a:p>
            <a:r>
              <a:rPr lang="en-US" dirty="0" smtClean="0"/>
              <a:t>Antes de </a:t>
            </a:r>
            <a:r>
              <a:rPr lang="en-US" dirty="0" err="1" smtClean="0"/>
              <a:t>levantar</a:t>
            </a:r>
            <a:r>
              <a:rPr lang="en-US" dirty="0" smtClean="0"/>
              <a:t> </a:t>
            </a:r>
            <a:r>
              <a:rPr lang="en-US" dirty="0" err="1" smtClean="0"/>
              <a:t>potenciais</a:t>
            </a:r>
            <a:r>
              <a:rPr lang="en-US" dirty="0" smtClean="0"/>
              <a:t> </a:t>
            </a:r>
            <a:r>
              <a:rPr lang="en-US" dirty="0" err="1" smtClean="0"/>
              <a:t>palavras-chave</a:t>
            </a:r>
            <a:r>
              <a:rPr lang="en-US" dirty="0" smtClean="0"/>
              <a:t> e </a:t>
            </a:r>
            <a:r>
              <a:rPr lang="en-US" dirty="0" err="1" smtClean="0"/>
              <a:t>fazer</a:t>
            </a:r>
            <a:r>
              <a:rPr lang="en-US" dirty="0" smtClean="0"/>
              <a:t> </a:t>
            </a:r>
            <a:r>
              <a:rPr lang="en-US" dirty="0" err="1" smtClean="0"/>
              <a:t>anúncios</a:t>
            </a:r>
            <a:r>
              <a:rPr lang="en-US" dirty="0" smtClean="0"/>
              <a:t>, DEFINA o OBJETIVO DE SUA CAMPANHA e se </a:t>
            </a:r>
            <a:r>
              <a:rPr lang="en-US" dirty="0" err="1" smtClean="0"/>
              <a:t>possível</a:t>
            </a:r>
            <a:r>
              <a:rPr lang="en-US" dirty="0" smtClean="0"/>
              <a:t> </a:t>
            </a:r>
            <a:r>
              <a:rPr lang="en-US" dirty="0" err="1" smtClean="0"/>
              <a:t>suas</a:t>
            </a:r>
            <a:r>
              <a:rPr lang="en-US" dirty="0" smtClean="0"/>
              <a:t> METAS, </a:t>
            </a:r>
            <a:r>
              <a:rPr lang="en-US" dirty="0" err="1" smtClean="0"/>
              <a:t>pois</a:t>
            </a:r>
            <a:r>
              <a:rPr lang="en-US" dirty="0" smtClean="0"/>
              <a:t> </a:t>
            </a:r>
            <a:r>
              <a:rPr lang="en-US" dirty="0" err="1" smtClean="0"/>
              <a:t>isto</a:t>
            </a:r>
            <a:r>
              <a:rPr lang="en-US" dirty="0" smtClean="0"/>
              <a:t> </a:t>
            </a:r>
            <a:r>
              <a:rPr lang="en-US" dirty="0" err="1" smtClean="0"/>
              <a:t>influenciará</a:t>
            </a:r>
            <a:r>
              <a:rPr lang="en-US" dirty="0" smtClean="0"/>
              <a:t> </a:t>
            </a:r>
            <a:r>
              <a:rPr lang="en-US" dirty="0" err="1" smtClean="0"/>
              <a:t>diretamente</a:t>
            </a:r>
            <a:r>
              <a:rPr lang="en-US" dirty="0" smtClean="0"/>
              <a:t> </a:t>
            </a:r>
            <a:r>
              <a:rPr lang="en-US" dirty="0" err="1" smtClean="0"/>
              <a:t>nos</a:t>
            </a:r>
            <a:r>
              <a:rPr lang="en-US" dirty="0" smtClean="0"/>
              <a:t> </a:t>
            </a:r>
            <a:r>
              <a:rPr lang="en-US" dirty="0" err="1" smtClean="0"/>
              <a:t>resultados</a:t>
            </a:r>
            <a:r>
              <a:rPr lang="en-US" dirty="0" smtClean="0"/>
              <a:t> de </a:t>
            </a:r>
            <a:r>
              <a:rPr lang="en-US" dirty="0" err="1" smtClean="0"/>
              <a:t>sua</a:t>
            </a:r>
            <a:r>
              <a:rPr lang="en-US" dirty="0" smtClean="0"/>
              <a:t> </a:t>
            </a:r>
            <a:r>
              <a:rPr lang="en-US" dirty="0" err="1" smtClean="0"/>
              <a:t>campanha</a:t>
            </a:r>
            <a:r>
              <a:rPr lang="en-US" dirty="0" smtClean="0"/>
              <a:t> e </a:t>
            </a:r>
            <a:r>
              <a:rPr lang="en-US" dirty="0" err="1" smtClean="0"/>
              <a:t>determinará</a:t>
            </a:r>
            <a:r>
              <a:rPr lang="en-US" dirty="0" smtClean="0"/>
              <a:t> o </a:t>
            </a:r>
            <a:r>
              <a:rPr lang="en-US" dirty="0" err="1" smtClean="0"/>
              <a:t>que</a:t>
            </a:r>
            <a:r>
              <a:rPr lang="en-US" dirty="0" smtClean="0"/>
              <a:t> </a:t>
            </a:r>
            <a:r>
              <a:rPr lang="en-US" dirty="0" err="1" smtClean="0"/>
              <a:t>deve</a:t>
            </a:r>
            <a:r>
              <a:rPr lang="en-US" dirty="0" smtClean="0"/>
              <a:t> ser </a:t>
            </a:r>
            <a:r>
              <a:rPr lang="en-US" dirty="0" err="1" smtClean="0"/>
              <a:t>perseguido</a:t>
            </a:r>
            <a:r>
              <a:rPr lang="en-US" dirty="0" smtClean="0"/>
              <a:t> </a:t>
            </a:r>
            <a:r>
              <a:rPr lang="en-US" dirty="0" err="1" smtClean="0"/>
              <a:t>por</a:t>
            </a:r>
            <a:r>
              <a:rPr lang="en-US" dirty="0" smtClean="0"/>
              <a:t> </a:t>
            </a:r>
            <a:r>
              <a:rPr lang="en-US" dirty="0" err="1" smtClean="0"/>
              <a:t>quem</a:t>
            </a:r>
            <a:r>
              <a:rPr lang="en-US" dirty="0" smtClean="0"/>
              <a:t> </a:t>
            </a:r>
            <a:r>
              <a:rPr lang="en-US" dirty="0" err="1" smtClean="0"/>
              <a:t>irá</a:t>
            </a:r>
            <a:r>
              <a:rPr lang="en-US" dirty="0" smtClean="0"/>
              <a:t> </a:t>
            </a:r>
            <a:r>
              <a:rPr lang="en-US" dirty="0" err="1" smtClean="0"/>
              <a:t>gerenciar</a:t>
            </a:r>
            <a:r>
              <a:rPr lang="en-US" dirty="0" smtClean="0"/>
              <a:t> a </a:t>
            </a:r>
            <a:r>
              <a:rPr lang="en-US" dirty="0" err="1" smtClean="0"/>
              <a:t>campanha</a:t>
            </a:r>
            <a:endParaRPr lang="en-US" dirty="0" smtClean="0"/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Objetivo</a:t>
            </a:r>
            <a:r>
              <a:rPr lang="en-US" dirty="0" smtClean="0"/>
              <a:t> </a:t>
            </a:r>
            <a:r>
              <a:rPr lang="en-US" dirty="0" err="1" smtClean="0"/>
              <a:t>da</a:t>
            </a:r>
            <a:r>
              <a:rPr lang="en-US" dirty="0" smtClean="0"/>
              <a:t> </a:t>
            </a:r>
            <a:r>
              <a:rPr lang="en-US" dirty="0" err="1" smtClean="0"/>
              <a:t>Campanha</a:t>
            </a:r>
            <a:r>
              <a:rPr lang="en-US" dirty="0" smtClean="0"/>
              <a:t> II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 smtClean="0"/>
              <a:t>Possíveis</a:t>
            </a:r>
            <a:r>
              <a:rPr lang="en-US" dirty="0" smtClean="0"/>
              <a:t> </a:t>
            </a:r>
            <a:r>
              <a:rPr lang="en-US" dirty="0" err="1" smtClean="0"/>
              <a:t>Objetivos</a:t>
            </a:r>
            <a:r>
              <a:rPr lang="en-US" dirty="0" smtClean="0"/>
              <a:t> e </a:t>
            </a:r>
            <a:r>
              <a:rPr lang="en-US" dirty="0" err="1" smtClean="0"/>
              <a:t>Metas</a:t>
            </a: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err="1" smtClean="0"/>
              <a:t>Implicações</a:t>
            </a:r>
            <a:r>
              <a:rPr lang="en-US" dirty="0" smtClean="0"/>
              <a:t> </a:t>
            </a:r>
            <a:r>
              <a:rPr lang="en-US" dirty="0" err="1" smtClean="0"/>
              <a:t>da</a:t>
            </a:r>
            <a:r>
              <a:rPr lang="en-US" dirty="0" smtClean="0"/>
              <a:t> </a:t>
            </a:r>
            <a:r>
              <a:rPr lang="en-US" dirty="0" err="1" smtClean="0"/>
              <a:t>definição</a:t>
            </a:r>
            <a:r>
              <a:rPr lang="en-US" dirty="0" smtClean="0"/>
              <a:t> de </a:t>
            </a:r>
            <a:r>
              <a:rPr lang="en-US" dirty="0" err="1" smtClean="0"/>
              <a:t>objetivos</a:t>
            </a:r>
            <a:r>
              <a:rPr lang="en-US" dirty="0" smtClean="0"/>
              <a:t> e </a:t>
            </a:r>
            <a:r>
              <a:rPr lang="en-US" dirty="0" err="1" smtClean="0"/>
              <a:t>metas</a:t>
            </a:r>
            <a:endParaRPr lang="en-US" dirty="0" smtClean="0"/>
          </a:p>
          <a:p>
            <a:pPr lvl="1"/>
            <a:r>
              <a:rPr lang="en-US" dirty="0" smtClean="0"/>
              <a:t>Se o </a:t>
            </a:r>
            <a:r>
              <a:rPr lang="en-US" dirty="0" err="1" smtClean="0"/>
              <a:t>seu</a:t>
            </a:r>
            <a:r>
              <a:rPr lang="en-US" dirty="0" smtClean="0"/>
              <a:t> </a:t>
            </a:r>
            <a:r>
              <a:rPr lang="en-US" dirty="0" err="1" smtClean="0"/>
              <a:t>objetivo</a:t>
            </a:r>
            <a:r>
              <a:rPr lang="en-US" dirty="0" smtClean="0"/>
              <a:t> for </a:t>
            </a:r>
            <a:r>
              <a:rPr lang="en-US" dirty="0" err="1" smtClean="0"/>
              <a:t>gerar</a:t>
            </a:r>
            <a:r>
              <a:rPr lang="en-US" dirty="0" smtClean="0"/>
              <a:t> Leads </a:t>
            </a:r>
            <a:r>
              <a:rPr lang="en-US" dirty="0" err="1" smtClean="0"/>
              <a:t>ou</a:t>
            </a:r>
            <a:r>
              <a:rPr lang="en-US" dirty="0" smtClean="0"/>
              <a:t> </a:t>
            </a:r>
            <a:r>
              <a:rPr lang="en-US" dirty="0" err="1" smtClean="0"/>
              <a:t>Vendas</a:t>
            </a:r>
            <a:r>
              <a:rPr lang="en-US" dirty="0" smtClean="0"/>
              <a:t>, </a:t>
            </a:r>
            <a:r>
              <a:rPr lang="en-US" dirty="0" err="1" smtClean="0"/>
              <a:t>terá</a:t>
            </a:r>
            <a:r>
              <a:rPr lang="en-US" dirty="0" smtClean="0"/>
              <a:t> de </a:t>
            </a:r>
            <a:r>
              <a:rPr lang="en-US" dirty="0" err="1" smtClean="0"/>
              <a:t>inserir</a:t>
            </a:r>
            <a:r>
              <a:rPr lang="en-US" dirty="0" smtClean="0"/>
              <a:t> um </a:t>
            </a:r>
            <a:r>
              <a:rPr lang="en-US" dirty="0" err="1" smtClean="0"/>
              <a:t>código</a:t>
            </a:r>
            <a:r>
              <a:rPr lang="en-US" dirty="0" smtClean="0"/>
              <a:t> do Google </a:t>
            </a:r>
            <a:r>
              <a:rPr lang="en-US" dirty="0" err="1" smtClean="0"/>
              <a:t>em</a:t>
            </a:r>
            <a:r>
              <a:rPr lang="en-US" dirty="0" smtClean="0"/>
              <a:t> </a:t>
            </a:r>
            <a:r>
              <a:rPr lang="en-US" dirty="0" err="1" smtClean="0"/>
              <a:t>uma</a:t>
            </a:r>
            <a:r>
              <a:rPr lang="en-US" dirty="0" smtClean="0"/>
              <a:t> </a:t>
            </a:r>
            <a:r>
              <a:rPr lang="en-US" dirty="0" err="1" smtClean="0"/>
              <a:t>ou</a:t>
            </a:r>
            <a:r>
              <a:rPr lang="en-US" dirty="0" smtClean="0"/>
              <a:t> </a:t>
            </a:r>
            <a:r>
              <a:rPr lang="en-US" dirty="0" err="1" smtClean="0"/>
              <a:t>outra</a:t>
            </a:r>
            <a:r>
              <a:rPr lang="en-US" dirty="0" smtClean="0"/>
              <a:t> </a:t>
            </a:r>
            <a:r>
              <a:rPr lang="en-US" dirty="0" err="1" smtClean="0"/>
              <a:t>página</a:t>
            </a:r>
            <a:r>
              <a:rPr lang="en-US" dirty="0" smtClean="0"/>
              <a:t> de </a:t>
            </a:r>
            <a:r>
              <a:rPr lang="en-US" dirty="0" err="1" smtClean="0"/>
              <a:t>seu</a:t>
            </a:r>
            <a:r>
              <a:rPr lang="en-US" dirty="0" smtClean="0"/>
              <a:t> site</a:t>
            </a:r>
          </a:p>
          <a:p>
            <a:pPr lvl="1"/>
            <a:r>
              <a:rPr lang="en-US" dirty="0" err="1" smtClean="0"/>
              <a:t>Todos</a:t>
            </a:r>
            <a:r>
              <a:rPr lang="en-US" dirty="0" smtClean="0"/>
              <a:t> </a:t>
            </a:r>
            <a:r>
              <a:rPr lang="en-US" dirty="0" err="1" smtClean="0"/>
              <a:t>os</a:t>
            </a:r>
            <a:r>
              <a:rPr lang="en-US" dirty="0" smtClean="0"/>
              <a:t> </a:t>
            </a:r>
            <a:r>
              <a:rPr lang="en-US" dirty="0" err="1" smtClean="0"/>
              <a:t>envolvidos</a:t>
            </a:r>
            <a:r>
              <a:rPr lang="en-US" dirty="0" smtClean="0"/>
              <a:t> </a:t>
            </a:r>
            <a:r>
              <a:rPr lang="en-US" dirty="0" err="1" smtClean="0"/>
              <a:t>terão</a:t>
            </a:r>
            <a:r>
              <a:rPr lang="en-US" dirty="0" smtClean="0"/>
              <a:t> o </a:t>
            </a:r>
            <a:r>
              <a:rPr lang="en-US" dirty="0" err="1" smtClean="0"/>
              <a:t>mesmo</a:t>
            </a:r>
            <a:r>
              <a:rPr lang="en-US" dirty="0" smtClean="0"/>
              <a:t> </a:t>
            </a:r>
            <a:r>
              <a:rPr lang="en-US" dirty="0" err="1" smtClean="0"/>
              <a:t>foco</a:t>
            </a:r>
            <a:endParaRPr lang="en-US" dirty="0" smtClean="0"/>
          </a:p>
          <a:p>
            <a:pPr lvl="1"/>
            <a:endParaRPr lang="pt-B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282" y="2285992"/>
            <a:ext cx="8429684" cy="1400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Objetivo</a:t>
            </a:r>
            <a:r>
              <a:rPr lang="en-US" dirty="0" smtClean="0"/>
              <a:t> </a:t>
            </a:r>
            <a:r>
              <a:rPr lang="en-US" dirty="0" err="1" smtClean="0"/>
              <a:t>da</a:t>
            </a:r>
            <a:r>
              <a:rPr lang="en-US" dirty="0" smtClean="0"/>
              <a:t> </a:t>
            </a:r>
            <a:r>
              <a:rPr lang="en-US" dirty="0" err="1" smtClean="0"/>
              <a:t>Campanha</a:t>
            </a:r>
            <a:r>
              <a:rPr lang="en-US" dirty="0" smtClean="0"/>
              <a:t> III</a:t>
            </a:r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2910" y="1047770"/>
            <a:ext cx="7115175" cy="523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Estratégia</a:t>
            </a:r>
            <a:r>
              <a:rPr lang="en-US" dirty="0" smtClean="0"/>
              <a:t> </a:t>
            </a:r>
            <a:r>
              <a:rPr lang="en-US" dirty="0" err="1" smtClean="0"/>
              <a:t>da</a:t>
            </a:r>
            <a:r>
              <a:rPr lang="en-US" dirty="0" smtClean="0"/>
              <a:t> </a:t>
            </a:r>
            <a:r>
              <a:rPr lang="en-US" dirty="0" err="1" smtClean="0"/>
              <a:t>Campanha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sz="1800" dirty="0" smtClean="0"/>
              <a:t>“O </a:t>
            </a:r>
            <a:r>
              <a:rPr lang="pt-BR" sz="1800" b="1" dirty="0" smtClean="0"/>
              <a:t>fator mais importante </a:t>
            </a:r>
            <a:r>
              <a:rPr lang="pt-BR" sz="1800" dirty="0" smtClean="0"/>
              <a:t>na relevância e classificação de um anúncio do </a:t>
            </a:r>
            <a:r>
              <a:rPr lang="pt-BR" sz="1800" dirty="0" err="1" smtClean="0"/>
              <a:t>AdWords</a:t>
            </a:r>
            <a:r>
              <a:rPr lang="pt-BR" sz="1800" dirty="0" smtClean="0"/>
              <a:t> é sua </a:t>
            </a:r>
            <a:r>
              <a:rPr lang="pt-BR" sz="1800" b="1" dirty="0" smtClean="0"/>
              <a:t>qualidade</a:t>
            </a:r>
            <a:r>
              <a:rPr lang="pt-BR" sz="1800" dirty="0" smtClean="0"/>
              <a:t>, também chamada de </a:t>
            </a:r>
            <a:r>
              <a:rPr lang="pt-BR" sz="1800" b="1" dirty="0" smtClean="0"/>
              <a:t>Índice de qualidade</a:t>
            </a:r>
            <a:r>
              <a:rPr lang="pt-BR" sz="1800" dirty="0" smtClean="0"/>
              <a:t>. Essa medida é o mais forte indício da opinião do usuário sobre a utilidade de um anúncio e é crucial para o modelo de preços de custo por clique (CPC) do </a:t>
            </a:r>
            <a:r>
              <a:rPr lang="pt-BR" sz="1800" dirty="0" err="1" smtClean="0"/>
              <a:t>AdWords</a:t>
            </a:r>
            <a:r>
              <a:rPr lang="pt-BR" sz="1800" dirty="0" smtClean="0"/>
              <a:t>.”</a:t>
            </a:r>
          </a:p>
          <a:p>
            <a:endParaRPr lang="pt-BR" sz="1800" dirty="0" smtClean="0"/>
          </a:p>
          <a:p>
            <a:r>
              <a:rPr lang="pt-BR" sz="1800" b="1" dirty="0" smtClean="0"/>
              <a:t>O que é o Índice de Qualidade?</a:t>
            </a:r>
          </a:p>
          <a:p>
            <a:pPr lvl="1"/>
            <a:r>
              <a:rPr lang="pt-BR" sz="1800" dirty="0" smtClean="0"/>
              <a:t>“O </a:t>
            </a:r>
            <a:r>
              <a:rPr lang="pt-BR" sz="1800" dirty="0" err="1" smtClean="0"/>
              <a:t>AdWords</a:t>
            </a:r>
            <a:r>
              <a:rPr lang="pt-BR" sz="1800" dirty="0" smtClean="0"/>
              <a:t> usa uma </a:t>
            </a:r>
            <a:r>
              <a:rPr lang="pt-BR" sz="1800" b="1" dirty="0" smtClean="0"/>
              <a:t>variável dinâmica </a:t>
            </a:r>
            <a:r>
              <a:rPr lang="pt-BR" sz="1800" dirty="0" smtClean="0"/>
              <a:t>chamada "Índice de qualidade" </a:t>
            </a:r>
            <a:r>
              <a:rPr lang="pt-BR" sz="1800" b="1" dirty="0" smtClean="0"/>
              <a:t>para avaliar a relevância das palavras-chave</a:t>
            </a:r>
            <a:r>
              <a:rPr lang="pt-BR" sz="1800" dirty="0" smtClean="0"/>
              <a:t>.” </a:t>
            </a:r>
          </a:p>
          <a:p>
            <a:pPr lvl="1"/>
            <a:endParaRPr lang="pt-BR" sz="1800" dirty="0" smtClean="0"/>
          </a:p>
          <a:p>
            <a:pPr marL="274320" lvl="1">
              <a:spcBef>
                <a:spcPts val="600"/>
              </a:spcBef>
              <a:buSzPct val="70000"/>
              <a:buFont typeface="Wingdings"/>
              <a:buChar char=""/>
            </a:pPr>
            <a:r>
              <a:rPr lang="en-US" sz="1800" b="1" dirty="0" smtClean="0"/>
              <a:t>O </a:t>
            </a:r>
            <a:r>
              <a:rPr lang="en-US" sz="1800" b="1" dirty="0" err="1" smtClean="0"/>
              <a:t>que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influencia</a:t>
            </a:r>
            <a:r>
              <a:rPr lang="en-US" sz="1800" b="1" dirty="0" smtClean="0"/>
              <a:t> o </a:t>
            </a:r>
            <a:r>
              <a:rPr lang="en-US" sz="1800" b="1" dirty="0" err="1" smtClean="0"/>
              <a:t>Índice</a:t>
            </a:r>
            <a:r>
              <a:rPr lang="en-US" sz="1800" b="1" dirty="0" smtClean="0"/>
              <a:t> de </a:t>
            </a:r>
            <a:r>
              <a:rPr lang="en-US" sz="1800" b="1" dirty="0" err="1" smtClean="0"/>
              <a:t>Qualidade</a:t>
            </a:r>
            <a:r>
              <a:rPr lang="en-US" sz="1800" b="1" dirty="0" smtClean="0"/>
              <a:t>?</a:t>
            </a:r>
            <a:endParaRPr lang="pt-BR" sz="1800" b="1" dirty="0" smtClean="0"/>
          </a:p>
          <a:p>
            <a:pPr lvl="1"/>
            <a:r>
              <a:rPr lang="pt-BR" sz="1800" dirty="0" smtClean="0"/>
              <a:t>“O Índice de qualidade </a:t>
            </a:r>
            <a:r>
              <a:rPr lang="pt-BR" sz="1800" b="1" dirty="0" smtClean="0"/>
              <a:t>se baseia </a:t>
            </a:r>
            <a:r>
              <a:rPr lang="pt-BR" sz="1800" dirty="0" smtClean="0"/>
              <a:t>na </a:t>
            </a:r>
            <a:r>
              <a:rPr lang="pt-BR" sz="1800" b="1" dirty="0" smtClean="0"/>
              <a:t>CTR</a:t>
            </a:r>
            <a:r>
              <a:rPr lang="pt-BR" sz="1800" dirty="0" smtClean="0"/>
              <a:t> (</a:t>
            </a:r>
            <a:r>
              <a:rPr lang="pt-BR" sz="1800" dirty="0" err="1" smtClean="0"/>
              <a:t>Clickthrough</a:t>
            </a:r>
            <a:r>
              <a:rPr lang="pt-BR" sz="1800" dirty="0" smtClean="0"/>
              <a:t> Rate - Taxa de cliques) da palavra-chave no Google, na </a:t>
            </a:r>
            <a:r>
              <a:rPr lang="pt-BR" sz="1800" b="1" dirty="0" smtClean="0"/>
              <a:t>relevância do texto do anúncio</a:t>
            </a:r>
            <a:r>
              <a:rPr lang="pt-BR" sz="1800" dirty="0" smtClean="0"/>
              <a:t>, da </a:t>
            </a:r>
            <a:r>
              <a:rPr lang="pt-BR" sz="1800" b="1" dirty="0" smtClean="0"/>
              <a:t>palavra-chave</a:t>
            </a:r>
            <a:r>
              <a:rPr lang="pt-BR" sz="1800" dirty="0" smtClean="0"/>
              <a:t> da </a:t>
            </a:r>
            <a:r>
              <a:rPr lang="pt-BR" sz="1800" b="1" dirty="0" smtClean="0"/>
              <a:t>página de destino </a:t>
            </a:r>
            <a:r>
              <a:rPr lang="pt-BR" sz="1800" dirty="0" smtClean="0"/>
              <a:t>e em </a:t>
            </a:r>
            <a:r>
              <a:rPr lang="pt-BR" sz="1800" b="1" dirty="0" smtClean="0"/>
              <a:t>vários outros fatores de relevância</a:t>
            </a:r>
            <a:r>
              <a:rPr lang="pt-BR" sz="1800" dirty="0" smtClean="0"/>
              <a:t>.”</a:t>
            </a:r>
          </a:p>
          <a:p>
            <a:endParaRPr lang="pt-BR" sz="1800" dirty="0" smtClean="0"/>
          </a:p>
          <a:p>
            <a:endParaRPr lang="en-US" sz="1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Estratégia</a:t>
            </a:r>
            <a:r>
              <a:rPr lang="en-US" dirty="0" smtClean="0"/>
              <a:t> </a:t>
            </a:r>
            <a:r>
              <a:rPr lang="en-US" dirty="0" err="1" smtClean="0"/>
              <a:t>da</a:t>
            </a:r>
            <a:r>
              <a:rPr lang="en-US" dirty="0" smtClean="0"/>
              <a:t> </a:t>
            </a:r>
            <a:r>
              <a:rPr lang="en-US" dirty="0" err="1" smtClean="0"/>
              <a:t>Campanha</a:t>
            </a:r>
            <a:r>
              <a:rPr lang="en-US" dirty="0" smtClean="0"/>
              <a:t> II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1800" b="1" dirty="0" err="1" smtClean="0"/>
              <a:t>Posicionamento</a:t>
            </a:r>
            <a:r>
              <a:rPr lang="en-US" sz="1800" b="1" dirty="0" smtClean="0"/>
              <a:t>: </a:t>
            </a:r>
            <a:r>
              <a:rPr lang="en-US" sz="1800" dirty="0" smtClean="0"/>
              <a:t>“</a:t>
            </a:r>
            <a:r>
              <a:rPr lang="pt-BR" sz="1800" dirty="0" smtClean="0"/>
              <a:t>Em geral, </a:t>
            </a:r>
            <a:r>
              <a:rPr lang="pt-BR" sz="1800" b="1" dirty="0" smtClean="0"/>
              <a:t>quanto mais alto for o Índice de qualidade</a:t>
            </a:r>
            <a:r>
              <a:rPr lang="pt-BR" sz="1800" dirty="0" smtClean="0"/>
              <a:t>, </a:t>
            </a:r>
            <a:r>
              <a:rPr lang="pt-BR" sz="1800" b="1" dirty="0" smtClean="0"/>
              <a:t>mais baixos serão seus custos e melhor será a posição do seu anúncio.</a:t>
            </a:r>
            <a:r>
              <a:rPr lang="en-US" sz="1800" dirty="0" smtClean="0"/>
              <a:t>”</a:t>
            </a:r>
            <a:endParaRPr lang="pt-BR" sz="1800" dirty="0" smtClean="0"/>
          </a:p>
          <a:p>
            <a:endParaRPr lang="en-US" sz="1800" dirty="0" smtClean="0"/>
          </a:p>
          <a:p>
            <a:endParaRPr lang="en-US" sz="1800" dirty="0" smtClean="0"/>
          </a:p>
          <a:p>
            <a:endParaRPr lang="en-US" sz="1800" dirty="0" smtClean="0"/>
          </a:p>
          <a:p>
            <a:endParaRPr lang="en-US" sz="1800" dirty="0" smtClean="0"/>
          </a:p>
          <a:p>
            <a:endParaRPr lang="en-US" sz="1800" dirty="0" smtClean="0"/>
          </a:p>
          <a:p>
            <a:endParaRPr lang="en-US" sz="1800" dirty="0" smtClean="0"/>
          </a:p>
          <a:p>
            <a:endParaRPr lang="en-US" sz="1800" dirty="0" smtClean="0"/>
          </a:p>
          <a:p>
            <a:endParaRPr lang="en-US" sz="1800" dirty="0" smtClean="0"/>
          </a:p>
          <a:p>
            <a:endParaRPr lang="en-US" sz="1800" dirty="0" smtClean="0"/>
          </a:p>
          <a:p>
            <a:r>
              <a:rPr lang="en-US" sz="1800" b="1" dirty="0" err="1" smtClean="0"/>
              <a:t>Conclusão</a:t>
            </a:r>
            <a:r>
              <a:rPr lang="en-US" sz="1800" b="1" dirty="0" smtClean="0"/>
              <a:t>: </a:t>
            </a:r>
            <a:r>
              <a:rPr lang="en-US" sz="1800" b="1" dirty="0" err="1" smtClean="0"/>
              <a:t>Devemos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iniciar</a:t>
            </a:r>
            <a:r>
              <a:rPr lang="en-US" sz="1800" b="1" dirty="0" smtClean="0"/>
              <a:t> a </a:t>
            </a:r>
            <a:r>
              <a:rPr lang="en-US" sz="1800" b="1" dirty="0" err="1" smtClean="0"/>
              <a:t>campanha</a:t>
            </a:r>
            <a:r>
              <a:rPr lang="en-US" sz="1800" b="1" dirty="0" smtClean="0"/>
              <a:t> com um Alto CPC</a:t>
            </a:r>
            <a:endParaRPr lang="pt-BR" sz="1800" b="1" dirty="0"/>
          </a:p>
        </p:txBody>
      </p:sp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5984" y="2214554"/>
            <a:ext cx="4000528" cy="2847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ítulo 1"/>
          <p:cNvSpPr>
            <a:spLocks noGrp="1"/>
          </p:cNvSpPr>
          <p:nvPr>
            <p:ph type="title"/>
          </p:nvPr>
        </p:nvSpPr>
        <p:spPr>
          <a:xfrm>
            <a:off x="428596" y="71414"/>
            <a:ext cx="7467600" cy="928694"/>
          </a:xfrm>
        </p:spPr>
        <p:txBody>
          <a:bodyPr lIns="82945" tIns="41473" rIns="82945" bIns="41473"/>
          <a:lstStyle/>
          <a:p>
            <a:r>
              <a:rPr lang="en-US" dirty="0" err="1" smtClean="0"/>
              <a:t>Estratégia</a:t>
            </a:r>
            <a:r>
              <a:rPr lang="en-US" dirty="0" smtClean="0"/>
              <a:t> </a:t>
            </a:r>
            <a:r>
              <a:rPr lang="en-US" dirty="0" err="1" smtClean="0"/>
              <a:t>da</a:t>
            </a:r>
            <a:r>
              <a:rPr lang="en-US" dirty="0" smtClean="0"/>
              <a:t> </a:t>
            </a:r>
            <a:r>
              <a:rPr lang="en-US" dirty="0" err="1" smtClean="0"/>
              <a:t>Campanha</a:t>
            </a:r>
            <a:r>
              <a:rPr lang="en-US" dirty="0" smtClean="0"/>
              <a:t> II</a:t>
            </a:r>
            <a:br>
              <a:rPr lang="en-US" dirty="0" smtClean="0"/>
            </a:br>
            <a:r>
              <a:rPr lang="pt-BR" dirty="0" smtClean="0"/>
              <a:t>Como o Google classifica os anúncios?</a:t>
            </a:r>
          </a:p>
        </p:txBody>
      </p:sp>
      <p:sp>
        <p:nvSpPr>
          <p:cNvPr id="15363" name="Retângulo 3"/>
          <p:cNvSpPr>
            <a:spLocks noChangeArrowheads="1"/>
          </p:cNvSpPr>
          <p:nvPr/>
        </p:nvSpPr>
        <p:spPr bwMode="auto">
          <a:xfrm>
            <a:off x="1396801" y="6001110"/>
            <a:ext cx="5389920" cy="338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0" tIns="45715" rIns="91430" bIns="45715">
            <a:spAutoFit/>
          </a:bodyPr>
          <a:lstStyle/>
          <a:p>
            <a:pPr hangingPunct="0">
              <a:lnSpc>
                <a:spcPct val="89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pt-BR"/>
              <a:t>http://www.youtube.com/watch?v=K7l0a2PVhPQ </a:t>
            </a:r>
          </a:p>
        </p:txBody>
      </p:sp>
      <p:pic>
        <p:nvPicPr>
          <p:cNvPr id="1536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72320" y="1421430"/>
            <a:ext cx="4597920" cy="4013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6880" y="1142040"/>
            <a:ext cx="8128800" cy="4572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Estratégia</a:t>
            </a:r>
            <a:r>
              <a:rPr lang="en-US" dirty="0" smtClean="0"/>
              <a:t> </a:t>
            </a:r>
            <a:r>
              <a:rPr lang="en-US" dirty="0" err="1" smtClean="0"/>
              <a:t>da</a:t>
            </a:r>
            <a:r>
              <a:rPr lang="en-US" dirty="0" smtClean="0"/>
              <a:t> </a:t>
            </a:r>
            <a:r>
              <a:rPr lang="en-US" dirty="0" err="1" smtClean="0"/>
              <a:t>campanha</a:t>
            </a:r>
            <a:r>
              <a:rPr lang="en-US" dirty="0" smtClean="0"/>
              <a:t> III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O </a:t>
            </a:r>
            <a:r>
              <a:rPr lang="en-US" dirty="0" err="1" smtClean="0"/>
              <a:t>que</a:t>
            </a:r>
            <a:r>
              <a:rPr lang="en-US" dirty="0" smtClean="0"/>
              <a:t> </a:t>
            </a:r>
            <a:r>
              <a:rPr lang="en-US" dirty="0" err="1" smtClean="0"/>
              <a:t>influencia</a:t>
            </a:r>
            <a:r>
              <a:rPr lang="en-US" dirty="0" smtClean="0"/>
              <a:t> o CTR(%)?</a:t>
            </a:r>
          </a:p>
          <a:p>
            <a:pPr lvl="1"/>
            <a:r>
              <a:rPr lang="en-US" dirty="0" err="1" smtClean="0"/>
              <a:t>Palavras-chave</a:t>
            </a:r>
            <a:endParaRPr lang="en-US" dirty="0" smtClean="0"/>
          </a:p>
          <a:p>
            <a:pPr lvl="1"/>
            <a:r>
              <a:rPr lang="en-US" dirty="0" err="1" smtClean="0"/>
              <a:t>Descrição</a:t>
            </a:r>
            <a:r>
              <a:rPr lang="en-US" dirty="0" smtClean="0"/>
              <a:t> do </a:t>
            </a:r>
            <a:r>
              <a:rPr lang="en-US" dirty="0" err="1" smtClean="0"/>
              <a:t>anúncio</a:t>
            </a:r>
            <a:endParaRPr lang="en-US" dirty="0" smtClean="0"/>
          </a:p>
          <a:p>
            <a:pPr lvl="1"/>
            <a:r>
              <a:rPr lang="en-US" dirty="0" err="1" smtClean="0"/>
              <a:t>Posicionamento</a:t>
            </a:r>
            <a:r>
              <a:rPr lang="en-US" dirty="0" smtClean="0"/>
              <a:t> do </a:t>
            </a:r>
            <a:r>
              <a:rPr lang="en-US" dirty="0" err="1" smtClean="0"/>
              <a:t>anúncio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O </a:t>
            </a:r>
            <a:r>
              <a:rPr lang="en-US" dirty="0" err="1" smtClean="0"/>
              <a:t>Índice</a:t>
            </a:r>
            <a:r>
              <a:rPr lang="en-US" dirty="0" smtClean="0"/>
              <a:t> de </a:t>
            </a:r>
            <a:r>
              <a:rPr lang="en-US" dirty="0" err="1" smtClean="0"/>
              <a:t>Qualidade</a:t>
            </a:r>
            <a:endParaRPr lang="en-US" dirty="0" smtClean="0"/>
          </a:p>
          <a:p>
            <a:endParaRPr lang="en-US" dirty="0" smtClean="0"/>
          </a:p>
          <a:p>
            <a:pPr lvl="1"/>
            <a:r>
              <a:rPr lang="en-US" dirty="0" err="1" smtClean="0"/>
              <a:t>Palavras</a:t>
            </a:r>
            <a:r>
              <a:rPr lang="en-US" dirty="0" smtClean="0"/>
              <a:t>-</a:t>
            </a:r>
            <a:r>
              <a:rPr lang="en-US" dirty="0" err="1" smtClean="0"/>
              <a:t>chave</a:t>
            </a:r>
            <a:endParaRPr lang="en-US" dirty="0" smtClean="0"/>
          </a:p>
          <a:p>
            <a:pPr lvl="1"/>
            <a:r>
              <a:rPr lang="en-US" dirty="0" err="1" smtClean="0"/>
              <a:t>Anúncios</a:t>
            </a:r>
            <a:r>
              <a:rPr lang="en-US" dirty="0" smtClean="0"/>
              <a:t> </a:t>
            </a:r>
          </a:p>
          <a:p>
            <a:pPr lvl="1"/>
            <a:r>
              <a:rPr lang="en-US" dirty="0" err="1" smtClean="0"/>
              <a:t>Página</a:t>
            </a:r>
            <a:r>
              <a:rPr lang="en-US" dirty="0" smtClean="0"/>
              <a:t> de </a:t>
            </a:r>
            <a:r>
              <a:rPr lang="en-US" dirty="0" err="1" smtClean="0"/>
              <a:t>destino</a:t>
            </a:r>
            <a:endParaRPr lang="en-US" dirty="0" smtClean="0"/>
          </a:p>
          <a:p>
            <a:pPr lvl="3"/>
            <a:endParaRPr lang="en-US" dirty="0" smtClean="0"/>
          </a:p>
          <a:p>
            <a:pPr lvl="3"/>
            <a:endParaRPr lang="en-US" dirty="0" smtClean="0"/>
          </a:p>
          <a:p>
            <a:r>
              <a:rPr lang="en-US" dirty="0" smtClean="0"/>
              <a:t>Como </a:t>
            </a:r>
            <a:r>
              <a:rPr lang="en-US" dirty="0" err="1" smtClean="0"/>
              <a:t>obter</a:t>
            </a:r>
            <a:r>
              <a:rPr lang="en-US" dirty="0" smtClean="0"/>
              <a:t> um alto </a:t>
            </a:r>
            <a:r>
              <a:rPr lang="en-US" dirty="0" err="1" smtClean="0"/>
              <a:t>Índice</a:t>
            </a:r>
            <a:r>
              <a:rPr lang="en-US" dirty="0" smtClean="0"/>
              <a:t> de </a:t>
            </a:r>
            <a:r>
              <a:rPr lang="en-US" dirty="0" err="1" smtClean="0"/>
              <a:t>Qualidade</a:t>
            </a:r>
            <a:r>
              <a:rPr lang="en-US" dirty="0" smtClean="0"/>
              <a:t>?</a:t>
            </a:r>
          </a:p>
          <a:p>
            <a:pPr lvl="1"/>
            <a:r>
              <a:rPr lang="en-US" dirty="0" err="1" smtClean="0"/>
              <a:t>Palavras</a:t>
            </a:r>
            <a:r>
              <a:rPr lang="en-US" dirty="0" smtClean="0"/>
              <a:t>-</a:t>
            </a:r>
            <a:r>
              <a:rPr lang="en-US" dirty="0" err="1" smtClean="0"/>
              <a:t>chave</a:t>
            </a:r>
            <a:r>
              <a:rPr lang="en-US" dirty="0" smtClean="0"/>
              <a:t> </a:t>
            </a:r>
            <a:r>
              <a:rPr lang="en-US" dirty="0" err="1" smtClean="0"/>
              <a:t>específicas</a:t>
            </a:r>
            <a:r>
              <a:rPr lang="en-US" dirty="0" smtClean="0"/>
              <a:t> e </a:t>
            </a:r>
            <a:r>
              <a:rPr lang="en-US" dirty="0" err="1" smtClean="0"/>
              <a:t>bem</a:t>
            </a:r>
            <a:r>
              <a:rPr lang="en-US" dirty="0" smtClean="0"/>
              <a:t> </a:t>
            </a:r>
            <a:r>
              <a:rPr lang="en-US" dirty="0" err="1" smtClean="0"/>
              <a:t>agrupadas</a:t>
            </a:r>
            <a:endParaRPr lang="en-US" dirty="0" smtClean="0"/>
          </a:p>
          <a:p>
            <a:pPr lvl="1"/>
            <a:r>
              <a:rPr lang="en-US" dirty="0" err="1" smtClean="0"/>
              <a:t>Anúncios</a:t>
            </a:r>
            <a:r>
              <a:rPr lang="en-US" dirty="0" smtClean="0"/>
              <a:t> </a:t>
            </a:r>
            <a:r>
              <a:rPr lang="en-US" dirty="0" err="1" smtClean="0"/>
              <a:t>específicos</a:t>
            </a:r>
            <a:r>
              <a:rPr lang="en-US" dirty="0" smtClean="0"/>
              <a:t> com </a:t>
            </a:r>
            <a:r>
              <a:rPr lang="en-US" dirty="0" err="1" smtClean="0"/>
              <a:t>descrições</a:t>
            </a:r>
            <a:r>
              <a:rPr lang="en-US" dirty="0" smtClean="0"/>
              <a:t> </a:t>
            </a:r>
            <a:r>
              <a:rPr lang="en-US" dirty="0" err="1" smtClean="0"/>
              <a:t>claras</a:t>
            </a:r>
            <a:r>
              <a:rPr lang="en-US" dirty="0" smtClean="0"/>
              <a:t> e </a:t>
            </a:r>
            <a:r>
              <a:rPr lang="en-US" dirty="0" err="1" smtClean="0"/>
              <a:t>diretas</a:t>
            </a:r>
            <a:endParaRPr lang="en-US" dirty="0" smtClean="0"/>
          </a:p>
          <a:p>
            <a:pPr lvl="1"/>
            <a:r>
              <a:rPr lang="en-US" dirty="0" smtClean="0"/>
              <a:t>Landing pages </a:t>
            </a:r>
            <a:r>
              <a:rPr lang="en-US" dirty="0" err="1" smtClean="0"/>
              <a:t>específicas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O </a:t>
            </a:r>
            <a:r>
              <a:rPr lang="en-US" dirty="0" err="1" smtClean="0"/>
              <a:t>Índice</a:t>
            </a:r>
            <a:r>
              <a:rPr lang="en-US" dirty="0" smtClean="0"/>
              <a:t> de </a:t>
            </a:r>
            <a:r>
              <a:rPr lang="en-US" dirty="0" err="1" smtClean="0"/>
              <a:t>Qualidade</a:t>
            </a:r>
            <a:r>
              <a:rPr lang="en-US" dirty="0" smtClean="0"/>
              <a:t> e o </a:t>
            </a:r>
            <a:r>
              <a:rPr lang="en-US" dirty="0" err="1" smtClean="0"/>
              <a:t>meu</a:t>
            </a:r>
            <a:r>
              <a:rPr lang="en-US" dirty="0" smtClean="0"/>
              <a:t> </a:t>
            </a:r>
            <a:r>
              <a:rPr lang="en-US" dirty="0" err="1" smtClean="0"/>
              <a:t>objetivo</a:t>
            </a:r>
            <a:endParaRPr lang="en-US" dirty="0" smtClean="0"/>
          </a:p>
          <a:p>
            <a:pPr lvl="1"/>
            <a:r>
              <a:rPr lang="en-US" dirty="0" err="1" smtClean="0"/>
              <a:t>Atue</a:t>
            </a:r>
            <a:r>
              <a:rPr lang="en-US" dirty="0" smtClean="0"/>
              <a:t> </a:t>
            </a:r>
            <a:r>
              <a:rPr lang="en-US" dirty="0" err="1" smtClean="0"/>
              <a:t>nos</a:t>
            </a:r>
            <a:r>
              <a:rPr lang="en-US" dirty="0" smtClean="0"/>
              <a:t> </a:t>
            </a:r>
            <a:r>
              <a:rPr lang="en-US" dirty="0" err="1" smtClean="0"/>
              <a:t>fatores</a:t>
            </a:r>
            <a:r>
              <a:rPr lang="en-US" dirty="0" smtClean="0"/>
              <a:t> </a:t>
            </a:r>
            <a:r>
              <a:rPr lang="en-US" dirty="0" err="1" smtClean="0"/>
              <a:t>que</a:t>
            </a:r>
            <a:r>
              <a:rPr lang="en-US" dirty="0" smtClean="0"/>
              <a:t> </a:t>
            </a:r>
            <a:r>
              <a:rPr lang="en-US" dirty="0" err="1" smtClean="0"/>
              <a:t>influenciam</a:t>
            </a:r>
            <a:r>
              <a:rPr lang="en-US" dirty="0" smtClean="0"/>
              <a:t> o </a:t>
            </a:r>
            <a:r>
              <a:rPr lang="en-US" dirty="0" err="1" smtClean="0"/>
              <a:t>Índice</a:t>
            </a:r>
            <a:r>
              <a:rPr lang="en-US" dirty="0" smtClean="0"/>
              <a:t> de </a:t>
            </a:r>
            <a:r>
              <a:rPr lang="en-US" dirty="0" err="1" smtClean="0"/>
              <a:t>Qualidade</a:t>
            </a:r>
            <a:r>
              <a:rPr lang="en-US" dirty="0" smtClean="0"/>
              <a:t> de </a:t>
            </a:r>
            <a:r>
              <a:rPr lang="en-US" dirty="0" err="1" smtClean="0"/>
              <a:t>acordo</a:t>
            </a:r>
            <a:r>
              <a:rPr lang="en-US" dirty="0" smtClean="0"/>
              <a:t> com o </a:t>
            </a:r>
            <a:r>
              <a:rPr lang="en-US" dirty="0" err="1" smtClean="0"/>
              <a:t>Objetivo</a:t>
            </a:r>
            <a:r>
              <a:rPr lang="en-US" dirty="0" smtClean="0"/>
              <a:t> de </a:t>
            </a:r>
            <a:r>
              <a:rPr lang="en-US" dirty="0" err="1" smtClean="0"/>
              <a:t>sua</a:t>
            </a:r>
            <a:r>
              <a:rPr lang="en-US" dirty="0" smtClean="0"/>
              <a:t> </a:t>
            </a:r>
            <a:r>
              <a:rPr lang="en-US" dirty="0" err="1" smtClean="0"/>
              <a:t>Campanha</a:t>
            </a:r>
            <a:endParaRPr lang="en-US" dirty="0" smtClean="0"/>
          </a:p>
          <a:p>
            <a:pPr lvl="3"/>
            <a:endParaRPr lang="en-US" dirty="0" smtClean="0"/>
          </a:p>
        </p:txBody>
      </p:sp>
      <p:sp>
        <p:nvSpPr>
          <p:cNvPr id="5" name="Retângulo de cantos arredondados 4"/>
          <p:cNvSpPr/>
          <p:nvPr/>
        </p:nvSpPr>
        <p:spPr>
          <a:xfrm>
            <a:off x="4714876" y="928670"/>
            <a:ext cx="2928958" cy="642942"/>
          </a:xfrm>
          <a:prstGeom prst="round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CTR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6" name="Retângulo de cantos arredondados 5"/>
          <p:cNvSpPr/>
          <p:nvPr/>
        </p:nvSpPr>
        <p:spPr>
          <a:xfrm>
            <a:off x="4786314" y="2714620"/>
            <a:ext cx="2928958" cy="785818"/>
          </a:xfrm>
          <a:prstGeom prst="roundRect">
            <a:avLst/>
          </a:prstGeom>
          <a:solidFill>
            <a:srgbClr val="00B050">
              <a:alpha val="2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tx1"/>
                </a:solidFill>
              </a:rPr>
              <a:t>Índice</a:t>
            </a:r>
            <a:r>
              <a:rPr lang="en-US" dirty="0" smtClean="0">
                <a:solidFill>
                  <a:schemeClr val="tx1"/>
                </a:solidFill>
              </a:rPr>
              <a:t> de </a:t>
            </a:r>
            <a:r>
              <a:rPr lang="en-US" dirty="0" err="1" smtClean="0">
                <a:solidFill>
                  <a:schemeClr val="tx1"/>
                </a:solidFill>
              </a:rPr>
              <a:t>Qualidade</a:t>
            </a:r>
            <a:endParaRPr lang="pt-BR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Estratégia</a:t>
            </a:r>
            <a:r>
              <a:rPr lang="en-US" dirty="0" smtClean="0"/>
              <a:t> </a:t>
            </a:r>
            <a:r>
              <a:rPr lang="en-US" dirty="0" err="1" smtClean="0"/>
              <a:t>da</a:t>
            </a:r>
            <a:r>
              <a:rPr lang="en-US" dirty="0" smtClean="0"/>
              <a:t> </a:t>
            </a:r>
            <a:r>
              <a:rPr lang="en-US" dirty="0" err="1" smtClean="0"/>
              <a:t>campanha</a:t>
            </a:r>
            <a:r>
              <a:rPr lang="en-US" dirty="0" smtClean="0"/>
              <a:t> IV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 smtClean="0"/>
              <a:t>Resumo</a:t>
            </a:r>
            <a:endParaRPr lang="en-US" dirty="0" smtClean="0"/>
          </a:p>
          <a:p>
            <a:endParaRPr lang="en-US" dirty="0" smtClean="0"/>
          </a:p>
          <a:p>
            <a:pPr lvl="1"/>
            <a:r>
              <a:rPr lang="en-US" dirty="0" smtClean="0"/>
              <a:t>Alto </a:t>
            </a:r>
            <a:r>
              <a:rPr lang="en-US" dirty="0" smtClean="0"/>
              <a:t>CTR ( </a:t>
            </a:r>
            <a:r>
              <a:rPr lang="en-US" dirty="0" err="1" smtClean="0"/>
              <a:t>Taxa</a:t>
            </a:r>
            <a:r>
              <a:rPr lang="en-US" dirty="0" smtClean="0"/>
              <a:t> de Clique)</a:t>
            </a:r>
            <a:endParaRPr lang="en-US" dirty="0" smtClean="0"/>
          </a:p>
          <a:p>
            <a:pPr lvl="1"/>
            <a:r>
              <a:rPr lang="en-US" dirty="0" err="1" smtClean="0"/>
              <a:t>Palavras</a:t>
            </a:r>
            <a:r>
              <a:rPr lang="en-US" dirty="0" smtClean="0"/>
              <a:t>-</a:t>
            </a:r>
            <a:r>
              <a:rPr lang="en-US" dirty="0" err="1" smtClean="0"/>
              <a:t>chave</a:t>
            </a:r>
            <a:r>
              <a:rPr lang="en-US" dirty="0" smtClean="0"/>
              <a:t> </a:t>
            </a:r>
            <a:r>
              <a:rPr lang="en-US" dirty="0" err="1" smtClean="0"/>
              <a:t>específicas</a:t>
            </a:r>
            <a:r>
              <a:rPr lang="en-US" dirty="0" smtClean="0"/>
              <a:t> e </a:t>
            </a:r>
            <a:r>
              <a:rPr lang="en-US" dirty="0" err="1" smtClean="0"/>
              <a:t>bem</a:t>
            </a:r>
            <a:r>
              <a:rPr lang="en-US" dirty="0" smtClean="0"/>
              <a:t> </a:t>
            </a:r>
            <a:r>
              <a:rPr lang="en-US" dirty="0" err="1" smtClean="0"/>
              <a:t>agrupadas</a:t>
            </a:r>
            <a:endParaRPr lang="en-US" dirty="0" smtClean="0"/>
          </a:p>
          <a:p>
            <a:pPr lvl="1"/>
            <a:r>
              <a:rPr lang="en-US" dirty="0" err="1" smtClean="0"/>
              <a:t>Anúncios</a:t>
            </a:r>
            <a:r>
              <a:rPr lang="en-US" dirty="0" smtClean="0"/>
              <a:t> </a:t>
            </a:r>
            <a:r>
              <a:rPr lang="en-US" dirty="0" err="1" smtClean="0"/>
              <a:t>específicos</a:t>
            </a:r>
            <a:r>
              <a:rPr lang="en-US" dirty="0" smtClean="0"/>
              <a:t> com </a:t>
            </a:r>
            <a:r>
              <a:rPr lang="en-US" dirty="0" err="1" smtClean="0"/>
              <a:t>descrições</a:t>
            </a:r>
            <a:r>
              <a:rPr lang="en-US" dirty="0" smtClean="0"/>
              <a:t> </a:t>
            </a:r>
            <a:r>
              <a:rPr lang="en-US" dirty="0" err="1" smtClean="0"/>
              <a:t>claras</a:t>
            </a:r>
            <a:r>
              <a:rPr lang="en-US" dirty="0" smtClean="0"/>
              <a:t> e </a:t>
            </a:r>
            <a:r>
              <a:rPr lang="en-US" dirty="0" err="1" smtClean="0"/>
              <a:t>diretas</a:t>
            </a:r>
            <a:endParaRPr lang="en-US" dirty="0" smtClean="0"/>
          </a:p>
          <a:p>
            <a:pPr lvl="1"/>
            <a:r>
              <a:rPr lang="en-US" dirty="0" smtClean="0"/>
              <a:t>Landing pages </a:t>
            </a:r>
            <a:r>
              <a:rPr lang="en-US" dirty="0" err="1" smtClean="0"/>
              <a:t>específicas</a:t>
            </a:r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Metodologia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 smtClean="0"/>
              <a:t>Levantamento</a:t>
            </a:r>
            <a:r>
              <a:rPr lang="en-US" dirty="0" smtClean="0"/>
              <a:t> de </a:t>
            </a:r>
            <a:r>
              <a:rPr lang="en-US" dirty="0" err="1" smtClean="0"/>
              <a:t>Palavras</a:t>
            </a:r>
            <a:r>
              <a:rPr lang="en-US" dirty="0" smtClean="0"/>
              <a:t>-</a:t>
            </a:r>
            <a:r>
              <a:rPr lang="en-US" dirty="0" err="1" smtClean="0"/>
              <a:t>chave</a:t>
            </a:r>
            <a:r>
              <a:rPr lang="en-US" dirty="0" smtClean="0"/>
              <a:t>:</a:t>
            </a:r>
          </a:p>
          <a:p>
            <a:pPr>
              <a:buNone/>
            </a:pPr>
            <a:endParaRPr lang="en-US" dirty="0" smtClean="0"/>
          </a:p>
          <a:p>
            <a:pPr marL="822960" lvl="1" indent="-457200">
              <a:buFont typeface="+mj-lt"/>
              <a:buAutoNum type="arabicPeriod"/>
            </a:pPr>
            <a:r>
              <a:rPr lang="en-US" dirty="0" err="1" smtClean="0"/>
              <a:t>Levante</a:t>
            </a:r>
            <a:r>
              <a:rPr lang="en-US" dirty="0" smtClean="0"/>
              <a:t> </a:t>
            </a:r>
            <a:r>
              <a:rPr lang="en-US" dirty="0" err="1" smtClean="0"/>
              <a:t>uma</a:t>
            </a:r>
            <a:r>
              <a:rPr lang="en-US" dirty="0" smtClean="0"/>
              <a:t> </a:t>
            </a:r>
            <a:r>
              <a:rPr lang="en-US" dirty="0" err="1" smtClean="0"/>
              <a:t>lista</a:t>
            </a:r>
            <a:r>
              <a:rPr lang="en-US" dirty="0" smtClean="0"/>
              <a:t> </a:t>
            </a:r>
            <a:r>
              <a:rPr lang="en-US" dirty="0" err="1" smtClean="0"/>
              <a:t>inicial</a:t>
            </a:r>
            <a:r>
              <a:rPr lang="en-US" dirty="0" smtClean="0"/>
              <a:t> com base </a:t>
            </a:r>
            <a:r>
              <a:rPr lang="en-US" dirty="0" err="1" smtClean="0"/>
              <a:t>nas</a:t>
            </a:r>
            <a:r>
              <a:rPr lang="en-US" dirty="0" smtClean="0"/>
              <a:t> </a:t>
            </a:r>
            <a:r>
              <a:rPr lang="en-US" dirty="0" err="1" smtClean="0"/>
              <a:t>palavras</a:t>
            </a:r>
            <a:r>
              <a:rPr lang="en-US" dirty="0" smtClean="0"/>
              <a:t> de </a:t>
            </a:r>
            <a:r>
              <a:rPr lang="en-US" dirty="0" err="1" smtClean="0"/>
              <a:t>seu</a:t>
            </a:r>
            <a:r>
              <a:rPr lang="en-US" dirty="0" smtClean="0"/>
              <a:t> site</a:t>
            </a:r>
          </a:p>
          <a:p>
            <a:pPr marL="822960" lvl="1" indent="-457200">
              <a:buFont typeface="+mj-lt"/>
              <a:buAutoNum type="arabicPeriod"/>
            </a:pPr>
            <a:r>
              <a:rPr lang="en-US" dirty="0" err="1" smtClean="0"/>
              <a:t>Pesquise</a:t>
            </a:r>
            <a:r>
              <a:rPr lang="en-US" dirty="0" smtClean="0"/>
              <a:t> o site </a:t>
            </a:r>
            <a:r>
              <a:rPr lang="en-US" dirty="0" err="1" smtClean="0"/>
              <a:t>da</a:t>
            </a:r>
            <a:r>
              <a:rPr lang="en-US" dirty="0" smtClean="0"/>
              <a:t> </a:t>
            </a:r>
            <a:r>
              <a:rPr lang="en-US" dirty="0" err="1" smtClean="0"/>
              <a:t>concorrência</a:t>
            </a:r>
            <a:r>
              <a:rPr lang="en-US" dirty="0" smtClean="0"/>
              <a:t> </a:t>
            </a:r>
            <a:r>
              <a:rPr lang="en-US" dirty="0" err="1" smtClean="0"/>
              <a:t>para</a:t>
            </a:r>
            <a:r>
              <a:rPr lang="en-US" dirty="0" smtClean="0"/>
              <a:t> </a:t>
            </a:r>
            <a:r>
              <a:rPr lang="en-US" dirty="0" err="1" smtClean="0"/>
              <a:t>obter</a:t>
            </a:r>
            <a:r>
              <a:rPr lang="en-US" dirty="0" smtClean="0"/>
              <a:t> novas </a:t>
            </a:r>
            <a:r>
              <a:rPr lang="en-US" dirty="0" err="1" smtClean="0"/>
              <a:t>palavras</a:t>
            </a:r>
            <a:endParaRPr lang="en-US" dirty="0" smtClean="0"/>
          </a:p>
          <a:p>
            <a:pPr marL="822960" lvl="1" indent="-457200">
              <a:buFont typeface="+mj-lt"/>
              <a:buAutoNum type="arabicPeriod"/>
            </a:pPr>
            <a:r>
              <a:rPr lang="en-US" dirty="0" smtClean="0"/>
              <a:t>Utilize a </a:t>
            </a:r>
            <a:r>
              <a:rPr lang="en-US" dirty="0" err="1" smtClean="0"/>
              <a:t>ferramenta</a:t>
            </a:r>
            <a:r>
              <a:rPr lang="en-US" dirty="0" smtClean="0"/>
              <a:t> de </a:t>
            </a:r>
            <a:r>
              <a:rPr lang="en-US" dirty="0" err="1" smtClean="0"/>
              <a:t>Palavras</a:t>
            </a:r>
            <a:r>
              <a:rPr lang="en-US" dirty="0" smtClean="0"/>
              <a:t>-</a:t>
            </a:r>
            <a:r>
              <a:rPr lang="en-US" dirty="0" err="1" smtClean="0"/>
              <a:t>chave</a:t>
            </a:r>
            <a:r>
              <a:rPr lang="en-US" dirty="0" smtClean="0"/>
              <a:t> do Google a </a:t>
            </a:r>
            <a:r>
              <a:rPr lang="en-US" dirty="0" err="1" smtClean="0"/>
              <a:t>partir</a:t>
            </a:r>
            <a:r>
              <a:rPr lang="en-US" dirty="0" smtClean="0"/>
              <a:t> </a:t>
            </a:r>
            <a:r>
              <a:rPr lang="en-US" dirty="0" err="1" smtClean="0"/>
              <a:t>da</a:t>
            </a:r>
            <a:r>
              <a:rPr lang="en-US" dirty="0" smtClean="0"/>
              <a:t> </a:t>
            </a:r>
            <a:r>
              <a:rPr lang="en-US" dirty="0" err="1" smtClean="0"/>
              <a:t>lista</a:t>
            </a:r>
            <a:r>
              <a:rPr lang="en-US" dirty="0" smtClean="0"/>
              <a:t> </a:t>
            </a:r>
            <a:r>
              <a:rPr lang="en-US" dirty="0" err="1" smtClean="0"/>
              <a:t>levantada</a:t>
            </a:r>
            <a:r>
              <a:rPr lang="en-US" dirty="0" smtClean="0"/>
              <a:t> </a:t>
            </a:r>
            <a:r>
              <a:rPr lang="en-US" dirty="0" err="1" smtClean="0"/>
              <a:t>inicialmente</a:t>
            </a:r>
            <a:endParaRPr lang="en-US" dirty="0" smtClean="0"/>
          </a:p>
          <a:p>
            <a:pPr marL="822960" lvl="1" indent="-457200">
              <a:buFont typeface="+mj-lt"/>
              <a:buAutoNum type="arabicPeriod"/>
            </a:pPr>
            <a:r>
              <a:rPr lang="en-US" dirty="0" smtClean="0"/>
              <a:t>Organize a </a:t>
            </a:r>
            <a:r>
              <a:rPr lang="en-US" dirty="0" err="1" smtClean="0"/>
              <a:t>lista</a:t>
            </a:r>
            <a:r>
              <a:rPr lang="en-US" dirty="0" smtClean="0"/>
              <a:t> </a:t>
            </a:r>
            <a:r>
              <a:rPr lang="en-US" dirty="0" err="1" smtClean="0"/>
              <a:t>completa</a:t>
            </a:r>
            <a:r>
              <a:rPr lang="en-US" dirty="0" smtClean="0"/>
              <a:t> de </a:t>
            </a:r>
            <a:r>
              <a:rPr lang="en-US" dirty="0" err="1" smtClean="0"/>
              <a:t>palavras-chave</a:t>
            </a:r>
            <a:r>
              <a:rPr lang="en-US" dirty="0" smtClean="0"/>
              <a:t> </a:t>
            </a:r>
            <a:r>
              <a:rPr lang="en-US" dirty="0" err="1" smtClean="0"/>
              <a:t>em</a:t>
            </a:r>
            <a:r>
              <a:rPr lang="en-US" dirty="0" smtClean="0"/>
              <a:t> </a:t>
            </a:r>
            <a:r>
              <a:rPr lang="en-US" dirty="0" err="1" smtClean="0"/>
              <a:t>grupos</a:t>
            </a:r>
            <a:r>
              <a:rPr lang="en-US" dirty="0" smtClean="0"/>
              <a:t>/</a:t>
            </a:r>
            <a:r>
              <a:rPr lang="en-US" dirty="0" err="1" smtClean="0"/>
              <a:t>nichos</a:t>
            </a:r>
            <a:r>
              <a:rPr lang="en-US" dirty="0" smtClean="0"/>
              <a:t> </a:t>
            </a:r>
            <a:r>
              <a:rPr lang="en-US" dirty="0" err="1" smtClean="0"/>
              <a:t>específicos</a:t>
            </a:r>
            <a:r>
              <a:rPr lang="en-US" dirty="0" smtClean="0"/>
              <a:t> </a:t>
            </a:r>
            <a:r>
              <a:rPr lang="en-US" dirty="0" err="1" smtClean="0"/>
              <a:t>que</a:t>
            </a:r>
            <a:r>
              <a:rPr lang="en-US" dirty="0" smtClean="0"/>
              <a:t> </a:t>
            </a:r>
            <a:r>
              <a:rPr lang="en-US" dirty="0" err="1" smtClean="0"/>
              <a:t>tenham</a:t>
            </a:r>
            <a:r>
              <a:rPr lang="en-US" dirty="0" smtClean="0"/>
              <a:t> a </a:t>
            </a:r>
            <a:r>
              <a:rPr lang="en-US" dirty="0" err="1" smtClean="0"/>
              <a:t>mesma</a:t>
            </a:r>
            <a:r>
              <a:rPr lang="en-US" dirty="0" smtClean="0"/>
              <a:t> </a:t>
            </a:r>
            <a:r>
              <a:rPr lang="en-US" dirty="0" err="1" smtClean="0"/>
              <a:t>ideia</a:t>
            </a:r>
            <a:r>
              <a:rPr lang="en-US" dirty="0" smtClean="0"/>
              <a:t> </a:t>
            </a:r>
            <a:r>
              <a:rPr lang="en-US" dirty="0" err="1" smtClean="0"/>
              <a:t>lógica</a:t>
            </a:r>
            <a:r>
              <a:rPr lang="en-US" dirty="0" smtClean="0"/>
              <a:t> (</a:t>
            </a:r>
            <a:r>
              <a:rPr lang="en-US" dirty="0" err="1" smtClean="0"/>
              <a:t>Seja</a:t>
            </a:r>
            <a:r>
              <a:rPr lang="en-US" dirty="0" smtClean="0"/>
              <a:t> o </a:t>
            </a:r>
            <a:r>
              <a:rPr lang="en-US" dirty="0" err="1" smtClean="0"/>
              <a:t>mais</a:t>
            </a:r>
            <a:r>
              <a:rPr lang="en-US" dirty="0" smtClean="0"/>
              <a:t> </a:t>
            </a:r>
            <a:r>
              <a:rPr lang="en-US" dirty="0" err="1" smtClean="0"/>
              <a:t>específico</a:t>
            </a:r>
            <a:r>
              <a:rPr lang="en-US" dirty="0" smtClean="0"/>
              <a:t> </a:t>
            </a:r>
            <a:r>
              <a:rPr lang="en-US" dirty="0" err="1" smtClean="0"/>
              <a:t>possível</a:t>
            </a:r>
            <a:r>
              <a:rPr lang="en-US" dirty="0" smtClean="0"/>
              <a:t>)</a:t>
            </a:r>
          </a:p>
          <a:p>
            <a:pPr marL="822960" lvl="1" indent="-457200">
              <a:buFont typeface="+mj-lt"/>
              <a:buAutoNum type="arabicPeriod"/>
            </a:pPr>
            <a:endParaRPr lang="en-US" dirty="0" smtClean="0"/>
          </a:p>
          <a:p>
            <a:pPr marL="822960" lvl="1" indent="-457200">
              <a:buFont typeface="+mj-lt"/>
              <a:buAutoNum type="arabicPeriod"/>
            </a:pP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Exemplo</a:t>
            </a:r>
            <a:r>
              <a:rPr lang="en-US" dirty="0" smtClean="0"/>
              <a:t> Commit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 smtClean="0"/>
              <a:t>Objetivo</a:t>
            </a:r>
            <a:r>
              <a:rPr lang="en-US" dirty="0" smtClean="0"/>
              <a:t>: </a:t>
            </a:r>
            <a:r>
              <a:rPr lang="en-US" dirty="0" err="1" smtClean="0"/>
              <a:t>Gerar</a:t>
            </a:r>
            <a:r>
              <a:rPr lang="en-US" dirty="0" smtClean="0"/>
              <a:t> </a:t>
            </a:r>
            <a:r>
              <a:rPr lang="en-US" dirty="0" err="1" smtClean="0"/>
              <a:t>venda</a:t>
            </a:r>
            <a:r>
              <a:rPr lang="en-US" dirty="0" smtClean="0"/>
              <a:t> no site </a:t>
            </a:r>
            <a:r>
              <a:rPr lang="en-US" dirty="0" err="1" smtClean="0"/>
              <a:t>em</a:t>
            </a:r>
            <a:r>
              <a:rPr lang="en-US" dirty="0" smtClean="0"/>
              <a:t> especial de </a:t>
            </a:r>
            <a:r>
              <a:rPr lang="en-US" dirty="0" err="1" smtClean="0"/>
              <a:t>vídeos</a:t>
            </a:r>
            <a:r>
              <a:rPr lang="en-US" dirty="0" smtClean="0"/>
              <a:t> </a:t>
            </a:r>
            <a:r>
              <a:rPr lang="en-US" dirty="0" err="1" smtClean="0"/>
              <a:t>motivacionais</a:t>
            </a:r>
            <a:endParaRPr lang="en-US" dirty="0" smtClean="0"/>
          </a:p>
          <a:p>
            <a:r>
              <a:rPr lang="en-US" dirty="0" smtClean="0"/>
              <a:t>Meta: </a:t>
            </a:r>
            <a:r>
              <a:rPr lang="en-US" dirty="0" err="1" smtClean="0"/>
              <a:t>Gerar</a:t>
            </a:r>
            <a:r>
              <a:rPr lang="en-US" dirty="0" smtClean="0"/>
              <a:t> 1.000 </a:t>
            </a:r>
            <a:r>
              <a:rPr lang="en-US" dirty="0" err="1" smtClean="0"/>
              <a:t>vendas</a:t>
            </a:r>
            <a:r>
              <a:rPr lang="en-US" dirty="0" smtClean="0"/>
              <a:t>/</a:t>
            </a:r>
            <a:r>
              <a:rPr lang="en-US" dirty="0" err="1" smtClean="0"/>
              <a:t>mês</a:t>
            </a:r>
            <a:endParaRPr lang="en-US" dirty="0" smtClean="0"/>
          </a:p>
          <a:p>
            <a:r>
              <a:rPr lang="en-US" dirty="0" err="1" smtClean="0"/>
              <a:t>Terei</a:t>
            </a:r>
            <a:r>
              <a:rPr lang="en-US" dirty="0" smtClean="0"/>
              <a:t> de </a:t>
            </a:r>
            <a:r>
              <a:rPr lang="en-US" dirty="0" err="1" smtClean="0"/>
              <a:t>colocar</a:t>
            </a:r>
            <a:r>
              <a:rPr lang="en-US" dirty="0" smtClean="0"/>
              <a:t> </a:t>
            </a:r>
            <a:r>
              <a:rPr lang="en-US" dirty="0" err="1" smtClean="0"/>
              <a:t>algum</a:t>
            </a:r>
            <a:r>
              <a:rPr lang="en-US" dirty="0" smtClean="0"/>
              <a:t> </a:t>
            </a:r>
            <a:r>
              <a:rPr lang="en-US" dirty="0" err="1" smtClean="0"/>
              <a:t>código</a:t>
            </a:r>
            <a:r>
              <a:rPr lang="en-US" dirty="0" smtClean="0"/>
              <a:t> do Google no site? </a:t>
            </a:r>
            <a:r>
              <a:rPr lang="en-US" dirty="0" err="1" smtClean="0"/>
              <a:t>Sim</a:t>
            </a:r>
            <a:endParaRPr lang="en-US" dirty="0" smtClean="0"/>
          </a:p>
          <a:p>
            <a:pPr>
              <a:buNone/>
            </a:pP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Passo</a:t>
            </a:r>
            <a:r>
              <a:rPr lang="en-US" dirty="0" smtClean="0"/>
              <a:t> 1 – </a:t>
            </a:r>
            <a:r>
              <a:rPr lang="en-US" dirty="0" err="1" smtClean="0"/>
              <a:t>Análise</a:t>
            </a:r>
            <a:r>
              <a:rPr lang="en-US" dirty="0" smtClean="0"/>
              <a:t> do site </a:t>
            </a:r>
            <a:r>
              <a:rPr lang="en-US" dirty="0" err="1" smtClean="0"/>
              <a:t>da</a:t>
            </a:r>
            <a:r>
              <a:rPr lang="en-US" dirty="0" smtClean="0"/>
              <a:t> Commit</a:t>
            </a:r>
            <a:endParaRPr lang="pt-BR" dirty="0"/>
          </a:p>
        </p:txBody>
      </p:sp>
      <p:sp>
        <p:nvSpPr>
          <p:cNvPr id="21" name="Espaço Reservado para Conteúdo 20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00166" y="785794"/>
            <a:ext cx="7143768" cy="3085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tângulo de cantos arredondados 3"/>
          <p:cNvSpPr/>
          <p:nvPr/>
        </p:nvSpPr>
        <p:spPr>
          <a:xfrm>
            <a:off x="2071670" y="2071678"/>
            <a:ext cx="1143008" cy="214314"/>
          </a:xfrm>
          <a:prstGeom prst="roundRect">
            <a:avLst/>
          </a:prstGeom>
          <a:solidFill>
            <a:srgbClr val="FF0000">
              <a:alpha val="9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de cantos arredondados 4"/>
          <p:cNvSpPr/>
          <p:nvPr/>
        </p:nvSpPr>
        <p:spPr>
          <a:xfrm>
            <a:off x="5143504" y="2571744"/>
            <a:ext cx="928694" cy="214314"/>
          </a:xfrm>
          <a:prstGeom prst="roundRect">
            <a:avLst/>
          </a:prstGeom>
          <a:solidFill>
            <a:srgbClr val="FF0000">
              <a:alpha val="9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de cantos arredondados 5"/>
          <p:cNvSpPr/>
          <p:nvPr/>
        </p:nvSpPr>
        <p:spPr>
          <a:xfrm>
            <a:off x="2571736" y="1071546"/>
            <a:ext cx="1714512" cy="571504"/>
          </a:xfrm>
          <a:prstGeom prst="roundRect">
            <a:avLst/>
          </a:prstGeom>
          <a:solidFill>
            <a:srgbClr val="FF0000">
              <a:alpha val="9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de cantos arredondados 6"/>
          <p:cNvSpPr/>
          <p:nvPr/>
        </p:nvSpPr>
        <p:spPr>
          <a:xfrm>
            <a:off x="2428860" y="3500438"/>
            <a:ext cx="1000132" cy="214314"/>
          </a:xfrm>
          <a:prstGeom prst="roundRect">
            <a:avLst/>
          </a:prstGeom>
          <a:solidFill>
            <a:srgbClr val="FF0000">
              <a:alpha val="9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de cantos arredondados 7"/>
          <p:cNvSpPr/>
          <p:nvPr/>
        </p:nvSpPr>
        <p:spPr>
          <a:xfrm>
            <a:off x="5357818" y="3000372"/>
            <a:ext cx="714380" cy="214314"/>
          </a:xfrm>
          <a:prstGeom prst="roundRect">
            <a:avLst/>
          </a:prstGeom>
          <a:solidFill>
            <a:srgbClr val="FF0000">
              <a:alpha val="9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de cantos arredondados 8"/>
          <p:cNvSpPr/>
          <p:nvPr/>
        </p:nvSpPr>
        <p:spPr>
          <a:xfrm>
            <a:off x="7000892" y="3000372"/>
            <a:ext cx="857256" cy="214314"/>
          </a:xfrm>
          <a:prstGeom prst="roundRect">
            <a:avLst/>
          </a:prstGeom>
          <a:solidFill>
            <a:srgbClr val="FF0000">
              <a:alpha val="9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5720" y="3925818"/>
            <a:ext cx="6167451" cy="2932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tângulo de cantos arredondados 11"/>
          <p:cNvSpPr/>
          <p:nvPr/>
        </p:nvSpPr>
        <p:spPr>
          <a:xfrm>
            <a:off x="1071538" y="4357694"/>
            <a:ext cx="857256" cy="142876"/>
          </a:xfrm>
          <a:prstGeom prst="roundRect">
            <a:avLst/>
          </a:prstGeom>
          <a:solidFill>
            <a:srgbClr val="FF0000">
              <a:alpha val="9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de cantos arredondados 12"/>
          <p:cNvSpPr/>
          <p:nvPr/>
        </p:nvSpPr>
        <p:spPr>
          <a:xfrm>
            <a:off x="2786050" y="4572008"/>
            <a:ext cx="857256" cy="214314"/>
          </a:xfrm>
          <a:prstGeom prst="roundRect">
            <a:avLst/>
          </a:prstGeom>
          <a:solidFill>
            <a:srgbClr val="FF0000">
              <a:alpha val="9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de cantos arredondados 13"/>
          <p:cNvSpPr/>
          <p:nvPr/>
        </p:nvSpPr>
        <p:spPr>
          <a:xfrm>
            <a:off x="4429124" y="4429132"/>
            <a:ext cx="857256" cy="357190"/>
          </a:xfrm>
          <a:prstGeom prst="roundRect">
            <a:avLst/>
          </a:prstGeom>
          <a:solidFill>
            <a:srgbClr val="FF0000">
              <a:alpha val="9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de cantos arredondados 14"/>
          <p:cNvSpPr/>
          <p:nvPr/>
        </p:nvSpPr>
        <p:spPr>
          <a:xfrm>
            <a:off x="1142976" y="6000768"/>
            <a:ext cx="857256" cy="285752"/>
          </a:xfrm>
          <a:prstGeom prst="roundRect">
            <a:avLst/>
          </a:prstGeom>
          <a:solidFill>
            <a:srgbClr val="FF0000">
              <a:alpha val="9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de cantos arredondados 15"/>
          <p:cNvSpPr/>
          <p:nvPr/>
        </p:nvSpPr>
        <p:spPr>
          <a:xfrm>
            <a:off x="1142976" y="5000636"/>
            <a:ext cx="571504" cy="214314"/>
          </a:xfrm>
          <a:prstGeom prst="roundRect">
            <a:avLst/>
          </a:prstGeom>
          <a:solidFill>
            <a:srgbClr val="FF0000">
              <a:alpha val="9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de cantos arredondados 16"/>
          <p:cNvSpPr/>
          <p:nvPr/>
        </p:nvSpPr>
        <p:spPr>
          <a:xfrm>
            <a:off x="2786050" y="5000636"/>
            <a:ext cx="571504" cy="214314"/>
          </a:xfrm>
          <a:prstGeom prst="roundRect">
            <a:avLst/>
          </a:prstGeom>
          <a:solidFill>
            <a:srgbClr val="FF0000">
              <a:alpha val="9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de cantos arredondados 17"/>
          <p:cNvSpPr/>
          <p:nvPr/>
        </p:nvSpPr>
        <p:spPr>
          <a:xfrm>
            <a:off x="1071538" y="6286520"/>
            <a:ext cx="857256" cy="285752"/>
          </a:xfrm>
          <a:prstGeom prst="roundRect">
            <a:avLst/>
          </a:prstGeom>
          <a:solidFill>
            <a:srgbClr val="FF0000">
              <a:alpha val="9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de cantos arredondados 18"/>
          <p:cNvSpPr/>
          <p:nvPr/>
        </p:nvSpPr>
        <p:spPr>
          <a:xfrm>
            <a:off x="2786050" y="5857892"/>
            <a:ext cx="857256" cy="285752"/>
          </a:xfrm>
          <a:prstGeom prst="roundRect">
            <a:avLst/>
          </a:prstGeom>
          <a:solidFill>
            <a:srgbClr val="FF0000">
              <a:alpha val="9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 de cantos arredondados 19"/>
          <p:cNvSpPr/>
          <p:nvPr/>
        </p:nvSpPr>
        <p:spPr>
          <a:xfrm>
            <a:off x="4357686" y="1142984"/>
            <a:ext cx="1285884" cy="357190"/>
          </a:xfrm>
          <a:prstGeom prst="roundRect">
            <a:avLst/>
          </a:prstGeom>
          <a:solidFill>
            <a:srgbClr val="FF0000">
              <a:alpha val="9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00100" y="1428736"/>
            <a:ext cx="5853536" cy="4572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Passo</a:t>
            </a:r>
            <a:r>
              <a:rPr lang="en-US" dirty="0" smtClean="0"/>
              <a:t> 2 – </a:t>
            </a:r>
            <a:r>
              <a:rPr lang="en-US" dirty="0" err="1" smtClean="0"/>
              <a:t>Análise</a:t>
            </a:r>
            <a:r>
              <a:rPr lang="en-US" dirty="0" smtClean="0"/>
              <a:t> </a:t>
            </a:r>
            <a:r>
              <a:rPr lang="en-US" dirty="0" err="1" smtClean="0"/>
              <a:t>da</a:t>
            </a:r>
            <a:r>
              <a:rPr lang="en-US" dirty="0" smtClean="0"/>
              <a:t> </a:t>
            </a:r>
            <a:r>
              <a:rPr lang="en-US" dirty="0" err="1" smtClean="0"/>
              <a:t>concorrência</a:t>
            </a:r>
            <a:endParaRPr lang="pt-BR" dirty="0"/>
          </a:p>
        </p:txBody>
      </p:sp>
      <p:sp>
        <p:nvSpPr>
          <p:cNvPr id="10" name="Espaço Reservado para Conteúdo 9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Retângulo de cantos arredondados 5"/>
          <p:cNvSpPr/>
          <p:nvPr/>
        </p:nvSpPr>
        <p:spPr>
          <a:xfrm>
            <a:off x="5572132" y="4643446"/>
            <a:ext cx="1143008" cy="285752"/>
          </a:xfrm>
          <a:prstGeom prst="roundRect">
            <a:avLst/>
          </a:prstGeom>
          <a:solidFill>
            <a:srgbClr val="FF0000">
              <a:alpha val="9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de cantos arredondados 6"/>
          <p:cNvSpPr/>
          <p:nvPr/>
        </p:nvSpPr>
        <p:spPr>
          <a:xfrm>
            <a:off x="3071802" y="3429000"/>
            <a:ext cx="1285884" cy="214314"/>
          </a:xfrm>
          <a:prstGeom prst="roundRect">
            <a:avLst/>
          </a:prstGeom>
          <a:solidFill>
            <a:srgbClr val="FF0000">
              <a:alpha val="9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de cantos arredondados 7"/>
          <p:cNvSpPr/>
          <p:nvPr/>
        </p:nvSpPr>
        <p:spPr>
          <a:xfrm>
            <a:off x="4714876" y="4714884"/>
            <a:ext cx="928694" cy="142876"/>
          </a:xfrm>
          <a:prstGeom prst="roundRect">
            <a:avLst/>
          </a:prstGeom>
          <a:solidFill>
            <a:srgbClr val="FF0000">
              <a:alpha val="9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de cantos arredondados 8"/>
          <p:cNvSpPr/>
          <p:nvPr/>
        </p:nvSpPr>
        <p:spPr>
          <a:xfrm>
            <a:off x="1428728" y="5072074"/>
            <a:ext cx="928694" cy="142876"/>
          </a:xfrm>
          <a:prstGeom prst="roundRect">
            <a:avLst/>
          </a:prstGeom>
          <a:solidFill>
            <a:srgbClr val="FF0000">
              <a:alpha val="9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Passo</a:t>
            </a:r>
            <a:r>
              <a:rPr lang="en-US" dirty="0" smtClean="0"/>
              <a:t> 2 – </a:t>
            </a:r>
            <a:r>
              <a:rPr lang="en-US" dirty="0" err="1" smtClean="0"/>
              <a:t>Análise</a:t>
            </a:r>
            <a:r>
              <a:rPr lang="en-US" dirty="0" smtClean="0"/>
              <a:t> </a:t>
            </a:r>
            <a:r>
              <a:rPr lang="en-US" dirty="0" err="1" smtClean="0"/>
              <a:t>da</a:t>
            </a:r>
            <a:r>
              <a:rPr lang="en-US" dirty="0" smtClean="0"/>
              <a:t> </a:t>
            </a:r>
            <a:r>
              <a:rPr lang="en-US" dirty="0" err="1" smtClean="0"/>
              <a:t>concorrência</a:t>
            </a:r>
            <a:r>
              <a:rPr lang="en-US" dirty="0" smtClean="0"/>
              <a:t> II</a:t>
            </a:r>
            <a:endParaRPr lang="pt-BR" dirty="0"/>
          </a:p>
        </p:txBody>
      </p:sp>
      <p:sp>
        <p:nvSpPr>
          <p:cNvPr id="12" name="Espaço Reservado para Conteúdo 1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4348" y="1285860"/>
            <a:ext cx="6786610" cy="4302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tângulo de cantos arredondados 3"/>
          <p:cNvSpPr/>
          <p:nvPr/>
        </p:nvSpPr>
        <p:spPr>
          <a:xfrm>
            <a:off x="928662" y="2786058"/>
            <a:ext cx="857256" cy="142876"/>
          </a:xfrm>
          <a:prstGeom prst="roundRect">
            <a:avLst/>
          </a:prstGeom>
          <a:solidFill>
            <a:srgbClr val="FF0000">
              <a:alpha val="9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de cantos arredondados 4"/>
          <p:cNvSpPr/>
          <p:nvPr/>
        </p:nvSpPr>
        <p:spPr>
          <a:xfrm>
            <a:off x="2428860" y="1857364"/>
            <a:ext cx="4143404" cy="357190"/>
          </a:xfrm>
          <a:prstGeom prst="roundRect">
            <a:avLst/>
          </a:prstGeom>
          <a:solidFill>
            <a:srgbClr val="FF0000">
              <a:alpha val="9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de cantos arredondados 5"/>
          <p:cNvSpPr/>
          <p:nvPr/>
        </p:nvSpPr>
        <p:spPr>
          <a:xfrm>
            <a:off x="2786050" y="2571744"/>
            <a:ext cx="928694" cy="142876"/>
          </a:xfrm>
          <a:prstGeom prst="roundRect">
            <a:avLst/>
          </a:prstGeom>
          <a:solidFill>
            <a:srgbClr val="FF0000">
              <a:alpha val="9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de cantos arredondados 6"/>
          <p:cNvSpPr/>
          <p:nvPr/>
        </p:nvSpPr>
        <p:spPr>
          <a:xfrm>
            <a:off x="857224" y="5000636"/>
            <a:ext cx="857256" cy="142876"/>
          </a:xfrm>
          <a:prstGeom prst="roundRect">
            <a:avLst/>
          </a:prstGeom>
          <a:solidFill>
            <a:srgbClr val="FF0000">
              <a:alpha val="9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de cantos arredondados 7"/>
          <p:cNvSpPr/>
          <p:nvPr/>
        </p:nvSpPr>
        <p:spPr>
          <a:xfrm>
            <a:off x="1000100" y="5143512"/>
            <a:ext cx="1000132" cy="142876"/>
          </a:xfrm>
          <a:prstGeom prst="roundRect">
            <a:avLst/>
          </a:prstGeom>
          <a:solidFill>
            <a:srgbClr val="FF0000">
              <a:alpha val="9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de cantos arredondados 8"/>
          <p:cNvSpPr/>
          <p:nvPr/>
        </p:nvSpPr>
        <p:spPr>
          <a:xfrm>
            <a:off x="928662" y="3286124"/>
            <a:ext cx="928694" cy="214314"/>
          </a:xfrm>
          <a:prstGeom prst="roundRect">
            <a:avLst/>
          </a:prstGeom>
          <a:solidFill>
            <a:srgbClr val="FF0000">
              <a:alpha val="9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de cantos arredondados 9"/>
          <p:cNvSpPr/>
          <p:nvPr/>
        </p:nvSpPr>
        <p:spPr>
          <a:xfrm>
            <a:off x="2357422" y="5000636"/>
            <a:ext cx="1143008" cy="214314"/>
          </a:xfrm>
          <a:prstGeom prst="roundRect">
            <a:avLst/>
          </a:prstGeom>
          <a:solidFill>
            <a:srgbClr val="FF0000">
              <a:alpha val="9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de cantos arredondados 10"/>
          <p:cNvSpPr/>
          <p:nvPr/>
        </p:nvSpPr>
        <p:spPr>
          <a:xfrm>
            <a:off x="3143240" y="5429264"/>
            <a:ext cx="1000132" cy="142876"/>
          </a:xfrm>
          <a:prstGeom prst="roundRect">
            <a:avLst/>
          </a:prstGeom>
          <a:solidFill>
            <a:srgbClr val="FF0000">
              <a:alpha val="9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1472" y="2428868"/>
            <a:ext cx="7215238" cy="41538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Passo</a:t>
            </a:r>
            <a:r>
              <a:rPr lang="en-US" dirty="0" smtClean="0"/>
              <a:t> 3 – </a:t>
            </a:r>
            <a:r>
              <a:rPr lang="en-US" dirty="0" err="1" smtClean="0"/>
              <a:t>Ferramenta</a:t>
            </a:r>
            <a:r>
              <a:rPr lang="en-US" dirty="0" smtClean="0"/>
              <a:t> de </a:t>
            </a:r>
            <a:r>
              <a:rPr lang="en-US" dirty="0" err="1" smtClean="0"/>
              <a:t>palavras-chave</a:t>
            </a:r>
            <a:r>
              <a:rPr lang="en-US" dirty="0" smtClean="0"/>
              <a:t> do Google </a:t>
            </a:r>
            <a:endParaRPr lang="pt-BR" dirty="0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1"/>
          </p:nvPr>
        </p:nvSpPr>
        <p:spPr>
          <a:xfrm>
            <a:off x="457200" y="1000108"/>
            <a:ext cx="7901014" cy="1428760"/>
          </a:xfrm>
        </p:spPr>
        <p:txBody>
          <a:bodyPr>
            <a:noAutofit/>
          </a:bodyPr>
          <a:lstStyle/>
          <a:p>
            <a:r>
              <a:rPr lang="en-US" sz="1800" dirty="0" smtClean="0"/>
              <a:t>As </a:t>
            </a:r>
            <a:r>
              <a:rPr lang="en-US" sz="1800" dirty="0" err="1" smtClean="0"/>
              <a:t>palavras-chave</a:t>
            </a:r>
            <a:r>
              <a:rPr lang="en-US" sz="1800" dirty="0" smtClean="0"/>
              <a:t> </a:t>
            </a:r>
            <a:r>
              <a:rPr lang="en-US" sz="1800" dirty="0" err="1" smtClean="0"/>
              <a:t>levantadas</a:t>
            </a:r>
            <a:r>
              <a:rPr lang="en-US" sz="1800" dirty="0" smtClean="0"/>
              <a:t> </a:t>
            </a:r>
            <a:r>
              <a:rPr lang="en-US" sz="1800" dirty="0" err="1" smtClean="0"/>
              <a:t>nos</a:t>
            </a:r>
            <a:r>
              <a:rPr lang="en-US" sz="1800" dirty="0" smtClean="0"/>
              <a:t> </a:t>
            </a:r>
            <a:r>
              <a:rPr lang="en-US" sz="1800" dirty="0" err="1" smtClean="0"/>
              <a:t>passos</a:t>
            </a:r>
            <a:r>
              <a:rPr lang="en-US" sz="1800" dirty="0" smtClean="0"/>
              <a:t> 1 e 2 </a:t>
            </a:r>
            <a:r>
              <a:rPr lang="en-US" sz="1800" dirty="0" err="1" smtClean="0"/>
              <a:t>devem</a:t>
            </a:r>
            <a:r>
              <a:rPr lang="en-US" sz="1800" dirty="0" smtClean="0"/>
              <a:t> ser </a:t>
            </a:r>
            <a:r>
              <a:rPr lang="en-US" sz="1800" dirty="0" err="1" smtClean="0"/>
              <a:t>inseridas</a:t>
            </a:r>
            <a:r>
              <a:rPr lang="en-US" sz="1800" dirty="0" smtClean="0"/>
              <a:t> </a:t>
            </a:r>
            <a:r>
              <a:rPr lang="en-US" sz="1800" dirty="0" err="1" smtClean="0"/>
              <a:t>em</a:t>
            </a:r>
            <a:r>
              <a:rPr lang="en-US" sz="1800" dirty="0" smtClean="0"/>
              <a:t>:</a:t>
            </a:r>
            <a:br>
              <a:rPr lang="en-US" sz="1800" dirty="0" smtClean="0"/>
            </a:br>
            <a:r>
              <a:rPr lang="en-US" sz="1800" dirty="0" smtClean="0">
                <a:hlinkClick r:id="rId4"/>
              </a:rPr>
              <a:t>https://adwords.google.com/select/KeywordToolExternal</a:t>
            </a:r>
            <a:endParaRPr lang="en-US" sz="1800" dirty="0" smtClean="0"/>
          </a:p>
          <a:p>
            <a:r>
              <a:rPr lang="en-US" sz="1800" dirty="0" err="1" smtClean="0"/>
              <a:t>Ela</a:t>
            </a:r>
            <a:r>
              <a:rPr lang="en-US" sz="1800" dirty="0" smtClean="0"/>
              <a:t> </a:t>
            </a:r>
            <a:r>
              <a:rPr lang="en-US" sz="1800" dirty="0" err="1" smtClean="0"/>
              <a:t>nos</a:t>
            </a:r>
            <a:r>
              <a:rPr lang="en-US" sz="1800" dirty="0" smtClean="0"/>
              <a:t> </a:t>
            </a:r>
            <a:r>
              <a:rPr lang="en-US" sz="1800" dirty="0" err="1" smtClean="0"/>
              <a:t>mostrará</a:t>
            </a:r>
            <a:r>
              <a:rPr lang="en-US" sz="1800" dirty="0" smtClean="0"/>
              <a:t> o VOLUME HISTÓRICO de </a:t>
            </a:r>
            <a:r>
              <a:rPr lang="en-US" sz="1800" dirty="0" err="1" smtClean="0"/>
              <a:t>buscas</a:t>
            </a:r>
            <a:endParaRPr lang="en-US" sz="1800" dirty="0" smtClean="0"/>
          </a:p>
          <a:p>
            <a:r>
              <a:rPr lang="en-US" sz="1800" dirty="0" err="1" smtClean="0"/>
              <a:t>Quanto</a:t>
            </a:r>
            <a:r>
              <a:rPr lang="en-US" sz="1800" dirty="0" smtClean="0"/>
              <a:t> </a:t>
            </a:r>
            <a:r>
              <a:rPr lang="en-US" sz="1800" dirty="0" err="1" smtClean="0"/>
              <a:t>maior</a:t>
            </a:r>
            <a:r>
              <a:rPr lang="en-US" sz="1800" dirty="0" smtClean="0"/>
              <a:t> o volume </a:t>
            </a:r>
            <a:r>
              <a:rPr lang="en-US" sz="1800" dirty="0" smtClean="0">
                <a:sym typeface="Wingdings" pitchFamily="2" charset="2"/>
              </a:rPr>
              <a:t> </a:t>
            </a:r>
            <a:r>
              <a:rPr lang="en-US" sz="1800" dirty="0" err="1" smtClean="0">
                <a:sym typeface="Wingdings" pitchFamily="2" charset="2"/>
              </a:rPr>
              <a:t>Maior</a:t>
            </a:r>
            <a:r>
              <a:rPr lang="en-US" sz="1800" dirty="0" smtClean="0">
                <a:sym typeface="Wingdings" pitchFamily="2" charset="2"/>
              </a:rPr>
              <a:t> a </a:t>
            </a:r>
            <a:r>
              <a:rPr lang="en-US" sz="1800" dirty="0" err="1" smtClean="0">
                <a:sym typeface="Wingdings" pitchFamily="2" charset="2"/>
              </a:rPr>
              <a:t>importância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da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US" sz="1800" dirty="0" err="1" smtClean="0">
                <a:sym typeface="Wingdings" pitchFamily="2" charset="2"/>
              </a:rPr>
              <a:t>palavra</a:t>
            </a:r>
            <a:endParaRPr lang="en-US" sz="1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Passo</a:t>
            </a:r>
            <a:r>
              <a:rPr lang="en-US" dirty="0" smtClean="0"/>
              <a:t> 3 – </a:t>
            </a:r>
            <a:r>
              <a:rPr lang="en-US" dirty="0" err="1" smtClean="0"/>
              <a:t>Ferramenta</a:t>
            </a:r>
            <a:r>
              <a:rPr lang="en-US" dirty="0" smtClean="0"/>
              <a:t> de </a:t>
            </a:r>
            <a:r>
              <a:rPr lang="en-US" dirty="0" err="1" smtClean="0"/>
              <a:t>palavras-chave</a:t>
            </a:r>
            <a:r>
              <a:rPr lang="en-US" dirty="0" smtClean="0"/>
              <a:t> do Google  II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sz="1800" dirty="0" smtClean="0"/>
              <a:t>A </a:t>
            </a:r>
            <a:r>
              <a:rPr lang="en-US" sz="1800" dirty="0" err="1" smtClean="0"/>
              <a:t>lista</a:t>
            </a:r>
            <a:r>
              <a:rPr lang="en-US" sz="1800" dirty="0" smtClean="0"/>
              <a:t> </a:t>
            </a:r>
            <a:r>
              <a:rPr lang="en-US" sz="1800" dirty="0" err="1" smtClean="0"/>
              <a:t>gerada</a:t>
            </a:r>
            <a:r>
              <a:rPr lang="en-US" sz="1800" dirty="0" smtClean="0"/>
              <a:t> </a:t>
            </a:r>
            <a:r>
              <a:rPr lang="en-US" sz="1800" dirty="0" err="1" smtClean="0"/>
              <a:t>pela</a:t>
            </a:r>
            <a:r>
              <a:rPr lang="en-US" sz="1800" dirty="0" smtClean="0"/>
              <a:t> </a:t>
            </a:r>
            <a:r>
              <a:rPr lang="en-US" sz="1800" dirty="0" err="1" smtClean="0"/>
              <a:t>ferramenta</a:t>
            </a:r>
            <a:r>
              <a:rPr lang="en-US" sz="1800" dirty="0" smtClean="0"/>
              <a:t> de </a:t>
            </a:r>
            <a:r>
              <a:rPr lang="en-US" sz="1800" dirty="0" err="1" smtClean="0"/>
              <a:t>palavras-chave</a:t>
            </a:r>
            <a:r>
              <a:rPr lang="en-US" sz="1800" dirty="0" smtClean="0"/>
              <a:t> </a:t>
            </a:r>
            <a:r>
              <a:rPr lang="en-US" sz="1800" dirty="0" err="1" smtClean="0"/>
              <a:t>deve</a:t>
            </a:r>
            <a:r>
              <a:rPr lang="en-US" sz="1800" dirty="0" smtClean="0"/>
              <a:t> ser </a:t>
            </a:r>
            <a:r>
              <a:rPr lang="en-US" sz="1800" dirty="0" err="1" smtClean="0"/>
              <a:t>baixada</a:t>
            </a:r>
            <a:r>
              <a:rPr lang="en-US" sz="1800" dirty="0" smtClean="0"/>
              <a:t> </a:t>
            </a:r>
          </a:p>
          <a:p>
            <a:pPr>
              <a:buNone/>
            </a:pPr>
            <a:r>
              <a:rPr lang="en-US" sz="1800" dirty="0" err="1" smtClean="0"/>
              <a:t>em</a:t>
            </a:r>
            <a:r>
              <a:rPr lang="en-US" sz="1800" dirty="0" smtClean="0"/>
              <a:t> um </a:t>
            </a:r>
            <a:r>
              <a:rPr lang="en-US" sz="1800" dirty="0" err="1" smtClean="0"/>
              <a:t>arquivo</a:t>
            </a:r>
            <a:r>
              <a:rPr lang="en-US" sz="1800" dirty="0" smtClean="0"/>
              <a:t> excel </a:t>
            </a:r>
            <a:r>
              <a:rPr lang="en-US" sz="1800" dirty="0" err="1" smtClean="0"/>
              <a:t>juntamente</a:t>
            </a:r>
            <a:r>
              <a:rPr lang="en-US" sz="1800" dirty="0" smtClean="0"/>
              <a:t> com a </a:t>
            </a:r>
            <a:r>
              <a:rPr lang="en-US" sz="1800" dirty="0" err="1" smtClean="0"/>
              <a:t>quantidade</a:t>
            </a:r>
            <a:r>
              <a:rPr lang="en-US" sz="1800" dirty="0" smtClean="0"/>
              <a:t> de </a:t>
            </a:r>
            <a:r>
              <a:rPr lang="en-US" sz="1800" dirty="0" err="1" smtClean="0"/>
              <a:t>buscas</a:t>
            </a:r>
            <a:r>
              <a:rPr lang="en-US" sz="1800" dirty="0" smtClean="0"/>
              <a:t> </a:t>
            </a:r>
            <a:r>
              <a:rPr lang="en-US" sz="1800" dirty="0" err="1" smtClean="0"/>
              <a:t>para</a:t>
            </a:r>
            <a:r>
              <a:rPr lang="en-US" sz="1800" dirty="0" smtClean="0"/>
              <a:t> </a:t>
            </a:r>
          </a:p>
          <a:p>
            <a:pPr>
              <a:buNone/>
            </a:pPr>
            <a:r>
              <a:rPr lang="en-US" sz="1800" dirty="0" err="1" smtClean="0"/>
              <a:t>que</a:t>
            </a:r>
            <a:r>
              <a:rPr lang="en-US" sz="1800" dirty="0" smtClean="0"/>
              <a:t> </a:t>
            </a:r>
            <a:r>
              <a:rPr lang="en-US" sz="1800" dirty="0" err="1" smtClean="0"/>
              <a:t>seja</a:t>
            </a:r>
            <a:r>
              <a:rPr lang="en-US" sz="1800" dirty="0" smtClean="0"/>
              <a:t> </a:t>
            </a:r>
            <a:r>
              <a:rPr lang="en-US" sz="1800" dirty="0" err="1" smtClean="0"/>
              <a:t>feito</a:t>
            </a:r>
            <a:r>
              <a:rPr lang="en-US" sz="1800" dirty="0" smtClean="0"/>
              <a:t> o </a:t>
            </a:r>
            <a:r>
              <a:rPr lang="en-US" sz="1800" dirty="0" err="1" smtClean="0"/>
              <a:t>agrupamento</a:t>
            </a:r>
            <a:r>
              <a:rPr lang="en-US" sz="1800" dirty="0" smtClean="0"/>
              <a:t> </a:t>
            </a:r>
            <a:r>
              <a:rPr lang="en-US" sz="1800" dirty="0" err="1" smtClean="0"/>
              <a:t>por</a:t>
            </a:r>
            <a:r>
              <a:rPr lang="en-US" sz="1800" dirty="0" smtClean="0"/>
              <a:t> </a:t>
            </a:r>
            <a:r>
              <a:rPr lang="en-US" sz="1800" dirty="0" err="1" smtClean="0"/>
              <a:t>grupos</a:t>
            </a:r>
            <a:r>
              <a:rPr lang="en-US" sz="1800" dirty="0" smtClean="0"/>
              <a:t>/</a:t>
            </a:r>
            <a:r>
              <a:rPr lang="en-US" sz="1800" dirty="0" err="1" smtClean="0"/>
              <a:t>nichos</a:t>
            </a:r>
            <a:r>
              <a:rPr lang="en-US" sz="1800" dirty="0" smtClean="0"/>
              <a:t> </a:t>
            </a:r>
            <a:r>
              <a:rPr lang="en-US" sz="1800" dirty="0" err="1" smtClean="0"/>
              <a:t>lógicos</a:t>
            </a:r>
            <a:r>
              <a:rPr lang="en-US" sz="1800" dirty="0" smtClean="0"/>
              <a:t> </a:t>
            </a:r>
            <a:endParaRPr lang="pt-BR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1472" y="2428868"/>
            <a:ext cx="6481777" cy="41228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eta para baixo 5"/>
          <p:cNvSpPr/>
          <p:nvPr/>
        </p:nvSpPr>
        <p:spPr>
          <a:xfrm rot="19663571">
            <a:off x="4750515" y="2087618"/>
            <a:ext cx="308097" cy="4557707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lIns="82945" tIns="41473" rIns="82945" bIns="41473">
            <a:normAutofit/>
          </a:bodyPr>
          <a:lstStyle/>
          <a:p>
            <a:r>
              <a:rPr lang="en-US" dirty="0" err="1" smtClean="0"/>
              <a:t>Passo</a:t>
            </a:r>
            <a:r>
              <a:rPr lang="en-US" dirty="0" smtClean="0"/>
              <a:t> 3 – </a:t>
            </a:r>
            <a:r>
              <a:rPr lang="pt-BR" dirty="0" smtClean="0"/>
              <a:t>Ferramenta de Palavras-Chave</a:t>
            </a:r>
            <a:endParaRPr lang="pt-BR" dirty="0"/>
          </a:p>
        </p:txBody>
      </p:sp>
      <p:sp>
        <p:nvSpPr>
          <p:cNvPr id="5" name="Retângulo 4"/>
          <p:cNvSpPr/>
          <p:nvPr/>
        </p:nvSpPr>
        <p:spPr>
          <a:xfrm>
            <a:off x="230369" y="577480"/>
            <a:ext cx="5961642" cy="360755"/>
          </a:xfrm>
          <a:prstGeom prst="rect">
            <a:avLst/>
          </a:prstGeom>
        </p:spPr>
        <p:txBody>
          <a:bodyPr wrap="square" lIns="82945" tIns="41473" rIns="82945" bIns="41473">
            <a:spAutoFit/>
          </a:bodyPr>
          <a:lstStyle/>
          <a:p>
            <a:r>
              <a:rPr lang="pt-BR" dirty="0" smtClean="0"/>
              <a:t>https://adwords.google.com/select/KeywordToolExternal</a:t>
            </a:r>
            <a:endParaRPr lang="pt-BR" dirty="0"/>
          </a:p>
        </p:txBody>
      </p:sp>
      <p:pic>
        <p:nvPicPr>
          <p:cNvPr id="7885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4372" y="1095939"/>
            <a:ext cx="6831218" cy="48000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tângulo de cantos arredondados 6"/>
          <p:cNvSpPr/>
          <p:nvPr/>
        </p:nvSpPr>
        <p:spPr bwMode="auto">
          <a:xfrm>
            <a:off x="4442399" y="1095938"/>
            <a:ext cx="4406431" cy="2786712"/>
          </a:xfrm>
          <a:prstGeom prst="roundRect">
            <a:avLst>
              <a:gd name="adj" fmla="val 3956"/>
            </a:avLst>
          </a:prstGeom>
          <a:solidFill>
            <a:srgbClr val="FFFFCC"/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fontAlgn="base" hangingPunct="0">
              <a:lnSpc>
                <a:spcPct val="93000"/>
              </a:lnSpc>
              <a:spcBef>
                <a:spcPct val="0"/>
              </a:spcBef>
              <a:spcAft>
                <a:spcPts val="1089"/>
              </a:spcAft>
              <a:buClr>
                <a:srgbClr val="000000"/>
              </a:buClr>
              <a:buSzPct val="45000"/>
            </a:pPr>
            <a:r>
              <a:rPr lang="pt-BR" b="1" dirty="0" smtClean="0">
                <a:latin typeface="Arial" charset="0"/>
                <a:ea typeface="MS Gothic" charset="-128"/>
              </a:rPr>
              <a:t>Como funciona</a:t>
            </a:r>
          </a:p>
          <a:p>
            <a:pPr defTabSz="407526" fontAlgn="base" hangingPunct="0">
              <a:lnSpc>
                <a:spcPct val="93000"/>
              </a:lnSpc>
              <a:spcBef>
                <a:spcPct val="0"/>
              </a:spcBef>
              <a:spcAft>
                <a:spcPts val="1089"/>
              </a:spcAft>
              <a:buClr>
                <a:srgbClr val="000000"/>
              </a:buClr>
              <a:buSzPct val="45000"/>
            </a:pPr>
            <a:r>
              <a:rPr lang="pt-BR" dirty="0" smtClean="0">
                <a:latin typeface="Arial" charset="0"/>
                <a:ea typeface="MS Gothic" charset="-128"/>
              </a:rPr>
              <a:t>Descubra novas palavras-chave a partir de palavras, frases ou </a:t>
            </a:r>
            <a:r>
              <a:rPr lang="pt-BR" dirty="0" err="1" smtClean="0">
                <a:latin typeface="Arial" charset="0"/>
                <a:ea typeface="MS Gothic" charset="-128"/>
              </a:rPr>
              <a:t>URLs</a:t>
            </a:r>
            <a:r>
              <a:rPr lang="pt-BR" dirty="0" smtClean="0">
                <a:latin typeface="Arial" charset="0"/>
                <a:ea typeface="MS Gothic" charset="-128"/>
              </a:rPr>
              <a:t>.</a:t>
            </a:r>
          </a:p>
          <a:p>
            <a:pPr defTabSz="407526" fontAlgn="base" hangingPunct="0">
              <a:lnSpc>
                <a:spcPct val="93000"/>
              </a:lnSpc>
              <a:spcBef>
                <a:spcPct val="0"/>
              </a:spcBef>
              <a:spcAft>
                <a:spcPts val="1089"/>
              </a:spcAft>
              <a:buClr>
                <a:srgbClr val="000000"/>
              </a:buClr>
              <a:buSzPct val="45000"/>
            </a:pPr>
            <a:r>
              <a:rPr lang="pt-BR" sz="1600" b="1" dirty="0" smtClean="0">
                <a:latin typeface="Arial" charset="0"/>
                <a:ea typeface="MS Gothic" charset="-128"/>
              </a:rPr>
              <a:t>Principais informações</a:t>
            </a:r>
          </a:p>
          <a:p>
            <a:pPr defTabSz="407526" fontAlgn="base" hangingPunct="0">
              <a:lnSpc>
                <a:spcPct val="93000"/>
              </a:lnSpc>
              <a:spcBef>
                <a:spcPct val="0"/>
              </a:spcBef>
              <a:spcAft>
                <a:spcPts val="1089"/>
              </a:spcAft>
              <a:buClr>
                <a:srgbClr val="000000"/>
              </a:buClr>
              <a:buSzPct val="45000"/>
              <a:buFont typeface="Arial" pitchFamily="34" charset="0"/>
              <a:buChar char="•"/>
            </a:pPr>
            <a:r>
              <a:rPr lang="pt-BR" dirty="0" smtClean="0">
                <a:latin typeface="Arial" charset="0"/>
                <a:ea typeface="MS Gothic" charset="-128"/>
              </a:rPr>
              <a:t>Volume de busca mensal</a:t>
            </a:r>
          </a:p>
          <a:p>
            <a:pPr defTabSz="407526" fontAlgn="base" hangingPunct="0">
              <a:lnSpc>
                <a:spcPct val="93000"/>
              </a:lnSpc>
              <a:spcBef>
                <a:spcPct val="0"/>
              </a:spcBef>
              <a:spcAft>
                <a:spcPts val="1089"/>
              </a:spcAft>
              <a:buClr>
                <a:srgbClr val="000000"/>
              </a:buClr>
              <a:buSzPct val="45000"/>
              <a:buFont typeface="Arial" pitchFamily="34" charset="0"/>
              <a:buChar char="•"/>
            </a:pPr>
            <a:r>
              <a:rPr lang="pt-BR" sz="1600" dirty="0" smtClean="0">
                <a:latin typeface="Arial" charset="0"/>
                <a:ea typeface="MS Gothic" charset="-128"/>
              </a:rPr>
              <a:t>CPC (custo por clique) médio</a:t>
            </a:r>
          </a:p>
          <a:p>
            <a:pPr defTabSz="407526" fontAlgn="base" hangingPunct="0">
              <a:lnSpc>
                <a:spcPct val="93000"/>
              </a:lnSpc>
              <a:spcBef>
                <a:spcPct val="0"/>
              </a:spcBef>
              <a:spcAft>
                <a:spcPts val="1089"/>
              </a:spcAft>
              <a:buClr>
                <a:srgbClr val="000000"/>
              </a:buClr>
              <a:buSzPct val="45000"/>
              <a:buFont typeface="Arial" pitchFamily="34" charset="0"/>
              <a:buChar char="•"/>
            </a:pPr>
            <a:r>
              <a:rPr lang="pt-BR" baseline="0" dirty="0" smtClean="0">
                <a:latin typeface="Arial" charset="0"/>
                <a:ea typeface="MS Gothic" charset="-128"/>
              </a:rPr>
              <a:t>Concorrência</a:t>
            </a:r>
            <a:r>
              <a:rPr lang="pt-BR" dirty="0" smtClean="0">
                <a:latin typeface="Arial" charset="0"/>
                <a:ea typeface="MS Gothic" charset="-128"/>
              </a:rPr>
              <a:t> do anunciante</a:t>
            </a:r>
            <a:endParaRPr lang="pt-BR" sz="1600" dirty="0" smtClean="0">
              <a:latin typeface="Arial" charset="0"/>
              <a:ea typeface="MS Gothic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28596" y="71414"/>
            <a:ext cx="8215370" cy="511156"/>
          </a:xfrm>
        </p:spPr>
        <p:txBody>
          <a:bodyPr lIns="82945" tIns="41473" rIns="82945" bIns="41473">
            <a:normAutofit/>
          </a:bodyPr>
          <a:lstStyle/>
          <a:p>
            <a:r>
              <a:rPr lang="en-US" dirty="0" err="1" smtClean="0"/>
              <a:t>Passo</a:t>
            </a:r>
            <a:r>
              <a:rPr lang="en-US" dirty="0" smtClean="0"/>
              <a:t> 3 – </a:t>
            </a:r>
            <a:r>
              <a:rPr lang="pt-BR" dirty="0" smtClean="0"/>
              <a:t>Ferramenta de Palavras-Chave - Indicadores</a:t>
            </a:r>
            <a:endParaRPr lang="pt-BR" dirty="0"/>
          </a:p>
        </p:txBody>
      </p:sp>
      <p:sp>
        <p:nvSpPr>
          <p:cNvPr id="5" name="Retângulo 4"/>
          <p:cNvSpPr/>
          <p:nvPr/>
        </p:nvSpPr>
        <p:spPr>
          <a:xfrm>
            <a:off x="230369" y="577480"/>
            <a:ext cx="5961642" cy="360755"/>
          </a:xfrm>
          <a:prstGeom prst="rect">
            <a:avLst/>
          </a:prstGeom>
        </p:spPr>
        <p:txBody>
          <a:bodyPr wrap="square" lIns="82945" tIns="41473" rIns="82945" bIns="41473">
            <a:spAutoFit/>
          </a:bodyPr>
          <a:lstStyle/>
          <a:p>
            <a:r>
              <a:rPr lang="pt-BR" dirty="0" smtClean="0"/>
              <a:t>https://adwords.google.com/select/KeywordToolExternal</a:t>
            </a:r>
            <a:endParaRPr lang="pt-BR" dirty="0"/>
          </a:p>
        </p:txBody>
      </p:sp>
      <p:sp>
        <p:nvSpPr>
          <p:cNvPr id="7" name="Retângulo de cantos arredondados 6"/>
          <p:cNvSpPr/>
          <p:nvPr/>
        </p:nvSpPr>
        <p:spPr bwMode="auto">
          <a:xfrm>
            <a:off x="4442399" y="1095938"/>
            <a:ext cx="4406431" cy="2786712"/>
          </a:xfrm>
          <a:prstGeom prst="roundRect">
            <a:avLst>
              <a:gd name="adj" fmla="val 3956"/>
            </a:avLst>
          </a:prstGeom>
          <a:solidFill>
            <a:srgbClr val="FFFFCC"/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fontAlgn="base" hangingPunct="0">
              <a:lnSpc>
                <a:spcPct val="93000"/>
              </a:lnSpc>
              <a:spcBef>
                <a:spcPct val="0"/>
              </a:spcBef>
              <a:spcAft>
                <a:spcPts val="1089"/>
              </a:spcAft>
              <a:buClr>
                <a:srgbClr val="000000"/>
              </a:buClr>
              <a:buSzPct val="45000"/>
            </a:pPr>
            <a:r>
              <a:rPr lang="pt-BR" b="1" dirty="0" smtClean="0">
                <a:latin typeface="Arial" charset="0"/>
                <a:ea typeface="MS Gothic" charset="-128"/>
              </a:rPr>
              <a:t>Volume de busca mensal</a:t>
            </a:r>
          </a:p>
          <a:p>
            <a:pPr defTabSz="407526" fontAlgn="base" hangingPunct="0">
              <a:lnSpc>
                <a:spcPct val="93000"/>
              </a:lnSpc>
              <a:spcBef>
                <a:spcPct val="0"/>
              </a:spcBef>
              <a:spcAft>
                <a:spcPts val="1089"/>
              </a:spcAft>
              <a:buClr>
                <a:srgbClr val="000000"/>
              </a:buClr>
              <a:buSzPct val="45000"/>
            </a:pPr>
            <a:r>
              <a:rPr lang="pt-BR" dirty="0" smtClean="0">
                <a:latin typeface="Arial" charset="0"/>
                <a:ea typeface="MS Gothic" charset="-128"/>
              </a:rPr>
              <a:t>Média de buscas por mês</a:t>
            </a:r>
          </a:p>
          <a:p>
            <a:pPr defTabSz="407526" fontAlgn="base" hangingPunct="0">
              <a:lnSpc>
                <a:spcPct val="93000"/>
              </a:lnSpc>
              <a:spcBef>
                <a:spcPct val="0"/>
              </a:spcBef>
              <a:spcAft>
                <a:spcPts val="1089"/>
              </a:spcAft>
              <a:buClr>
                <a:srgbClr val="000000"/>
              </a:buClr>
              <a:buSzPct val="45000"/>
            </a:pPr>
            <a:r>
              <a:rPr lang="pt-BR" sz="1600" b="1" dirty="0" smtClean="0">
                <a:latin typeface="Arial" charset="0"/>
                <a:ea typeface="MS Gothic" charset="-128"/>
              </a:rPr>
              <a:t>CPC médio estimado</a:t>
            </a:r>
          </a:p>
          <a:p>
            <a:pPr defTabSz="407526" fontAlgn="base" hangingPunct="0">
              <a:lnSpc>
                <a:spcPct val="93000"/>
              </a:lnSpc>
              <a:spcBef>
                <a:spcPct val="0"/>
              </a:spcBef>
              <a:spcAft>
                <a:spcPts val="1089"/>
              </a:spcAft>
              <a:buClr>
                <a:srgbClr val="000000"/>
              </a:buClr>
              <a:buSzPct val="45000"/>
            </a:pPr>
            <a:r>
              <a:rPr lang="pt-BR" baseline="0" dirty="0" smtClean="0">
                <a:latin typeface="Arial" charset="0"/>
                <a:ea typeface="MS Gothic" charset="-128"/>
              </a:rPr>
              <a:t>Custo por clique médio estimado</a:t>
            </a:r>
            <a:r>
              <a:rPr lang="pt-BR" dirty="0">
                <a:latin typeface="Arial" charset="0"/>
                <a:ea typeface="MS Gothic" charset="-128"/>
              </a:rPr>
              <a:t>.</a:t>
            </a:r>
            <a:endParaRPr lang="pt-BR" baseline="0" dirty="0" smtClean="0">
              <a:latin typeface="Arial" charset="0"/>
              <a:ea typeface="MS Gothic" charset="-128"/>
            </a:endParaRPr>
          </a:p>
          <a:p>
            <a:pPr defTabSz="407526" fontAlgn="base" hangingPunct="0">
              <a:lnSpc>
                <a:spcPct val="93000"/>
              </a:lnSpc>
              <a:spcBef>
                <a:spcPct val="0"/>
              </a:spcBef>
              <a:spcAft>
                <a:spcPts val="1089"/>
              </a:spcAft>
              <a:buClr>
                <a:srgbClr val="000000"/>
              </a:buClr>
              <a:buSzPct val="45000"/>
            </a:pPr>
            <a:r>
              <a:rPr lang="pt-BR" b="1" baseline="0" dirty="0" smtClean="0">
                <a:latin typeface="Arial" charset="0"/>
                <a:ea typeface="MS Gothic" charset="-128"/>
              </a:rPr>
              <a:t>Concorrência</a:t>
            </a:r>
            <a:r>
              <a:rPr lang="pt-BR" b="1" dirty="0" smtClean="0">
                <a:latin typeface="Arial" charset="0"/>
                <a:ea typeface="MS Gothic" charset="-128"/>
              </a:rPr>
              <a:t> do anunciante</a:t>
            </a:r>
          </a:p>
          <a:p>
            <a:pPr defTabSz="407526" fontAlgn="base" hangingPunct="0">
              <a:lnSpc>
                <a:spcPct val="93000"/>
              </a:lnSpc>
              <a:spcBef>
                <a:spcPct val="0"/>
              </a:spcBef>
              <a:spcAft>
                <a:spcPts val="1089"/>
              </a:spcAft>
              <a:buClr>
                <a:srgbClr val="000000"/>
              </a:buClr>
              <a:buSzPct val="45000"/>
            </a:pPr>
            <a:r>
              <a:rPr lang="pt-BR" sz="1600" dirty="0" smtClean="0">
                <a:latin typeface="Arial" charset="0"/>
                <a:ea typeface="MS Gothic" charset="-128"/>
              </a:rPr>
              <a:t>Indica a quantidad</a:t>
            </a:r>
            <a:r>
              <a:rPr lang="pt-BR" dirty="0" smtClean="0">
                <a:latin typeface="Arial" charset="0"/>
                <a:ea typeface="MS Gothic" charset="-128"/>
              </a:rPr>
              <a:t>e de anunciantes interessados na mesma palavra.</a:t>
            </a:r>
            <a:endParaRPr lang="pt-BR" sz="1600" dirty="0" smtClean="0">
              <a:latin typeface="Arial" charset="0"/>
              <a:ea typeface="MS Gothic" charset="-128"/>
            </a:endParaRPr>
          </a:p>
        </p:txBody>
      </p:sp>
      <p:pic>
        <p:nvPicPr>
          <p:cNvPr id="7987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9571" y="1031131"/>
            <a:ext cx="3606582" cy="30422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28596" y="71414"/>
            <a:ext cx="8358246" cy="511156"/>
          </a:xfrm>
        </p:spPr>
        <p:txBody>
          <a:bodyPr lIns="82945" tIns="41473" rIns="82945" bIns="41473"/>
          <a:lstStyle/>
          <a:p>
            <a:r>
              <a:rPr lang="en-US" dirty="0" err="1" smtClean="0"/>
              <a:t>Passo</a:t>
            </a:r>
            <a:r>
              <a:rPr lang="en-US" dirty="0" smtClean="0"/>
              <a:t> 3 – </a:t>
            </a:r>
            <a:r>
              <a:rPr lang="pt-BR" dirty="0" smtClean="0"/>
              <a:t>Palavras-Chave – Tipos de correspondência</a:t>
            </a:r>
            <a:endParaRPr lang="pt-BR" dirty="0"/>
          </a:p>
        </p:txBody>
      </p:sp>
      <p:sp>
        <p:nvSpPr>
          <p:cNvPr id="5" name="Retângulo 4"/>
          <p:cNvSpPr/>
          <p:nvPr/>
        </p:nvSpPr>
        <p:spPr>
          <a:xfrm>
            <a:off x="230369" y="577480"/>
            <a:ext cx="5961642" cy="360755"/>
          </a:xfrm>
          <a:prstGeom prst="rect">
            <a:avLst/>
          </a:prstGeom>
        </p:spPr>
        <p:txBody>
          <a:bodyPr wrap="square" lIns="82945" tIns="41473" rIns="82945" bIns="41473">
            <a:spAutoFit/>
          </a:bodyPr>
          <a:lstStyle/>
          <a:p>
            <a:r>
              <a:rPr lang="pt-BR" dirty="0" smtClean="0"/>
              <a:t>https://adwords.google.com/select/KeywordToolExternal</a:t>
            </a:r>
            <a:endParaRPr lang="pt-BR" dirty="0"/>
          </a:p>
        </p:txBody>
      </p:sp>
      <p:sp>
        <p:nvSpPr>
          <p:cNvPr id="7" name="Retângulo de cantos arredondados 6"/>
          <p:cNvSpPr/>
          <p:nvPr/>
        </p:nvSpPr>
        <p:spPr bwMode="auto">
          <a:xfrm>
            <a:off x="1655979" y="1095938"/>
            <a:ext cx="6916549" cy="4860544"/>
          </a:xfrm>
          <a:prstGeom prst="roundRect">
            <a:avLst>
              <a:gd name="adj" fmla="val 3956"/>
            </a:avLst>
          </a:prstGeom>
          <a:solidFill>
            <a:srgbClr val="FFFFCC"/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fontAlgn="base" hangingPunct="0">
              <a:lnSpc>
                <a:spcPct val="93000"/>
              </a:lnSpc>
              <a:spcBef>
                <a:spcPct val="0"/>
              </a:spcBef>
              <a:spcAft>
                <a:spcPts val="1089"/>
              </a:spcAft>
              <a:buClr>
                <a:srgbClr val="000000"/>
              </a:buClr>
              <a:buSzPct val="45000"/>
            </a:pPr>
            <a:r>
              <a:rPr lang="pt-BR" sz="2000" dirty="0" smtClean="0">
                <a:latin typeface="Arial" charset="0"/>
                <a:ea typeface="MS Gothic" charset="-128"/>
              </a:rPr>
              <a:t>Define se o anúncio será exibido ou não dependendo da correspondência.</a:t>
            </a:r>
          </a:p>
          <a:p>
            <a:pPr defTabSz="407526" fontAlgn="base" hangingPunct="0">
              <a:lnSpc>
                <a:spcPct val="93000"/>
              </a:lnSpc>
              <a:spcBef>
                <a:spcPct val="0"/>
              </a:spcBef>
              <a:spcAft>
                <a:spcPts val="1089"/>
              </a:spcAft>
              <a:buClr>
                <a:srgbClr val="000000"/>
              </a:buClr>
              <a:buSzPct val="45000"/>
            </a:pPr>
            <a:r>
              <a:rPr lang="pt-BR" sz="2000" b="1" dirty="0" smtClean="0">
                <a:latin typeface="Arial" charset="0"/>
                <a:ea typeface="MS Gothic" charset="-128"/>
              </a:rPr>
              <a:t>Ampla: palavra-chave</a:t>
            </a:r>
            <a:br>
              <a:rPr lang="pt-BR" sz="2000" b="1" dirty="0" smtClean="0">
                <a:latin typeface="Arial" charset="0"/>
                <a:ea typeface="MS Gothic" charset="-128"/>
              </a:rPr>
            </a:br>
            <a:r>
              <a:rPr lang="pt-BR" sz="2000" dirty="0" smtClean="0">
                <a:latin typeface="Arial" charset="0"/>
                <a:ea typeface="MS Gothic" charset="-128"/>
              </a:rPr>
              <a:t>Não importa a ORDEM das palavras</a:t>
            </a:r>
          </a:p>
          <a:p>
            <a:pPr defTabSz="407526" fontAlgn="base" hangingPunct="0">
              <a:lnSpc>
                <a:spcPct val="93000"/>
              </a:lnSpc>
              <a:spcBef>
                <a:spcPct val="0"/>
              </a:spcBef>
              <a:spcAft>
                <a:spcPts val="1089"/>
              </a:spcAft>
              <a:buClr>
                <a:srgbClr val="000000"/>
              </a:buClr>
              <a:buSzPct val="45000"/>
            </a:pPr>
            <a:r>
              <a:rPr lang="pt-BR" sz="2000" b="1" dirty="0" smtClean="0">
                <a:latin typeface="Arial" charset="0"/>
                <a:ea typeface="MS Gothic" charset="-128"/>
              </a:rPr>
              <a:t>Frase: “palavra-chave”</a:t>
            </a:r>
            <a:r>
              <a:rPr lang="pt-BR" sz="2000" b="1" dirty="0">
                <a:latin typeface="Arial" charset="0"/>
                <a:ea typeface="MS Gothic" charset="-128"/>
              </a:rPr>
              <a:t/>
            </a:r>
            <a:br>
              <a:rPr lang="pt-BR" sz="2000" b="1" dirty="0">
                <a:latin typeface="Arial" charset="0"/>
                <a:ea typeface="MS Gothic" charset="-128"/>
              </a:rPr>
            </a:br>
            <a:r>
              <a:rPr lang="pt-BR" sz="2000" dirty="0" smtClean="0">
                <a:latin typeface="Arial" charset="0"/>
                <a:ea typeface="MS Gothic" charset="-128"/>
              </a:rPr>
              <a:t>As palavras devem estar na </a:t>
            </a:r>
            <a:r>
              <a:rPr lang="pt-BR" sz="2000" dirty="0" err="1" smtClean="0">
                <a:latin typeface="Arial" charset="0"/>
                <a:ea typeface="MS Gothic" charset="-128"/>
              </a:rPr>
              <a:t>sequência</a:t>
            </a:r>
            <a:endParaRPr lang="pt-BR" sz="2000" dirty="0" smtClean="0">
              <a:latin typeface="Arial" charset="0"/>
              <a:ea typeface="MS Gothic" charset="-128"/>
            </a:endParaRPr>
          </a:p>
          <a:p>
            <a:pPr defTabSz="407526" fontAlgn="base" hangingPunct="0">
              <a:lnSpc>
                <a:spcPct val="93000"/>
              </a:lnSpc>
              <a:spcBef>
                <a:spcPct val="0"/>
              </a:spcBef>
              <a:spcAft>
                <a:spcPts val="1089"/>
              </a:spcAft>
              <a:buClr>
                <a:srgbClr val="000000"/>
              </a:buClr>
              <a:buSzPct val="45000"/>
            </a:pPr>
            <a:r>
              <a:rPr lang="pt-BR" sz="2000" b="1" dirty="0" smtClean="0">
                <a:latin typeface="Arial" charset="0"/>
                <a:ea typeface="MS Gothic" charset="-128"/>
              </a:rPr>
              <a:t>Exata: [palavra-chave]</a:t>
            </a:r>
            <a:br>
              <a:rPr lang="pt-BR" sz="2000" b="1" dirty="0" smtClean="0">
                <a:latin typeface="Arial" charset="0"/>
                <a:ea typeface="MS Gothic" charset="-128"/>
              </a:rPr>
            </a:br>
            <a:r>
              <a:rPr lang="pt-BR" sz="2000" dirty="0" smtClean="0">
                <a:latin typeface="Arial" charset="0"/>
                <a:ea typeface="MS Gothic" charset="-128"/>
              </a:rPr>
              <a:t>Além da </a:t>
            </a:r>
            <a:r>
              <a:rPr lang="pt-BR" sz="2000" dirty="0" err="1" smtClean="0">
                <a:latin typeface="Arial" charset="0"/>
                <a:ea typeface="MS Gothic" charset="-128"/>
              </a:rPr>
              <a:t>sequência</a:t>
            </a:r>
            <a:r>
              <a:rPr lang="pt-BR" sz="2000" dirty="0" smtClean="0">
                <a:latin typeface="Arial" charset="0"/>
                <a:ea typeface="MS Gothic" charset="-128"/>
              </a:rPr>
              <a:t> exata, não podem ser digitada outras palavras na busca</a:t>
            </a:r>
          </a:p>
          <a:p>
            <a:pPr hangingPunct="0">
              <a:lnSpc>
                <a:spcPct val="93000"/>
              </a:lnSpc>
              <a:spcAft>
                <a:spcPts val="1089"/>
              </a:spcAft>
              <a:buClr>
                <a:srgbClr val="000000"/>
              </a:buClr>
              <a:buSzPct val="45000"/>
            </a:pPr>
            <a:r>
              <a:rPr lang="pt-BR" sz="2000" b="1" dirty="0" smtClean="0">
                <a:latin typeface="Arial" charset="0"/>
                <a:ea typeface="MS Gothic" charset="-128"/>
              </a:rPr>
              <a:t>Negativa: -palavra-chave</a:t>
            </a:r>
            <a:br>
              <a:rPr lang="pt-BR" sz="2000" b="1" dirty="0" smtClean="0">
                <a:latin typeface="Arial" charset="0"/>
                <a:ea typeface="MS Gothic" charset="-128"/>
              </a:rPr>
            </a:br>
            <a:r>
              <a:rPr lang="pt-BR" sz="2000" dirty="0" smtClean="0">
                <a:latin typeface="Arial" charset="0"/>
                <a:ea typeface="MS Gothic" charset="-128"/>
              </a:rPr>
              <a:t>Se a palavra for pesquisada, o anúncio não aparece</a:t>
            </a:r>
          </a:p>
        </p:txBody>
      </p:sp>
      <p:pic>
        <p:nvPicPr>
          <p:cNvPr id="808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4771" y="1225553"/>
            <a:ext cx="887242" cy="1014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4324" y="-71454"/>
            <a:ext cx="8186766" cy="1143000"/>
          </a:xfrm>
        </p:spPr>
        <p:txBody>
          <a:bodyPr>
            <a:normAutofit/>
          </a:bodyPr>
          <a:lstStyle/>
          <a:p>
            <a:r>
              <a:rPr lang="en-US" dirty="0" err="1" smtClean="0"/>
              <a:t>Passo</a:t>
            </a:r>
            <a:r>
              <a:rPr lang="en-US" dirty="0" smtClean="0"/>
              <a:t> 4 – </a:t>
            </a:r>
            <a:r>
              <a:rPr lang="en-US" dirty="0" err="1" smtClean="0"/>
              <a:t>Agrupamento</a:t>
            </a:r>
            <a:r>
              <a:rPr lang="en-US" dirty="0" smtClean="0"/>
              <a:t> de </a:t>
            </a:r>
            <a:r>
              <a:rPr lang="en-US" dirty="0" err="1" smtClean="0"/>
              <a:t>palavras-chave</a:t>
            </a:r>
            <a:r>
              <a:rPr lang="en-US" dirty="0" smtClean="0"/>
              <a:t> </a:t>
            </a:r>
            <a:r>
              <a:rPr lang="en-US" dirty="0" err="1" smtClean="0"/>
              <a:t>por</a:t>
            </a:r>
            <a:r>
              <a:rPr lang="en-US" dirty="0" smtClean="0"/>
              <a:t> </a:t>
            </a:r>
            <a:r>
              <a:rPr lang="en-US" dirty="0" err="1" smtClean="0"/>
              <a:t>Grupos</a:t>
            </a:r>
            <a:r>
              <a:rPr lang="en-US" dirty="0" smtClean="0"/>
              <a:t>/</a:t>
            </a:r>
            <a:r>
              <a:rPr lang="en-US" dirty="0" err="1" smtClean="0"/>
              <a:t>Nichos</a:t>
            </a:r>
            <a:r>
              <a:rPr lang="en-US" dirty="0" smtClean="0"/>
              <a:t> </a:t>
            </a:r>
            <a:r>
              <a:rPr lang="en-US" dirty="0" err="1" smtClean="0"/>
              <a:t>lógicos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4071934" y="1500174"/>
            <a:ext cx="4786346" cy="4000528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1800" dirty="0" err="1" smtClean="0"/>
              <a:t>Alguns</a:t>
            </a:r>
            <a:r>
              <a:rPr lang="en-US" sz="1800" dirty="0" smtClean="0"/>
              <a:t> </a:t>
            </a:r>
            <a:r>
              <a:rPr lang="en-US" sz="1800" dirty="0" err="1" smtClean="0"/>
              <a:t>Grupos</a:t>
            </a:r>
            <a:r>
              <a:rPr lang="en-US" sz="1800" dirty="0" smtClean="0"/>
              <a:t>/</a:t>
            </a:r>
            <a:r>
              <a:rPr lang="en-US" sz="1800" dirty="0" err="1" smtClean="0"/>
              <a:t>Nichos</a:t>
            </a:r>
            <a:r>
              <a:rPr lang="en-US" sz="1800" dirty="0" smtClean="0"/>
              <a:t>  </a:t>
            </a:r>
            <a:r>
              <a:rPr lang="en-US" sz="1800" dirty="0" err="1" smtClean="0"/>
              <a:t>lógicos</a:t>
            </a:r>
            <a:r>
              <a:rPr lang="en-US" sz="1800" dirty="0" smtClean="0"/>
              <a:t>:</a:t>
            </a:r>
          </a:p>
          <a:p>
            <a:pPr>
              <a:buNone/>
            </a:pPr>
            <a:endParaRPr lang="en-US" sz="1800" dirty="0" smtClean="0"/>
          </a:p>
          <a:p>
            <a:r>
              <a:rPr lang="en-US" sz="1800" dirty="0" smtClean="0"/>
              <a:t>Commit</a:t>
            </a:r>
          </a:p>
          <a:p>
            <a:r>
              <a:rPr lang="en-US" sz="1800" dirty="0" err="1" smtClean="0"/>
              <a:t>Treinamento</a:t>
            </a:r>
            <a:r>
              <a:rPr lang="en-US" sz="1800" dirty="0" smtClean="0"/>
              <a:t>  (</a:t>
            </a:r>
            <a:r>
              <a:rPr lang="en-US" sz="1800" dirty="0" err="1" smtClean="0"/>
              <a:t>Vendas</a:t>
            </a:r>
            <a:r>
              <a:rPr lang="en-US" sz="1800" dirty="0" smtClean="0"/>
              <a:t>, RH etc)</a:t>
            </a:r>
          </a:p>
          <a:p>
            <a:r>
              <a:rPr lang="en-US" sz="1800" dirty="0" smtClean="0"/>
              <a:t>DVD`s (</a:t>
            </a:r>
            <a:r>
              <a:rPr lang="en-US" sz="1800" dirty="0" err="1" smtClean="0"/>
              <a:t>Treinamento</a:t>
            </a:r>
            <a:r>
              <a:rPr lang="en-US" sz="1800" dirty="0" smtClean="0"/>
              <a:t>)</a:t>
            </a:r>
          </a:p>
          <a:p>
            <a:r>
              <a:rPr lang="en-US" sz="1800" dirty="0" err="1" smtClean="0"/>
              <a:t>Vídeos</a:t>
            </a:r>
            <a:r>
              <a:rPr lang="en-US" sz="1800" dirty="0" smtClean="0"/>
              <a:t> (</a:t>
            </a:r>
            <a:r>
              <a:rPr lang="en-US" sz="1800" dirty="0" err="1" smtClean="0"/>
              <a:t>Motivacionais</a:t>
            </a:r>
            <a:r>
              <a:rPr lang="en-US" sz="1800" dirty="0" smtClean="0"/>
              <a:t>, </a:t>
            </a:r>
            <a:r>
              <a:rPr lang="en-US" sz="1800" dirty="0" err="1" smtClean="0"/>
              <a:t>Treinamento</a:t>
            </a:r>
            <a:r>
              <a:rPr lang="en-US" sz="1800" dirty="0" smtClean="0"/>
              <a:t> etc)</a:t>
            </a:r>
          </a:p>
          <a:p>
            <a:r>
              <a:rPr lang="en-US" sz="1800" dirty="0" err="1" smtClean="0"/>
              <a:t>Motivação</a:t>
            </a:r>
            <a:endParaRPr lang="en-US" sz="1800" dirty="0" smtClean="0"/>
          </a:p>
          <a:p>
            <a:r>
              <a:rPr lang="en-US" sz="1800" dirty="0" err="1" smtClean="0"/>
              <a:t>Vendas</a:t>
            </a:r>
            <a:endParaRPr lang="en-US" sz="1800" dirty="0" smtClean="0"/>
          </a:p>
          <a:p>
            <a:r>
              <a:rPr lang="en-US" sz="1800" dirty="0" err="1" smtClean="0"/>
              <a:t>Cursos</a:t>
            </a:r>
            <a:endParaRPr lang="en-US" sz="1800" dirty="0" smtClean="0"/>
          </a:p>
          <a:p>
            <a:r>
              <a:rPr lang="en-US" sz="1800" dirty="0" err="1" smtClean="0"/>
              <a:t>Palestras</a:t>
            </a:r>
            <a:endParaRPr lang="en-US" sz="1800" dirty="0" smtClean="0"/>
          </a:p>
          <a:p>
            <a:r>
              <a:rPr lang="en-US" sz="1800" dirty="0" err="1" smtClean="0"/>
              <a:t>Autores</a:t>
            </a:r>
            <a:r>
              <a:rPr lang="en-US" sz="1800" dirty="0" smtClean="0"/>
              <a:t> (Prof. </a:t>
            </a:r>
            <a:r>
              <a:rPr lang="en-US" sz="1800" dirty="0" err="1" smtClean="0"/>
              <a:t>Marins</a:t>
            </a:r>
            <a:r>
              <a:rPr lang="en-US" sz="1800" dirty="0" smtClean="0"/>
              <a:t>, Daniel </a:t>
            </a:r>
            <a:r>
              <a:rPr lang="en-US" sz="1800" dirty="0" err="1" smtClean="0"/>
              <a:t>Godri</a:t>
            </a:r>
            <a:r>
              <a:rPr lang="en-US" sz="1800" dirty="0" smtClean="0"/>
              <a:t> etc)</a:t>
            </a:r>
          </a:p>
          <a:p>
            <a:r>
              <a:rPr lang="en-US" sz="1800" dirty="0" err="1" smtClean="0"/>
              <a:t>Produtos</a:t>
            </a:r>
            <a:r>
              <a:rPr lang="en-US" sz="1800" dirty="0" smtClean="0"/>
              <a:t> </a:t>
            </a:r>
            <a:r>
              <a:rPr lang="en-US" sz="1800" dirty="0" err="1" smtClean="0"/>
              <a:t>Digitais</a:t>
            </a:r>
            <a:endParaRPr lang="en-US" sz="1800" dirty="0" smtClean="0"/>
          </a:p>
          <a:p>
            <a:r>
              <a:rPr lang="en-US" sz="1800" dirty="0" err="1" smtClean="0"/>
              <a:t>Livros</a:t>
            </a:r>
            <a:r>
              <a:rPr lang="en-US" sz="1800" dirty="0" smtClean="0"/>
              <a:t>/</a:t>
            </a:r>
            <a:r>
              <a:rPr lang="en-US" sz="1800" dirty="0" err="1" smtClean="0"/>
              <a:t>Áudio</a:t>
            </a:r>
            <a:r>
              <a:rPr lang="en-US" sz="1800" dirty="0" smtClean="0"/>
              <a:t>/CD`s</a:t>
            </a:r>
          </a:p>
          <a:p>
            <a:endParaRPr lang="pt-BR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0034" y="1500174"/>
            <a:ext cx="3477382" cy="46958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3878" y="1214422"/>
            <a:ext cx="25908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ítulo 1"/>
          <p:cNvSpPr>
            <a:spLocks noGrp="1"/>
          </p:cNvSpPr>
          <p:nvPr>
            <p:ph type="title"/>
          </p:nvPr>
        </p:nvSpPr>
        <p:spPr>
          <a:xfrm>
            <a:off x="314324" y="-71454"/>
            <a:ext cx="8186766" cy="1143000"/>
          </a:xfrm>
        </p:spPr>
        <p:txBody>
          <a:bodyPr>
            <a:normAutofit/>
          </a:bodyPr>
          <a:lstStyle/>
          <a:p>
            <a:r>
              <a:rPr lang="en-US" dirty="0" err="1" smtClean="0"/>
              <a:t>Passo</a:t>
            </a:r>
            <a:r>
              <a:rPr lang="en-US" dirty="0" smtClean="0"/>
              <a:t> 4 – </a:t>
            </a:r>
            <a:r>
              <a:rPr lang="en-US" dirty="0" err="1" smtClean="0"/>
              <a:t>Agrupamento</a:t>
            </a:r>
            <a:r>
              <a:rPr lang="en-US" dirty="0" smtClean="0"/>
              <a:t> de </a:t>
            </a:r>
            <a:r>
              <a:rPr lang="en-US" dirty="0" err="1" smtClean="0"/>
              <a:t>palavras-chave</a:t>
            </a:r>
            <a:r>
              <a:rPr lang="en-US" dirty="0" smtClean="0"/>
              <a:t> </a:t>
            </a:r>
            <a:r>
              <a:rPr lang="en-US" dirty="0" err="1" smtClean="0"/>
              <a:t>por</a:t>
            </a:r>
            <a:r>
              <a:rPr lang="en-US" dirty="0" smtClean="0"/>
              <a:t> </a:t>
            </a:r>
            <a:r>
              <a:rPr lang="en-US" dirty="0" err="1" smtClean="0"/>
              <a:t>Grupos</a:t>
            </a:r>
            <a:r>
              <a:rPr lang="en-US" dirty="0" smtClean="0"/>
              <a:t>/</a:t>
            </a:r>
            <a:r>
              <a:rPr lang="en-US" dirty="0" err="1" smtClean="0"/>
              <a:t>Nichos</a:t>
            </a:r>
            <a:r>
              <a:rPr lang="en-US" dirty="0" smtClean="0"/>
              <a:t> </a:t>
            </a:r>
            <a:r>
              <a:rPr lang="en-US" dirty="0" err="1" smtClean="0"/>
              <a:t>lógicos</a:t>
            </a:r>
            <a:endParaRPr lang="pt-BR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28596" y="3286124"/>
            <a:ext cx="3308354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572000" y="1214422"/>
            <a:ext cx="3071834" cy="182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072066" y="3357562"/>
            <a:ext cx="2027298" cy="2928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0066" y="1928802"/>
            <a:ext cx="4030752" cy="2571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ítulo 1"/>
          <p:cNvSpPr>
            <a:spLocks noGrp="1"/>
          </p:cNvSpPr>
          <p:nvPr>
            <p:ph type="title"/>
          </p:nvPr>
        </p:nvSpPr>
        <p:spPr>
          <a:xfrm>
            <a:off x="314324" y="-71462"/>
            <a:ext cx="8186766" cy="1143000"/>
          </a:xfrm>
        </p:spPr>
        <p:txBody>
          <a:bodyPr>
            <a:normAutofit/>
          </a:bodyPr>
          <a:lstStyle/>
          <a:p>
            <a:r>
              <a:rPr lang="en-US" dirty="0" err="1" smtClean="0"/>
              <a:t>Passo</a:t>
            </a:r>
            <a:r>
              <a:rPr lang="en-US" dirty="0" smtClean="0"/>
              <a:t> 4 – </a:t>
            </a:r>
            <a:r>
              <a:rPr lang="en-US" dirty="0" err="1" smtClean="0"/>
              <a:t>Agrupamento</a:t>
            </a:r>
            <a:r>
              <a:rPr lang="en-US" dirty="0" smtClean="0"/>
              <a:t> de </a:t>
            </a:r>
            <a:r>
              <a:rPr lang="en-US" dirty="0" err="1" smtClean="0"/>
              <a:t>palavras-chave</a:t>
            </a:r>
            <a:r>
              <a:rPr lang="en-US" dirty="0" smtClean="0"/>
              <a:t> </a:t>
            </a:r>
            <a:r>
              <a:rPr lang="en-US" dirty="0" err="1" smtClean="0"/>
              <a:t>por</a:t>
            </a:r>
            <a:r>
              <a:rPr lang="en-US" dirty="0" smtClean="0"/>
              <a:t> </a:t>
            </a:r>
            <a:r>
              <a:rPr lang="en-US" dirty="0" err="1" smtClean="0"/>
              <a:t>Grupos</a:t>
            </a:r>
            <a:r>
              <a:rPr lang="en-US" dirty="0" smtClean="0"/>
              <a:t>/</a:t>
            </a:r>
            <a:r>
              <a:rPr lang="en-US" dirty="0" err="1" smtClean="0"/>
              <a:t>Nichos</a:t>
            </a:r>
            <a:r>
              <a:rPr lang="en-US" dirty="0" smtClean="0"/>
              <a:t> </a:t>
            </a:r>
            <a:r>
              <a:rPr lang="en-US" dirty="0" err="1" smtClean="0"/>
              <a:t>lógicos</a:t>
            </a:r>
            <a:endParaRPr lang="pt-BR" dirty="0"/>
          </a:p>
        </p:txBody>
      </p:sp>
      <p:sp>
        <p:nvSpPr>
          <p:cNvPr id="6" name="CaixaDeTexto 5"/>
          <p:cNvSpPr txBox="1"/>
          <p:nvPr/>
        </p:nvSpPr>
        <p:spPr>
          <a:xfrm>
            <a:off x="500034" y="1428736"/>
            <a:ext cx="2943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Grupo</a:t>
            </a:r>
            <a:r>
              <a:rPr lang="en-US" dirty="0" smtClean="0"/>
              <a:t> – Professor </a:t>
            </a:r>
            <a:r>
              <a:rPr lang="en-US" dirty="0" err="1" smtClean="0"/>
              <a:t>Marins</a:t>
            </a:r>
            <a:endParaRPr lang="pt-BR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14942" y="1481141"/>
            <a:ext cx="2396526" cy="39481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314324" y="-71462"/>
            <a:ext cx="8186766" cy="1143000"/>
          </a:xfrm>
        </p:spPr>
        <p:txBody>
          <a:bodyPr>
            <a:normAutofit/>
          </a:bodyPr>
          <a:lstStyle/>
          <a:p>
            <a:r>
              <a:rPr lang="en-US" dirty="0" err="1" smtClean="0"/>
              <a:t>Passo</a:t>
            </a:r>
            <a:r>
              <a:rPr lang="en-US" dirty="0" smtClean="0"/>
              <a:t> 4 – </a:t>
            </a:r>
            <a:r>
              <a:rPr lang="en-US" dirty="0" err="1" smtClean="0"/>
              <a:t>Agrupamento</a:t>
            </a:r>
            <a:r>
              <a:rPr lang="en-US" dirty="0" smtClean="0"/>
              <a:t> de </a:t>
            </a:r>
            <a:r>
              <a:rPr lang="en-US" dirty="0" err="1" smtClean="0"/>
              <a:t>palavras-chave</a:t>
            </a:r>
            <a:r>
              <a:rPr lang="en-US" dirty="0" smtClean="0"/>
              <a:t> </a:t>
            </a:r>
            <a:r>
              <a:rPr lang="en-US" dirty="0" err="1" smtClean="0"/>
              <a:t>por</a:t>
            </a:r>
            <a:r>
              <a:rPr lang="en-US" dirty="0" smtClean="0"/>
              <a:t> </a:t>
            </a:r>
            <a:r>
              <a:rPr lang="en-US" dirty="0" err="1" smtClean="0"/>
              <a:t>Grupos</a:t>
            </a:r>
            <a:r>
              <a:rPr lang="en-US" dirty="0" smtClean="0"/>
              <a:t>/</a:t>
            </a:r>
            <a:r>
              <a:rPr lang="en-US" dirty="0" err="1" smtClean="0"/>
              <a:t>Nichos</a:t>
            </a:r>
            <a:r>
              <a:rPr lang="en-US" dirty="0" smtClean="0"/>
              <a:t> </a:t>
            </a:r>
            <a:r>
              <a:rPr lang="en-US" dirty="0" err="1" smtClean="0"/>
              <a:t>lógicos</a:t>
            </a:r>
            <a:endParaRPr lang="pt-BR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395" y="1690710"/>
            <a:ext cx="3324225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00562" y="1714488"/>
            <a:ext cx="3171825" cy="407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aixaDeTexto 6"/>
          <p:cNvSpPr txBox="1"/>
          <p:nvPr/>
        </p:nvSpPr>
        <p:spPr>
          <a:xfrm>
            <a:off x="533860" y="1214422"/>
            <a:ext cx="1394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Tendências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314324" y="-71462"/>
            <a:ext cx="8186766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small" spc="0" normalizeH="0" baseline="0" noProof="0" dirty="0" err="1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Passo</a:t>
            </a:r>
            <a:r>
              <a:rPr kumimoji="0" lang="en-US" sz="3000" b="0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4 – </a:t>
            </a:r>
            <a:r>
              <a:rPr kumimoji="0" lang="en-US" sz="3000" b="0" i="0" u="none" strike="noStrike" kern="1200" cap="small" spc="0" normalizeH="0" baseline="0" noProof="0" dirty="0" err="1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Agrupamento</a:t>
            </a:r>
            <a:r>
              <a:rPr kumimoji="0" lang="en-US" sz="3000" b="0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de </a:t>
            </a:r>
            <a:r>
              <a:rPr kumimoji="0" lang="en-US" sz="3000" b="0" i="0" u="none" strike="noStrike" kern="1200" cap="small" spc="0" normalizeH="0" baseline="0" noProof="0" dirty="0" err="1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palavras-chave</a:t>
            </a:r>
            <a:r>
              <a:rPr kumimoji="0" lang="en-US" sz="3000" b="0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3000" b="0" i="0" u="none" strike="noStrike" kern="1200" cap="small" spc="0" normalizeH="0" baseline="0" noProof="0" dirty="0" err="1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por</a:t>
            </a:r>
            <a:r>
              <a:rPr kumimoji="0" lang="en-US" sz="3000" b="0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3000" b="0" i="0" u="none" strike="noStrike" kern="1200" cap="small" spc="0" normalizeH="0" baseline="0" noProof="0" dirty="0" err="1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Grupos</a:t>
            </a:r>
            <a:r>
              <a:rPr kumimoji="0" lang="en-US" sz="3000" b="0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/</a:t>
            </a:r>
            <a:r>
              <a:rPr kumimoji="0" lang="en-US" sz="3000" b="0" i="0" u="none" strike="noStrike" kern="1200" cap="small" spc="0" normalizeH="0" baseline="0" noProof="0" dirty="0" err="1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Nichos</a:t>
            </a:r>
            <a:r>
              <a:rPr kumimoji="0" lang="en-US" sz="3000" b="0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3000" b="0" i="0" u="none" strike="noStrike" kern="1200" cap="small" spc="0" normalizeH="0" baseline="0" noProof="0" dirty="0" err="1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lógicos</a:t>
            </a:r>
            <a:endParaRPr kumimoji="0" lang="pt-BR" sz="3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8628" y="1900882"/>
            <a:ext cx="6429388" cy="3814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7159" y="5829432"/>
            <a:ext cx="7358114" cy="8142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aixaDeTexto 4"/>
          <p:cNvSpPr txBox="1"/>
          <p:nvPr/>
        </p:nvSpPr>
        <p:spPr>
          <a:xfrm>
            <a:off x="533860" y="1214422"/>
            <a:ext cx="2975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Agrupamentos</a:t>
            </a:r>
            <a:r>
              <a:rPr lang="en-US" dirty="0" smtClean="0"/>
              <a:t> </a:t>
            </a:r>
            <a:r>
              <a:rPr lang="en-US" dirty="0" err="1" smtClean="0"/>
              <a:t>finalizados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-142900"/>
            <a:ext cx="7467600" cy="1143000"/>
          </a:xfrm>
        </p:spPr>
        <p:txBody>
          <a:bodyPr/>
          <a:lstStyle/>
          <a:p>
            <a:r>
              <a:rPr lang="en-US" dirty="0" err="1" smtClean="0"/>
              <a:t>Execução</a:t>
            </a:r>
            <a:endParaRPr lang="pt-BR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7158" y="1357298"/>
            <a:ext cx="7837586" cy="3786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-142900"/>
            <a:ext cx="7467600" cy="1143000"/>
          </a:xfrm>
        </p:spPr>
        <p:txBody>
          <a:bodyPr/>
          <a:lstStyle/>
          <a:p>
            <a:r>
              <a:rPr lang="en-US" dirty="0" err="1" smtClean="0"/>
              <a:t>Execução</a:t>
            </a:r>
            <a:endParaRPr lang="pt-BR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2910" y="1428736"/>
            <a:ext cx="7715304" cy="34562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-142900"/>
            <a:ext cx="7467600" cy="1143000"/>
          </a:xfrm>
        </p:spPr>
        <p:txBody>
          <a:bodyPr/>
          <a:lstStyle/>
          <a:p>
            <a:r>
              <a:rPr lang="en-US" dirty="0" err="1" smtClean="0"/>
              <a:t>Execução</a:t>
            </a:r>
            <a:endParaRPr lang="pt-BR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1472" y="1571612"/>
            <a:ext cx="7929618" cy="3265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-142900"/>
            <a:ext cx="7467600" cy="1143000"/>
          </a:xfrm>
        </p:spPr>
        <p:txBody>
          <a:bodyPr/>
          <a:lstStyle/>
          <a:p>
            <a:r>
              <a:rPr lang="en-US" dirty="0" err="1" smtClean="0"/>
              <a:t>Execução</a:t>
            </a:r>
            <a:endParaRPr lang="pt-BR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6744" y="1285860"/>
            <a:ext cx="8005784" cy="25669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4282" y="4376864"/>
            <a:ext cx="7715294" cy="21954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7191" y="1718420"/>
            <a:ext cx="7500957" cy="39251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ítulo 1"/>
          <p:cNvSpPr>
            <a:spLocks noGrp="1"/>
          </p:cNvSpPr>
          <p:nvPr>
            <p:ph type="title"/>
          </p:nvPr>
        </p:nvSpPr>
        <p:spPr>
          <a:xfrm>
            <a:off x="457200" y="-142900"/>
            <a:ext cx="7467600" cy="1143000"/>
          </a:xfrm>
        </p:spPr>
        <p:txBody>
          <a:bodyPr/>
          <a:lstStyle/>
          <a:p>
            <a:r>
              <a:rPr lang="en-US" dirty="0" err="1" smtClean="0"/>
              <a:t>Execução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-142900"/>
            <a:ext cx="7467600" cy="1143000"/>
          </a:xfrm>
        </p:spPr>
        <p:txBody>
          <a:bodyPr/>
          <a:lstStyle/>
          <a:p>
            <a:r>
              <a:rPr lang="en-US" dirty="0" err="1" smtClean="0"/>
              <a:t>Execução</a:t>
            </a:r>
            <a:endParaRPr lang="pt-BR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7158" y="1142984"/>
            <a:ext cx="7915281" cy="4032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Google </a:t>
            </a:r>
            <a:r>
              <a:rPr lang="pt-BR" dirty="0" err="1" smtClean="0"/>
              <a:t>Analytics</a:t>
            </a:r>
            <a:endParaRPr lang="pt-BR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283" y="714357"/>
            <a:ext cx="1744666" cy="2643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28596" y="3000372"/>
            <a:ext cx="8453465" cy="3057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Espaço Reservado para Conteúdo 6"/>
          <p:cNvSpPr>
            <a:spLocks noGrp="1"/>
          </p:cNvSpPr>
          <p:nvPr>
            <p:ph sz="quarter" idx="1"/>
          </p:nvPr>
        </p:nvSpPr>
        <p:spPr>
          <a:xfrm>
            <a:off x="2714612" y="857232"/>
            <a:ext cx="5786478" cy="1928826"/>
          </a:xfrm>
        </p:spPr>
        <p:txBody>
          <a:bodyPr>
            <a:normAutofit fontScale="92500" lnSpcReduction="20000"/>
          </a:bodyPr>
          <a:lstStyle/>
          <a:p>
            <a:r>
              <a:rPr lang="pt-BR" dirty="0" smtClean="0"/>
              <a:t>O Google </a:t>
            </a:r>
            <a:r>
              <a:rPr lang="pt-BR" dirty="0" err="1" smtClean="0"/>
              <a:t>Analytics</a:t>
            </a:r>
            <a:r>
              <a:rPr lang="pt-BR" dirty="0" smtClean="0"/>
              <a:t> permite visualizar:</a:t>
            </a:r>
          </a:p>
          <a:p>
            <a:pPr lvl="1"/>
            <a:r>
              <a:rPr lang="pt-BR" dirty="0" smtClean="0"/>
              <a:t>Visitas</a:t>
            </a:r>
          </a:p>
          <a:p>
            <a:pPr lvl="1"/>
            <a:r>
              <a:rPr lang="pt-BR" dirty="0" smtClean="0"/>
              <a:t>Páginas por visita</a:t>
            </a:r>
          </a:p>
          <a:p>
            <a:pPr lvl="1"/>
            <a:r>
              <a:rPr lang="pt-BR" dirty="0" smtClean="0"/>
              <a:t>Tempo médio no site</a:t>
            </a:r>
          </a:p>
          <a:p>
            <a:pPr lvl="1"/>
            <a:r>
              <a:rPr lang="pt-BR" dirty="0" smtClean="0"/>
              <a:t>% de novas visitas</a:t>
            </a:r>
          </a:p>
          <a:p>
            <a:pPr lvl="1"/>
            <a:r>
              <a:rPr lang="pt-BR" dirty="0" smtClean="0"/>
              <a:t>Taxa de rejeição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Execução</a:t>
            </a:r>
            <a:endParaRPr lang="pt-BR" dirty="0"/>
          </a:p>
        </p:txBody>
      </p:sp>
      <p:sp>
        <p:nvSpPr>
          <p:cNvPr id="3" name="CaixaDeTexto 2"/>
          <p:cNvSpPr txBox="1"/>
          <p:nvPr/>
        </p:nvSpPr>
        <p:spPr>
          <a:xfrm>
            <a:off x="533860" y="1214422"/>
            <a:ext cx="81724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Com a </a:t>
            </a:r>
            <a:r>
              <a:rPr lang="en-US" dirty="0" err="1" smtClean="0"/>
              <a:t>lista</a:t>
            </a:r>
            <a:r>
              <a:rPr lang="en-US" dirty="0" smtClean="0"/>
              <a:t> </a:t>
            </a:r>
            <a:r>
              <a:rPr lang="en-US" dirty="0" err="1" smtClean="0"/>
              <a:t>estruturada</a:t>
            </a:r>
            <a:r>
              <a:rPr lang="en-US" dirty="0" smtClean="0"/>
              <a:t> e </a:t>
            </a:r>
            <a:r>
              <a:rPr lang="en-US" dirty="0" err="1" smtClean="0"/>
              <a:t>formatada</a:t>
            </a:r>
            <a:r>
              <a:rPr lang="en-US" dirty="0" smtClean="0"/>
              <a:t> </a:t>
            </a:r>
            <a:r>
              <a:rPr lang="en-US" dirty="0" err="1" smtClean="0"/>
              <a:t>devemos</a:t>
            </a:r>
            <a:r>
              <a:rPr lang="en-US" dirty="0" smtClean="0"/>
              <a:t> </a:t>
            </a:r>
            <a:r>
              <a:rPr lang="en-US" dirty="0" err="1" smtClean="0"/>
              <a:t>utilizar</a:t>
            </a:r>
            <a:r>
              <a:rPr lang="en-US" dirty="0" smtClean="0"/>
              <a:t> a </a:t>
            </a:r>
            <a:r>
              <a:rPr lang="en-US" dirty="0" err="1" smtClean="0"/>
              <a:t>ferramenta</a:t>
            </a:r>
            <a:r>
              <a:rPr lang="en-US" dirty="0" smtClean="0"/>
              <a:t> Google</a:t>
            </a:r>
          </a:p>
          <a:p>
            <a:r>
              <a:rPr lang="en-US" dirty="0" smtClean="0"/>
              <a:t>Editor </a:t>
            </a:r>
            <a:r>
              <a:rPr lang="en-US" dirty="0" err="1" smtClean="0"/>
              <a:t>para</a:t>
            </a:r>
            <a:r>
              <a:rPr lang="en-US" dirty="0" smtClean="0"/>
              <a:t> </a:t>
            </a:r>
            <a:r>
              <a:rPr lang="en-US" dirty="0" err="1" smtClean="0"/>
              <a:t>subir</a:t>
            </a:r>
            <a:r>
              <a:rPr lang="en-US" dirty="0" smtClean="0"/>
              <a:t> a </a:t>
            </a:r>
            <a:r>
              <a:rPr lang="en-US" dirty="0" err="1" smtClean="0"/>
              <a:t>campanha</a:t>
            </a:r>
            <a:r>
              <a:rPr lang="en-US" dirty="0" smtClean="0"/>
              <a:t>:</a:t>
            </a:r>
            <a:endParaRPr lang="pt-BR" dirty="0"/>
          </a:p>
        </p:txBody>
      </p:sp>
      <p:sp>
        <p:nvSpPr>
          <p:cNvPr id="5" name="Retângulo 4"/>
          <p:cNvSpPr/>
          <p:nvPr/>
        </p:nvSpPr>
        <p:spPr>
          <a:xfrm>
            <a:off x="642910" y="1928802"/>
            <a:ext cx="821537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smtClean="0"/>
              <a:t>“O </a:t>
            </a:r>
            <a:r>
              <a:rPr lang="pt-BR" dirty="0" err="1" smtClean="0"/>
              <a:t>AdWords</a:t>
            </a:r>
            <a:r>
              <a:rPr lang="pt-BR" dirty="0" smtClean="0"/>
              <a:t> Editor é um aplicativo gratuito de área de trabalho para o gerenciamento de campanhas do </a:t>
            </a:r>
            <a:r>
              <a:rPr lang="pt-BR" dirty="0" err="1" smtClean="0"/>
              <a:t>AdWords</a:t>
            </a:r>
            <a:r>
              <a:rPr lang="pt-BR" dirty="0" smtClean="0"/>
              <a:t>. Se você possuir um grande número de campanhas ou palavras-chave, ou se gerenciar várias contas, o </a:t>
            </a:r>
            <a:r>
              <a:rPr lang="pt-BR" dirty="0" err="1" smtClean="0"/>
              <a:t>AdWords</a:t>
            </a:r>
            <a:r>
              <a:rPr lang="pt-BR" dirty="0" smtClean="0"/>
              <a:t> Editor pode ajudar você a economizar tempo e a otimizar seu fluxo de trabalho. ”</a:t>
            </a:r>
          </a:p>
          <a:p>
            <a:endParaRPr lang="pt-BR" dirty="0" smtClean="0"/>
          </a:p>
          <a:p>
            <a:r>
              <a:rPr lang="pt-BR" dirty="0" smtClean="0"/>
              <a:t>Para baixar em seu computador acesse: </a:t>
            </a:r>
            <a:r>
              <a:rPr lang="pt-BR" dirty="0" smtClean="0">
                <a:hlinkClick r:id="rId3"/>
              </a:rPr>
              <a:t>http://www.google.com/intl/pt-BR/adwordseditor/</a:t>
            </a:r>
            <a:endParaRPr lang="pt-BR" dirty="0" smtClean="0"/>
          </a:p>
          <a:p>
            <a:endParaRPr lang="pt-BR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357422" y="4259370"/>
            <a:ext cx="3000396" cy="2527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282" y="1000108"/>
            <a:ext cx="7662863" cy="4392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ítulo 1"/>
          <p:cNvSpPr>
            <a:spLocks noGrp="1"/>
          </p:cNvSpPr>
          <p:nvPr>
            <p:ph type="title"/>
          </p:nvPr>
        </p:nvSpPr>
        <p:spPr>
          <a:xfrm>
            <a:off x="357158" y="-285776"/>
            <a:ext cx="7467600" cy="1143000"/>
          </a:xfrm>
        </p:spPr>
        <p:txBody>
          <a:bodyPr/>
          <a:lstStyle/>
          <a:p>
            <a:r>
              <a:rPr lang="en-US" dirty="0" err="1" smtClean="0"/>
              <a:t>execução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-142900"/>
            <a:ext cx="7467600" cy="1143000"/>
          </a:xfrm>
        </p:spPr>
        <p:txBody>
          <a:bodyPr/>
          <a:lstStyle/>
          <a:p>
            <a:r>
              <a:rPr lang="en-US" dirty="0" err="1" smtClean="0"/>
              <a:t>Execução</a:t>
            </a:r>
            <a:endParaRPr lang="pt-BR" dirty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1472" y="1500174"/>
            <a:ext cx="7410471" cy="2953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-142900"/>
            <a:ext cx="7467600" cy="1143000"/>
          </a:xfrm>
        </p:spPr>
        <p:txBody>
          <a:bodyPr/>
          <a:lstStyle/>
          <a:p>
            <a:r>
              <a:rPr lang="en-US" dirty="0" err="1" smtClean="0"/>
              <a:t>Execução</a:t>
            </a:r>
            <a:endParaRPr lang="pt-BR" dirty="0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4414" y="1500174"/>
            <a:ext cx="6000791" cy="44608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357158" y="-285776"/>
            <a:ext cx="7467600" cy="1143000"/>
          </a:xfrm>
        </p:spPr>
        <p:txBody>
          <a:bodyPr/>
          <a:lstStyle/>
          <a:p>
            <a:r>
              <a:rPr lang="en-US" dirty="0" err="1" smtClean="0"/>
              <a:t>Gestão</a:t>
            </a:r>
            <a:r>
              <a:rPr lang="en-US" dirty="0" smtClean="0"/>
              <a:t> e </a:t>
            </a:r>
            <a:r>
              <a:rPr lang="en-US" dirty="0" err="1" smtClean="0"/>
              <a:t>Relatórios</a:t>
            </a:r>
            <a:endParaRPr lang="pt-BR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2976" y="2071678"/>
            <a:ext cx="5750991" cy="3490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ítulo 1"/>
          <p:cNvSpPr txBox="1">
            <a:spLocks/>
          </p:cNvSpPr>
          <p:nvPr/>
        </p:nvSpPr>
        <p:spPr>
          <a:xfrm>
            <a:off x="357158" y="142852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Lance manual</a:t>
            </a:r>
            <a:r>
              <a:rPr kumimoji="0" lang="en-US" sz="2000" b="0" i="0" u="none" strike="noStrike" kern="1200" cap="small" spc="0" normalizeH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vs. lance </a:t>
            </a:r>
            <a:r>
              <a:rPr kumimoji="0" lang="en-US" sz="2000" b="0" i="0" u="none" strike="noStrike" kern="1200" cap="small" spc="0" normalizeH="0" noProof="0" dirty="0" err="1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automático</a:t>
            </a:r>
            <a:endParaRPr kumimoji="0" lang="pt-BR" sz="2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357158" y="-285776"/>
            <a:ext cx="7467600" cy="1143000"/>
          </a:xfrm>
        </p:spPr>
        <p:txBody>
          <a:bodyPr/>
          <a:lstStyle/>
          <a:p>
            <a:r>
              <a:rPr lang="en-US" dirty="0" err="1" smtClean="0"/>
              <a:t>Gestão</a:t>
            </a:r>
            <a:r>
              <a:rPr lang="en-US" dirty="0" smtClean="0"/>
              <a:t> e </a:t>
            </a:r>
            <a:r>
              <a:rPr lang="en-US" dirty="0" err="1" smtClean="0"/>
              <a:t>Relatórios</a:t>
            </a:r>
            <a:endParaRPr lang="pt-BR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85918" y="1000108"/>
            <a:ext cx="6819900" cy="278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3842" y="3897949"/>
            <a:ext cx="7777182" cy="2745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86182" y="1000108"/>
            <a:ext cx="4679863" cy="4000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ítulo 1"/>
          <p:cNvSpPr>
            <a:spLocks noGrp="1"/>
          </p:cNvSpPr>
          <p:nvPr>
            <p:ph type="title"/>
          </p:nvPr>
        </p:nvSpPr>
        <p:spPr>
          <a:xfrm>
            <a:off x="357158" y="-285776"/>
            <a:ext cx="7467600" cy="1143000"/>
          </a:xfrm>
        </p:spPr>
        <p:txBody>
          <a:bodyPr/>
          <a:lstStyle/>
          <a:p>
            <a:r>
              <a:rPr lang="en-US" dirty="0" err="1" smtClean="0"/>
              <a:t>Gestão</a:t>
            </a:r>
            <a:r>
              <a:rPr lang="en-US" dirty="0" smtClean="0"/>
              <a:t> e </a:t>
            </a:r>
            <a:r>
              <a:rPr lang="en-US" dirty="0" err="1" smtClean="0"/>
              <a:t>Relatórios</a:t>
            </a:r>
            <a:endParaRPr lang="pt-BR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5720" y="5143512"/>
            <a:ext cx="6000792" cy="1488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357158" y="-285776"/>
            <a:ext cx="7467600" cy="1143000"/>
          </a:xfrm>
        </p:spPr>
        <p:txBody>
          <a:bodyPr/>
          <a:lstStyle/>
          <a:p>
            <a:r>
              <a:rPr lang="en-US" dirty="0" err="1" smtClean="0"/>
              <a:t>Gestão</a:t>
            </a:r>
            <a:r>
              <a:rPr lang="en-US" dirty="0" smtClean="0"/>
              <a:t> e </a:t>
            </a:r>
            <a:r>
              <a:rPr lang="en-US" dirty="0" err="1" smtClean="0"/>
              <a:t>Relatórios</a:t>
            </a:r>
            <a:endParaRPr lang="pt-BR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282" y="4850729"/>
            <a:ext cx="4500594" cy="18210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143240" y="1000109"/>
            <a:ext cx="5429259" cy="36068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357158" y="-285776"/>
            <a:ext cx="7467600" cy="1143000"/>
          </a:xfrm>
        </p:spPr>
        <p:txBody>
          <a:bodyPr/>
          <a:lstStyle/>
          <a:p>
            <a:r>
              <a:rPr lang="en-US" dirty="0" err="1" smtClean="0"/>
              <a:t>Gestão</a:t>
            </a:r>
            <a:r>
              <a:rPr lang="en-US" dirty="0" smtClean="0"/>
              <a:t> e </a:t>
            </a:r>
            <a:r>
              <a:rPr lang="en-US" dirty="0" err="1" smtClean="0"/>
              <a:t>Relatórios</a:t>
            </a:r>
            <a:endParaRPr lang="pt-BR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1513" y="1876425"/>
            <a:ext cx="7800975" cy="310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357158" y="-285776"/>
            <a:ext cx="7467600" cy="1143000"/>
          </a:xfrm>
        </p:spPr>
        <p:txBody>
          <a:bodyPr/>
          <a:lstStyle/>
          <a:p>
            <a:r>
              <a:rPr lang="en-US" dirty="0" err="1" smtClean="0"/>
              <a:t>Gestão</a:t>
            </a:r>
            <a:r>
              <a:rPr lang="en-US" dirty="0" smtClean="0"/>
              <a:t> e </a:t>
            </a:r>
            <a:r>
              <a:rPr lang="en-US" dirty="0" err="1" smtClean="0"/>
              <a:t>Relatórios</a:t>
            </a:r>
            <a:endParaRPr lang="pt-BR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5720" y="1000108"/>
            <a:ext cx="5072098" cy="2660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366976" y="3929066"/>
            <a:ext cx="5419734" cy="2691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357158" y="-285776"/>
            <a:ext cx="7467600" cy="1143000"/>
          </a:xfrm>
        </p:spPr>
        <p:txBody>
          <a:bodyPr/>
          <a:lstStyle/>
          <a:p>
            <a:r>
              <a:rPr lang="en-US" dirty="0" err="1" smtClean="0"/>
              <a:t>Gestão</a:t>
            </a:r>
            <a:r>
              <a:rPr lang="en-US" dirty="0" smtClean="0"/>
              <a:t> e </a:t>
            </a:r>
            <a:r>
              <a:rPr lang="en-US" dirty="0" err="1" smtClean="0"/>
              <a:t>Relatórios</a:t>
            </a:r>
            <a:endParaRPr lang="pt-BR" dirty="0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7158" y="1285860"/>
            <a:ext cx="7786742" cy="396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357158" y="-285776"/>
            <a:ext cx="7467600" cy="1143000"/>
          </a:xfrm>
        </p:spPr>
        <p:txBody>
          <a:bodyPr/>
          <a:lstStyle/>
          <a:p>
            <a:r>
              <a:rPr lang="en-US" dirty="0" err="1" smtClean="0"/>
              <a:t>Gestão</a:t>
            </a:r>
            <a:r>
              <a:rPr lang="en-US" dirty="0" smtClean="0"/>
              <a:t> e </a:t>
            </a:r>
            <a:r>
              <a:rPr lang="en-US" dirty="0" err="1" smtClean="0"/>
              <a:t>Relatórios</a:t>
            </a:r>
            <a:endParaRPr lang="pt-BR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7157" y="1142984"/>
            <a:ext cx="7681567" cy="4214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357158" y="-285776"/>
            <a:ext cx="7467600" cy="1143000"/>
          </a:xfrm>
        </p:spPr>
        <p:txBody>
          <a:bodyPr/>
          <a:lstStyle/>
          <a:p>
            <a:r>
              <a:rPr lang="en-US" dirty="0" err="1" smtClean="0"/>
              <a:t>Gestão</a:t>
            </a:r>
            <a:r>
              <a:rPr lang="en-US" dirty="0" smtClean="0"/>
              <a:t> e </a:t>
            </a:r>
            <a:r>
              <a:rPr lang="en-US" dirty="0" err="1" smtClean="0"/>
              <a:t>Relatórios</a:t>
            </a:r>
            <a:endParaRPr lang="pt-BR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1472" y="1214422"/>
            <a:ext cx="7515241" cy="4352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357158" y="-285776"/>
            <a:ext cx="7467600" cy="1143000"/>
          </a:xfrm>
        </p:spPr>
        <p:txBody>
          <a:bodyPr/>
          <a:lstStyle/>
          <a:p>
            <a:r>
              <a:rPr lang="en-US" dirty="0" err="1" smtClean="0"/>
              <a:t>Gestão</a:t>
            </a:r>
            <a:r>
              <a:rPr lang="en-US" dirty="0" smtClean="0"/>
              <a:t> e </a:t>
            </a:r>
            <a:r>
              <a:rPr lang="en-US" dirty="0" err="1" smtClean="0"/>
              <a:t>Relatórios</a:t>
            </a:r>
            <a:endParaRPr lang="pt-BR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7158" y="1071546"/>
            <a:ext cx="7967665" cy="425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357158" y="-285776"/>
            <a:ext cx="7467600" cy="1143000"/>
          </a:xfrm>
        </p:spPr>
        <p:txBody>
          <a:bodyPr/>
          <a:lstStyle/>
          <a:p>
            <a:r>
              <a:rPr lang="en-US" dirty="0" err="1" smtClean="0"/>
              <a:t>Gestão</a:t>
            </a:r>
            <a:r>
              <a:rPr lang="en-US" dirty="0" smtClean="0"/>
              <a:t> e </a:t>
            </a:r>
            <a:r>
              <a:rPr lang="en-US" dirty="0" err="1" smtClean="0"/>
              <a:t>Relatórios</a:t>
            </a:r>
            <a:endParaRPr lang="pt-BR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5720" y="1071546"/>
            <a:ext cx="8072441" cy="4444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28661" y="1357298"/>
            <a:ext cx="6234407" cy="5024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ítulo 1"/>
          <p:cNvSpPr>
            <a:spLocks noGrp="1"/>
          </p:cNvSpPr>
          <p:nvPr>
            <p:ph type="title"/>
          </p:nvPr>
        </p:nvSpPr>
        <p:spPr>
          <a:xfrm>
            <a:off x="357158" y="-142900"/>
            <a:ext cx="7467600" cy="1143000"/>
          </a:xfrm>
        </p:spPr>
        <p:txBody>
          <a:bodyPr/>
          <a:lstStyle/>
          <a:p>
            <a:r>
              <a:rPr lang="en-US" dirty="0" err="1" smtClean="0"/>
              <a:t>Gestão</a:t>
            </a:r>
            <a:r>
              <a:rPr lang="en-US" dirty="0" smtClean="0"/>
              <a:t> e </a:t>
            </a:r>
            <a:r>
              <a:rPr lang="en-US" dirty="0" err="1" smtClean="0"/>
              <a:t>Relatórios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1"/>
          <p:cNvSpPr>
            <a:spLocks noChangeArrowheads="1"/>
          </p:cNvSpPr>
          <p:nvPr/>
        </p:nvSpPr>
        <p:spPr bwMode="auto">
          <a:xfrm>
            <a:off x="1850381" y="2003241"/>
            <a:ext cx="5832000" cy="92569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212261" tIns="42452" rIns="81639" bIns="42452" anchor="ctr"/>
          <a:lstStyle/>
          <a:p>
            <a:pPr algn="ctr">
              <a:lnSpc>
                <a:spcPct val="93000"/>
              </a:lnSpc>
              <a:buClr>
                <a:srgbClr val="000000"/>
              </a:buClr>
              <a:buSzPct val="45000"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</a:tabLst>
            </a:pPr>
            <a:r>
              <a:rPr lang="en-GB" sz="4900" b="1" dirty="0">
                <a:solidFill>
                  <a:srgbClr val="3366FF"/>
                </a:solidFill>
              </a:rPr>
              <a:t>Obrigado</a:t>
            </a:r>
            <a:r>
              <a:rPr lang="en-GB" sz="4900" b="1" dirty="0" smtClean="0">
                <a:solidFill>
                  <a:srgbClr val="3366FF"/>
                </a:solidFill>
              </a:rPr>
              <a:t>!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32771" name="Text Box 2"/>
          <p:cNvSpPr txBox="1">
            <a:spLocks noChangeArrowheads="1"/>
          </p:cNvSpPr>
          <p:nvPr/>
        </p:nvSpPr>
        <p:spPr bwMode="auto">
          <a:xfrm>
            <a:off x="1857356" y="285728"/>
            <a:ext cx="6660000" cy="148767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81639" tIns="40820" rIns="81639" bIns="40820"/>
          <a:lstStyle/>
          <a:p>
            <a:pPr algn="ctr" hangingPunct="0">
              <a:lnSpc>
                <a:spcPct val="104000"/>
              </a:lnSpc>
              <a:buClr>
                <a:srgbClr val="000000"/>
              </a:buClr>
              <a:buSzPct val="45000"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GB" sz="2200" dirty="0">
                <a:solidFill>
                  <a:srgbClr val="000000"/>
                </a:solidFill>
                <a:latin typeface="Trebuchet MS" pitchFamily="34" charset="0"/>
              </a:rPr>
              <a:t>O </a:t>
            </a:r>
            <a:r>
              <a:rPr lang="en-GB" sz="2200" dirty="0" err="1">
                <a:solidFill>
                  <a:srgbClr val="000000"/>
                </a:solidFill>
                <a:latin typeface="Trebuchet MS" pitchFamily="34" charset="0"/>
              </a:rPr>
              <a:t>futuro</a:t>
            </a:r>
            <a:r>
              <a:rPr lang="en-GB" sz="2200" dirty="0">
                <a:solidFill>
                  <a:srgbClr val="000000"/>
                </a:solidFill>
                <a:latin typeface="Trebuchet MS" pitchFamily="34" charset="0"/>
              </a:rPr>
              <a:t> das </a:t>
            </a:r>
            <a:r>
              <a:rPr lang="en-GB" sz="2200" dirty="0" err="1">
                <a:solidFill>
                  <a:srgbClr val="000000"/>
                </a:solidFill>
                <a:latin typeface="Trebuchet MS" pitchFamily="34" charset="0"/>
              </a:rPr>
              <a:t>organizações</a:t>
            </a:r>
            <a:r>
              <a:rPr lang="en-GB" sz="2200" dirty="0">
                <a:solidFill>
                  <a:srgbClr val="000000"/>
                </a:solidFill>
                <a:latin typeface="Trebuchet MS" pitchFamily="34" charset="0"/>
              </a:rPr>
              <a:t> - e </a:t>
            </a:r>
            <a:r>
              <a:rPr lang="en-GB" sz="2200" dirty="0" err="1">
                <a:solidFill>
                  <a:srgbClr val="000000"/>
                </a:solidFill>
                <a:latin typeface="Trebuchet MS" pitchFamily="34" charset="0"/>
              </a:rPr>
              <a:t>nações</a:t>
            </a:r>
            <a:r>
              <a:rPr lang="en-GB" sz="2200" dirty="0">
                <a:solidFill>
                  <a:srgbClr val="000000"/>
                </a:solidFill>
                <a:latin typeface="Trebuchet MS" pitchFamily="34" charset="0"/>
              </a:rPr>
              <a:t> - </a:t>
            </a:r>
            <a:r>
              <a:rPr lang="en-GB" sz="2200" dirty="0" err="1">
                <a:solidFill>
                  <a:srgbClr val="000000"/>
                </a:solidFill>
                <a:latin typeface="Trebuchet MS" pitchFamily="34" charset="0"/>
              </a:rPr>
              <a:t>dependerá</a:t>
            </a:r>
            <a:r>
              <a:rPr lang="en-GB" sz="2200" dirty="0">
                <a:solidFill>
                  <a:srgbClr val="000000"/>
                </a:solidFill>
                <a:latin typeface="Trebuchet MS" pitchFamily="34" charset="0"/>
              </a:rPr>
              <a:t> </a:t>
            </a:r>
            <a:r>
              <a:rPr lang="en-GB" sz="2200" dirty="0" err="1">
                <a:solidFill>
                  <a:srgbClr val="000000"/>
                </a:solidFill>
                <a:latin typeface="Trebuchet MS" pitchFamily="34" charset="0"/>
              </a:rPr>
              <a:t>cada</a:t>
            </a:r>
            <a:r>
              <a:rPr lang="en-GB" sz="2200" dirty="0">
                <a:solidFill>
                  <a:srgbClr val="000000"/>
                </a:solidFill>
                <a:latin typeface="Trebuchet MS" pitchFamily="34" charset="0"/>
              </a:rPr>
              <a:t> </a:t>
            </a:r>
            <a:r>
              <a:rPr lang="en-GB" sz="2200" dirty="0" err="1">
                <a:solidFill>
                  <a:srgbClr val="000000"/>
                </a:solidFill>
                <a:latin typeface="Trebuchet MS" pitchFamily="34" charset="0"/>
              </a:rPr>
              <a:t>vez</a:t>
            </a:r>
            <a:r>
              <a:rPr lang="en-GB" sz="2200" dirty="0">
                <a:solidFill>
                  <a:srgbClr val="000000"/>
                </a:solidFill>
                <a:latin typeface="Trebuchet MS" pitchFamily="34" charset="0"/>
              </a:rPr>
              <a:t> </a:t>
            </a:r>
            <a:r>
              <a:rPr lang="en-GB" sz="2200" dirty="0" err="1">
                <a:solidFill>
                  <a:srgbClr val="000000"/>
                </a:solidFill>
                <a:latin typeface="Trebuchet MS" pitchFamily="34" charset="0"/>
              </a:rPr>
              <a:t>mais</a:t>
            </a:r>
            <a:r>
              <a:rPr lang="en-GB" sz="2200" dirty="0">
                <a:solidFill>
                  <a:srgbClr val="000000"/>
                </a:solidFill>
                <a:latin typeface="Trebuchet MS" pitchFamily="34" charset="0"/>
              </a:rPr>
              <a:t> de </a:t>
            </a:r>
            <a:r>
              <a:rPr lang="en-GB" sz="2200" dirty="0" err="1">
                <a:solidFill>
                  <a:srgbClr val="000000"/>
                </a:solidFill>
                <a:latin typeface="Trebuchet MS" pitchFamily="34" charset="0"/>
              </a:rPr>
              <a:t>sua</a:t>
            </a:r>
            <a:r>
              <a:rPr lang="en-GB" sz="2200" dirty="0">
                <a:solidFill>
                  <a:srgbClr val="000000"/>
                </a:solidFill>
                <a:latin typeface="Trebuchet MS" pitchFamily="34" charset="0"/>
              </a:rPr>
              <a:t> </a:t>
            </a:r>
            <a:r>
              <a:rPr lang="en-GB" sz="2200" dirty="0" err="1">
                <a:solidFill>
                  <a:srgbClr val="000000"/>
                </a:solidFill>
                <a:latin typeface="Trebuchet MS" pitchFamily="34" charset="0"/>
              </a:rPr>
              <a:t>capacidade</a:t>
            </a:r>
            <a:r>
              <a:rPr lang="en-GB" sz="2200" dirty="0">
                <a:solidFill>
                  <a:srgbClr val="000000"/>
                </a:solidFill>
                <a:latin typeface="Trebuchet MS" pitchFamily="34" charset="0"/>
              </a:rPr>
              <a:t> de </a:t>
            </a:r>
            <a:r>
              <a:rPr lang="en-GB" sz="2200" dirty="0" err="1">
                <a:solidFill>
                  <a:srgbClr val="000000"/>
                </a:solidFill>
                <a:latin typeface="Trebuchet MS" pitchFamily="34" charset="0"/>
              </a:rPr>
              <a:t>aprender</a:t>
            </a:r>
            <a:r>
              <a:rPr lang="en-GB" sz="2200" dirty="0">
                <a:solidFill>
                  <a:srgbClr val="000000"/>
                </a:solidFill>
                <a:latin typeface="Trebuchet MS" pitchFamily="34" charset="0"/>
              </a:rPr>
              <a:t> </a:t>
            </a:r>
            <a:r>
              <a:rPr lang="en-GB" sz="2200" dirty="0" err="1">
                <a:solidFill>
                  <a:srgbClr val="000000"/>
                </a:solidFill>
                <a:latin typeface="Trebuchet MS" pitchFamily="34" charset="0"/>
              </a:rPr>
              <a:t>coletivamente</a:t>
            </a:r>
            <a:r>
              <a:rPr lang="en-GB" sz="2200" dirty="0">
                <a:solidFill>
                  <a:srgbClr val="000000"/>
                </a:solidFill>
                <a:latin typeface="Trebuchet MS" pitchFamily="34" charset="0"/>
              </a:rPr>
              <a:t>.  </a:t>
            </a:r>
            <a:r>
              <a:rPr lang="en-GB" dirty="0">
                <a:solidFill>
                  <a:srgbClr val="000000"/>
                </a:solidFill>
                <a:latin typeface="Trebuchet MS" pitchFamily="34" charset="0"/>
              </a:rPr>
              <a:t>Peter </a:t>
            </a:r>
            <a:r>
              <a:rPr lang="en-GB" dirty="0" err="1">
                <a:solidFill>
                  <a:srgbClr val="000000"/>
                </a:solidFill>
                <a:latin typeface="Trebuchet MS" pitchFamily="34" charset="0"/>
              </a:rPr>
              <a:t>Senge</a:t>
            </a:r>
            <a:endParaRPr lang="en-GB" dirty="0">
              <a:solidFill>
                <a:srgbClr val="000000"/>
              </a:solidFill>
              <a:latin typeface="Trebuchet MS" pitchFamily="34" charset="0"/>
            </a:endParaRPr>
          </a:p>
        </p:txBody>
      </p:sp>
      <p:pic>
        <p:nvPicPr>
          <p:cNvPr id="32772" name="Imagem 3" descr="logo-grande.jpg"/>
          <p:cNvPicPr>
            <a:picLocks noChangeAspect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285720" y="285728"/>
            <a:ext cx="1142976" cy="1266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1142976" y="6143644"/>
            <a:ext cx="6356744" cy="37108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212261" tIns="42452" rIns="81639" bIns="42452" anchor="ctr"/>
          <a:lstStyle/>
          <a:p>
            <a:pPr algn="ctr">
              <a:lnSpc>
                <a:spcPct val="93000"/>
              </a:lnSpc>
              <a:spcBef>
                <a:spcPts val="408"/>
              </a:spcBef>
              <a:buClr>
                <a:srgbClr val="000000"/>
              </a:buClr>
              <a:buSzPct val="45000"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</a:tabLst>
            </a:pPr>
            <a:r>
              <a:rPr lang="en-GB" sz="2800" b="1" dirty="0" err="1" smtClean="0">
                <a:solidFill>
                  <a:srgbClr val="FF0000"/>
                </a:solidFill>
              </a:rPr>
              <a:t>cursoadwords.wordpress.com</a:t>
            </a:r>
            <a:endParaRPr lang="en-GB" sz="2800" b="1" dirty="0">
              <a:solidFill>
                <a:srgbClr val="FF0000"/>
              </a:solidFill>
            </a:endParaRPr>
          </a:p>
        </p:txBody>
      </p:sp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2714612" y="3000372"/>
            <a:ext cx="4071966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hlinkClick r:id="rId4"/>
              </a:rPr>
              <a:t>Armijr@gmail.com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Ariovaldo</a:t>
            </a:r>
            <a:r>
              <a:rPr lang="en-US" dirty="0" smtClean="0"/>
              <a:t> Miranda Junior</a:t>
            </a:r>
            <a:endParaRPr lang="pt-BR" dirty="0"/>
          </a:p>
        </p:txBody>
      </p:sp>
      <p:sp>
        <p:nvSpPr>
          <p:cNvPr id="8" name="Título 1"/>
          <p:cNvSpPr txBox="1">
            <a:spLocks/>
          </p:cNvSpPr>
          <p:nvPr/>
        </p:nvSpPr>
        <p:spPr>
          <a:xfrm>
            <a:off x="2714612" y="4357694"/>
            <a:ext cx="4071966" cy="1143000"/>
          </a:xfrm>
          <a:prstGeom prst="rect">
            <a:avLst/>
          </a:prstGeom>
        </p:spPr>
        <p:txBody>
          <a:bodyPr vert="horz" lIns="82945" tIns="41473" rIns="82945" bIns="41473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  <a:hlinkClick r:id="rId5"/>
              </a:rPr>
              <a:t>marcio@konfide.com.br</a:t>
            </a:r>
            <a:r>
              <a:rPr kumimoji="0" lang="en-US" sz="2400" b="1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br>
              <a:rPr kumimoji="0" lang="en-US" sz="2400" b="1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2400" b="1" i="0" u="none" strike="noStrike" kern="1200" cap="small" spc="0" normalizeH="0" baseline="0" noProof="0" dirty="0" err="1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Marcio</a:t>
            </a:r>
            <a:r>
              <a:rPr kumimoji="0" lang="en-US" sz="2400" b="1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Okabe</a:t>
            </a:r>
            <a:endParaRPr kumimoji="0" lang="pt-BR" sz="2400" b="1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/>
      <p:bldP spid="7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1187451" y="0"/>
            <a:ext cx="7654925" cy="762000"/>
          </a:xfrm>
          <a:ln/>
        </p:spPr>
        <p:txBody>
          <a:bodyPr lIns="92150" tIns="46075" rIns="92150" bIns="46075"/>
          <a:lstStyle/>
          <a:p>
            <a:pPr>
              <a:lnSpc>
                <a:spcPct val="101000"/>
              </a:lnSpc>
              <a:tabLst>
                <a:tab pos="0" algn="l"/>
                <a:tab pos="447628" algn="l"/>
                <a:tab pos="896845" algn="l"/>
                <a:tab pos="1346060" algn="l"/>
                <a:tab pos="1795277" algn="l"/>
                <a:tab pos="2244492" algn="l"/>
                <a:tab pos="2693709" algn="l"/>
                <a:tab pos="3142924" algn="l"/>
                <a:tab pos="3592140" algn="l"/>
                <a:tab pos="4041356" algn="l"/>
                <a:tab pos="4490572" algn="l"/>
                <a:tab pos="4939788" algn="l"/>
                <a:tab pos="5389004" algn="l"/>
                <a:tab pos="5838220" algn="l"/>
                <a:tab pos="6287436" algn="l"/>
                <a:tab pos="6736652" algn="l"/>
                <a:tab pos="7185868" algn="l"/>
                <a:tab pos="7635083" algn="l"/>
                <a:tab pos="8084300" algn="l"/>
                <a:tab pos="8533515" algn="l"/>
                <a:tab pos="8982732" algn="l"/>
              </a:tabLst>
            </a:pPr>
            <a:r>
              <a:rPr lang="en-GB" dirty="0" err="1"/>
              <a:t>Livros</a:t>
            </a:r>
            <a:endParaRPr lang="en-GB" dirty="0"/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57488" y="4071943"/>
            <a:ext cx="1485900" cy="21367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pic>
        <p:nvPicPr>
          <p:cNvPr id="3481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65220" y="1333486"/>
            <a:ext cx="1485900" cy="21367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pic>
        <p:nvPicPr>
          <p:cNvPr id="34820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429256" y="4071942"/>
            <a:ext cx="1485900" cy="21145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pic>
        <p:nvPicPr>
          <p:cNvPr id="34821" name="Picture 5"/>
          <p:cNvPicPr>
            <a:picLocks noChangeAspect="1" noChangeArrowheads="1"/>
          </p:cNvPicPr>
          <p:nvPr/>
        </p:nvPicPr>
        <p:blipFill>
          <a:blip r:embed="rId6" cstate="email"/>
          <a:srcRect/>
          <a:stretch>
            <a:fillRect/>
          </a:stretch>
        </p:blipFill>
        <p:spPr bwMode="auto">
          <a:xfrm>
            <a:off x="6572265" y="1285861"/>
            <a:ext cx="1452562" cy="2106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986220" y="1285861"/>
            <a:ext cx="1514475" cy="2200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1187451" y="0"/>
            <a:ext cx="7654925" cy="762000"/>
          </a:xfrm>
          <a:ln/>
        </p:spPr>
        <p:txBody>
          <a:bodyPr lIns="92150" tIns="46075" rIns="92150" bIns="46075"/>
          <a:lstStyle/>
          <a:p>
            <a:pPr>
              <a:lnSpc>
                <a:spcPct val="101000"/>
              </a:lnSpc>
              <a:tabLst>
                <a:tab pos="0" algn="l"/>
                <a:tab pos="447628" algn="l"/>
                <a:tab pos="896845" algn="l"/>
                <a:tab pos="1346060" algn="l"/>
                <a:tab pos="1795277" algn="l"/>
                <a:tab pos="2244492" algn="l"/>
                <a:tab pos="2693709" algn="l"/>
                <a:tab pos="3142924" algn="l"/>
                <a:tab pos="3592140" algn="l"/>
                <a:tab pos="4041356" algn="l"/>
                <a:tab pos="4490572" algn="l"/>
                <a:tab pos="4939788" algn="l"/>
                <a:tab pos="5389004" algn="l"/>
                <a:tab pos="5838220" algn="l"/>
                <a:tab pos="6287436" algn="l"/>
                <a:tab pos="6736652" algn="l"/>
                <a:tab pos="7185868" algn="l"/>
                <a:tab pos="7635083" algn="l"/>
                <a:tab pos="8084300" algn="l"/>
                <a:tab pos="8533515" algn="l"/>
                <a:tab pos="8982732" algn="l"/>
              </a:tabLst>
            </a:pPr>
            <a:r>
              <a:rPr lang="en-GB" dirty="0"/>
              <a:t>Sites e </a:t>
            </a:r>
            <a:r>
              <a:rPr lang="en-GB" dirty="0" err="1"/>
              <a:t>Softwares</a:t>
            </a:r>
            <a:endParaRPr lang="en-GB" dirty="0"/>
          </a:p>
        </p:txBody>
      </p:sp>
      <p:sp>
        <p:nvSpPr>
          <p:cNvPr id="43010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1014442" y="857232"/>
            <a:ext cx="7772400" cy="5286412"/>
          </a:xfrm>
          <a:ln/>
        </p:spPr>
        <p:txBody>
          <a:bodyPr lIns="92150" tIns="58421" rIns="92150" bIns="46075"/>
          <a:lstStyle/>
          <a:p>
            <a:pPr>
              <a:spcBef>
                <a:spcPts val="350"/>
              </a:spcBef>
              <a:tabLst>
                <a:tab pos="106352" algn="l"/>
                <a:tab pos="555567" algn="l"/>
                <a:tab pos="1004784" algn="l"/>
                <a:tab pos="1454000" algn="l"/>
                <a:tab pos="1903216" algn="l"/>
                <a:tab pos="2352431" algn="l"/>
                <a:tab pos="2801647" algn="l"/>
                <a:tab pos="3250863" algn="l"/>
                <a:tab pos="3700079" algn="l"/>
                <a:tab pos="4149295" algn="l"/>
                <a:tab pos="4598511" algn="l"/>
                <a:tab pos="5047727" algn="l"/>
                <a:tab pos="5496943" algn="l"/>
                <a:tab pos="5946158" algn="l"/>
                <a:tab pos="6395375" algn="l"/>
                <a:tab pos="6844590" algn="l"/>
                <a:tab pos="7293807" algn="l"/>
                <a:tab pos="7743022" algn="l"/>
                <a:tab pos="8192239" algn="l"/>
                <a:tab pos="8641454" algn="l"/>
              </a:tabLst>
            </a:pPr>
            <a:r>
              <a:rPr lang="en-GB" sz="1400" b="1" dirty="0" smtClean="0"/>
              <a:t>Google Insights for Search </a:t>
            </a:r>
            <a:r>
              <a:rPr lang="en-GB" sz="1400" dirty="0" smtClean="0"/>
              <a:t>- </a:t>
            </a:r>
            <a:r>
              <a:rPr lang="en-GB" sz="1400" dirty="0" smtClean="0">
                <a:solidFill>
                  <a:srgbClr val="FF0000"/>
                </a:solidFill>
              </a:rPr>
              <a:t> </a:t>
            </a:r>
            <a:r>
              <a:rPr lang="en-GB" sz="1400" dirty="0" err="1" smtClean="0">
                <a:solidFill>
                  <a:srgbClr val="FF0000"/>
                </a:solidFill>
              </a:rPr>
              <a:t>www.google.com</a:t>
            </a:r>
            <a:r>
              <a:rPr lang="en-GB" sz="1400" dirty="0" smtClean="0">
                <a:solidFill>
                  <a:srgbClr val="FF0000"/>
                </a:solidFill>
              </a:rPr>
              <a:t>/insights/search</a:t>
            </a:r>
            <a:br>
              <a:rPr lang="en-GB" sz="1400" dirty="0" smtClean="0">
                <a:solidFill>
                  <a:srgbClr val="FF0000"/>
                </a:solidFill>
              </a:rPr>
            </a:br>
            <a:r>
              <a:rPr lang="en-GB" sz="1400" dirty="0" err="1" smtClean="0"/>
              <a:t>Compara</a:t>
            </a:r>
            <a:r>
              <a:rPr lang="en-GB" sz="1400" dirty="0" smtClean="0"/>
              <a:t> </a:t>
            </a:r>
            <a:r>
              <a:rPr lang="en-GB" sz="1400" dirty="0" err="1" smtClean="0"/>
              <a:t>até</a:t>
            </a:r>
            <a:r>
              <a:rPr lang="en-GB" sz="1400" dirty="0" smtClean="0"/>
              <a:t> 5 </a:t>
            </a:r>
            <a:r>
              <a:rPr lang="en-GB" sz="1400" dirty="0" err="1" smtClean="0"/>
              <a:t>palavras-chave</a:t>
            </a:r>
            <a:r>
              <a:rPr lang="en-GB" sz="1400" dirty="0" smtClean="0"/>
              <a:t> </a:t>
            </a:r>
            <a:r>
              <a:rPr lang="en-GB" sz="1400" dirty="0" err="1" smtClean="0"/>
              <a:t>ao</a:t>
            </a:r>
            <a:r>
              <a:rPr lang="en-GB" sz="1400" dirty="0" smtClean="0"/>
              <a:t> </a:t>
            </a:r>
            <a:r>
              <a:rPr lang="en-GB" sz="1400" dirty="0" err="1" smtClean="0"/>
              <a:t>longo</a:t>
            </a:r>
            <a:r>
              <a:rPr lang="en-GB" sz="1400" dirty="0" smtClean="0"/>
              <a:t> do tempo.</a:t>
            </a:r>
            <a:br>
              <a:rPr lang="en-GB" sz="1400" dirty="0" smtClean="0"/>
            </a:br>
            <a:endParaRPr lang="en-GB" sz="1400" dirty="0" smtClean="0"/>
          </a:p>
          <a:p>
            <a:pPr>
              <a:spcBef>
                <a:spcPts val="350"/>
              </a:spcBef>
              <a:tabLst>
                <a:tab pos="106352" algn="l"/>
                <a:tab pos="555567" algn="l"/>
                <a:tab pos="1004784" algn="l"/>
                <a:tab pos="1454000" algn="l"/>
                <a:tab pos="1903216" algn="l"/>
                <a:tab pos="2352431" algn="l"/>
                <a:tab pos="2801647" algn="l"/>
                <a:tab pos="3250863" algn="l"/>
                <a:tab pos="3700079" algn="l"/>
                <a:tab pos="4149295" algn="l"/>
                <a:tab pos="4598511" algn="l"/>
                <a:tab pos="5047727" algn="l"/>
                <a:tab pos="5496943" algn="l"/>
                <a:tab pos="5946158" algn="l"/>
                <a:tab pos="6395375" algn="l"/>
                <a:tab pos="6844590" algn="l"/>
                <a:tab pos="7293807" algn="l"/>
                <a:tab pos="7743022" algn="l"/>
                <a:tab pos="8192239" algn="l"/>
                <a:tab pos="8641454" algn="l"/>
              </a:tabLst>
            </a:pPr>
            <a:r>
              <a:rPr lang="en-GB" sz="1400" b="1" dirty="0" smtClean="0"/>
              <a:t>Google </a:t>
            </a:r>
            <a:r>
              <a:rPr lang="en-GB" sz="1400" b="1" dirty="0" err="1" smtClean="0"/>
              <a:t>AdWords</a:t>
            </a:r>
            <a:r>
              <a:rPr lang="en-GB" sz="1400" b="1" dirty="0" smtClean="0"/>
              <a:t> Tool </a:t>
            </a:r>
            <a:r>
              <a:rPr lang="en-GB" sz="1400" dirty="0" smtClean="0"/>
              <a:t>- </a:t>
            </a:r>
            <a:r>
              <a:rPr lang="en-GB" sz="1400" dirty="0" err="1" smtClean="0">
                <a:solidFill>
                  <a:srgbClr val="FF0000"/>
                </a:solidFill>
              </a:rPr>
              <a:t>adwords.google.com/select/KeywordToolExternal</a:t>
            </a:r>
            <a:r>
              <a:rPr lang="en-GB" sz="1400" dirty="0" smtClean="0">
                <a:solidFill>
                  <a:srgbClr val="FF0000"/>
                </a:solidFill>
              </a:rPr>
              <a:t/>
            </a:r>
            <a:br>
              <a:rPr lang="en-GB" sz="1400" dirty="0" smtClean="0">
                <a:solidFill>
                  <a:srgbClr val="FF0000"/>
                </a:solidFill>
              </a:rPr>
            </a:br>
            <a:r>
              <a:rPr lang="en-GB" sz="1400" dirty="0" smtClean="0"/>
              <a:t>Software </a:t>
            </a:r>
            <a:r>
              <a:rPr lang="en-GB" sz="1400" dirty="0" err="1" smtClean="0"/>
              <a:t>que</a:t>
            </a:r>
            <a:r>
              <a:rPr lang="en-GB" sz="1400" dirty="0" smtClean="0"/>
              <a:t> </a:t>
            </a:r>
            <a:r>
              <a:rPr lang="en-GB" sz="1400" dirty="0" err="1" smtClean="0"/>
              <a:t>facilita</a:t>
            </a:r>
            <a:r>
              <a:rPr lang="en-GB" sz="1400" dirty="0" smtClean="0"/>
              <a:t> o </a:t>
            </a:r>
            <a:r>
              <a:rPr lang="en-GB" sz="1400" dirty="0" err="1" smtClean="0"/>
              <a:t>gerenciamento</a:t>
            </a:r>
            <a:r>
              <a:rPr lang="en-GB" sz="1400" dirty="0" smtClean="0"/>
              <a:t> das </a:t>
            </a:r>
            <a:r>
              <a:rPr lang="en-GB" sz="1400" dirty="0" err="1" smtClean="0"/>
              <a:t>campanhas</a:t>
            </a:r>
            <a:r>
              <a:rPr lang="en-GB" sz="1400" dirty="0" smtClean="0"/>
              <a:t> de </a:t>
            </a:r>
            <a:r>
              <a:rPr lang="en-GB" sz="1400" dirty="0" err="1" smtClean="0"/>
              <a:t>AdWords</a:t>
            </a:r>
            <a:r>
              <a:rPr lang="en-GB" sz="1400" dirty="0" smtClean="0"/>
              <a:t>, </a:t>
            </a:r>
            <a:r>
              <a:rPr lang="en-GB" sz="1400" dirty="0" err="1" smtClean="0"/>
              <a:t>principalmente</a:t>
            </a:r>
            <a:r>
              <a:rPr lang="en-GB" sz="1400" dirty="0" smtClean="0"/>
              <a:t> se </a:t>
            </a:r>
            <a:r>
              <a:rPr lang="en-GB" sz="1400" dirty="0" err="1" smtClean="0"/>
              <a:t>existem</a:t>
            </a:r>
            <a:r>
              <a:rPr lang="en-GB" sz="1400" dirty="0" smtClean="0"/>
              <a:t> </a:t>
            </a:r>
            <a:r>
              <a:rPr lang="en-GB" sz="1400" dirty="0" err="1" smtClean="0"/>
              <a:t>muitas</a:t>
            </a:r>
            <a:r>
              <a:rPr lang="en-GB" sz="1400" dirty="0" smtClean="0"/>
              <a:t> </a:t>
            </a:r>
            <a:r>
              <a:rPr lang="en-GB" sz="1400" dirty="0" err="1" smtClean="0"/>
              <a:t>campanhas</a:t>
            </a:r>
            <a:r>
              <a:rPr lang="en-GB" sz="1400" dirty="0" smtClean="0"/>
              <a:t>.</a:t>
            </a:r>
            <a:br>
              <a:rPr lang="en-GB" sz="1400" dirty="0" smtClean="0"/>
            </a:br>
            <a:endParaRPr lang="en-GB" sz="1400" dirty="0" smtClean="0"/>
          </a:p>
          <a:p>
            <a:pPr>
              <a:spcBef>
                <a:spcPts val="350"/>
              </a:spcBef>
              <a:tabLst>
                <a:tab pos="106352" algn="l"/>
                <a:tab pos="555567" algn="l"/>
                <a:tab pos="1004784" algn="l"/>
                <a:tab pos="1454000" algn="l"/>
                <a:tab pos="1903216" algn="l"/>
                <a:tab pos="2352431" algn="l"/>
                <a:tab pos="2801647" algn="l"/>
                <a:tab pos="3250863" algn="l"/>
                <a:tab pos="3700079" algn="l"/>
                <a:tab pos="4149295" algn="l"/>
                <a:tab pos="4598511" algn="l"/>
                <a:tab pos="5047727" algn="l"/>
                <a:tab pos="5496943" algn="l"/>
                <a:tab pos="5946158" algn="l"/>
                <a:tab pos="6395375" algn="l"/>
                <a:tab pos="6844590" algn="l"/>
                <a:tab pos="7293807" algn="l"/>
                <a:tab pos="7743022" algn="l"/>
                <a:tab pos="8192239" algn="l"/>
                <a:tab pos="8641454" algn="l"/>
              </a:tabLst>
            </a:pPr>
            <a:r>
              <a:rPr lang="en-GB" sz="1400" b="1" dirty="0" smtClean="0"/>
              <a:t>Google </a:t>
            </a:r>
            <a:r>
              <a:rPr lang="en-GB" sz="1400" b="1" dirty="0"/>
              <a:t>Analytics </a:t>
            </a:r>
            <a:r>
              <a:rPr lang="en-GB" sz="1400" dirty="0"/>
              <a:t>- </a:t>
            </a:r>
            <a:r>
              <a:rPr lang="en-GB" sz="1400" dirty="0" err="1" smtClean="0">
                <a:solidFill>
                  <a:srgbClr val="FF0000"/>
                </a:solidFill>
                <a:hlinkClick r:id="rId3"/>
              </a:rPr>
              <a:t>www.google.com</a:t>
            </a:r>
            <a:r>
              <a:rPr lang="en-GB" sz="1400" dirty="0" smtClean="0">
                <a:solidFill>
                  <a:srgbClr val="FF0000"/>
                </a:solidFill>
                <a:hlinkClick r:id="rId3"/>
              </a:rPr>
              <a:t>/analytics</a:t>
            </a:r>
            <a:r>
              <a:rPr lang="en-GB" sz="1400" dirty="0">
                <a:solidFill>
                  <a:srgbClr val="FF0000"/>
                </a:solidFill>
              </a:rPr>
              <a:t/>
            </a:r>
            <a:br>
              <a:rPr lang="en-GB" sz="1400" dirty="0">
                <a:solidFill>
                  <a:srgbClr val="FF0000"/>
                </a:solidFill>
              </a:rPr>
            </a:br>
            <a:r>
              <a:rPr lang="en-GB" sz="1400" dirty="0" err="1" smtClean="0"/>
              <a:t>Acesso</a:t>
            </a:r>
            <a:r>
              <a:rPr lang="en-GB" sz="1400" dirty="0" smtClean="0"/>
              <a:t> </a:t>
            </a:r>
            <a:r>
              <a:rPr lang="en-GB" sz="1400" dirty="0" err="1"/>
              <a:t>aos</a:t>
            </a:r>
            <a:r>
              <a:rPr lang="en-GB" sz="1400" dirty="0"/>
              <a:t> </a:t>
            </a:r>
            <a:r>
              <a:rPr lang="en-GB" sz="1400" dirty="0" err="1"/>
              <a:t>relatórios</a:t>
            </a:r>
            <a:r>
              <a:rPr lang="en-GB" sz="1400" dirty="0"/>
              <a:t> do Google Analytics. </a:t>
            </a:r>
            <a:r>
              <a:rPr lang="en-GB" sz="1400" dirty="0" err="1"/>
              <a:t>Lembre</a:t>
            </a:r>
            <a:r>
              <a:rPr lang="en-GB" sz="1400" dirty="0"/>
              <a:t>-se </a:t>
            </a:r>
            <a:r>
              <a:rPr lang="en-GB" sz="1400" dirty="0" err="1"/>
              <a:t>que</a:t>
            </a:r>
            <a:r>
              <a:rPr lang="en-GB" sz="1400" dirty="0"/>
              <a:t> é </a:t>
            </a:r>
            <a:r>
              <a:rPr lang="en-GB" sz="1400" dirty="0" err="1"/>
              <a:t>necessário</a:t>
            </a:r>
            <a:r>
              <a:rPr lang="en-GB" sz="1400" dirty="0"/>
              <a:t> </a:t>
            </a:r>
            <a:r>
              <a:rPr lang="en-GB" sz="1400" dirty="0" err="1"/>
              <a:t>fazer</a:t>
            </a:r>
            <a:r>
              <a:rPr lang="en-GB" sz="1400" dirty="0"/>
              <a:t> o </a:t>
            </a:r>
            <a:r>
              <a:rPr lang="en-GB" sz="1400" dirty="0" err="1"/>
              <a:t>cadastro</a:t>
            </a:r>
            <a:r>
              <a:rPr lang="en-GB" sz="1400" dirty="0"/>
              <a:t> e </a:t>
            </a:r>
            <a:r>
              <a:rPr lang="en-GB" sz="1400" dirty="0" err="1"/>
              <a:t>solicitar</a:t>
            </a:r>
            <a:r>
              <a:rPr lang="en-GB" sz="1400" dirty="0"/>
              <a:t> a </a:t>
            </a:r>
            <a:r>
              <a:rPr lang="en-GB" sz="1400" dirty="0" err="1"/>
              <a:t>inclusão</a:t>
            </a:r>
            <a:r>
              <a:rPr lang="en-GB" sz="1400" dirty="0"/>
              <a:t> do script </a:t>
            </a:r>
            <a:r>
              <a:rPr lang="en-GB" sz="1400" dirty="0" err="1"/>
              <a:t>em</a:t>
            </a:r>
            <a:r>
              <a:rPr lang="en-GB" sz="1400" dirty="0"/>
              <a:t> </a:t>
            </a:r>
            <a:r>
              <a:rPr lang="en-GB" sz="1400" dirty="0" err="1"/>
              <a:t>todas</a:t>
            </a:r>
            <a:r>
              <a:rPr lang="en-GB" sz="1400" dirty="0"/>
              <a:t> as </a:t>
            </a:r>
            <a:r>
              <a:rPr lang="en-GB" sz="1400" dirty="0" err="1"/>
              <a:t>páginas</a:t>
            </a:r>
            <a:r>
              <a:rPr lang="en-GB" sz="1400" dirty="0"/>
              <a:t> do site</a:t>
            </a:r>
            <a:r>
              <a:rPr lang="en-GB" sz="1400" dirty="0" smtClean="0"/>
              <a:t>.</a:t>
            </a:r>
            <a:br>
              <a:rPr lang="en-GB" sz="1400" dirty="0" smtClean="0"/>
            </a:br>
            <a:endParaRPr lang="en-GB" sz="1400" dirty="0"/>
          </a:p>
          <a:p>
            <a:pPr>
              <a:spcBef>
                <a:spcPts val="350"/>
              </a:spcBef>
              <a:tabLst>
                <a:tab pos="106352" algn="l"/>
                <a:tab pos="555567" algn="l"/>
                <a:tab pos="1004784" algn="l"/>
                <a:tab pos="1454000" algn="l"/>
                <a:tab pos="1903216" algn="l"/>
                <a:tab pos="2352431" algn="l"/>
                <a:tab pos="2801647" algn="l"/>
                <a:tab pos="3250863" algn="l"/>
                <a:tab pos="3700079" algn="l"/>
                <a:tab pos="4149295" algn="l"/>
                <a:tab pos="4598511" algn="l"/>
                <a:tab pos="5047727" algn="l"/>
                <a:tab pos="5496943" algn="l"/>
                <a:tab pos="5946158" algn="l"/>
                <a:tab pos="6395375" algn="l"/>
                <a:tab pos="6844590" algn="l"/>
                <a:tab pos="7293807" algn="l"/>
                <a:tab pos="7743022" algn="l"/>
                <a:tab pos="8192239" algn="l"/>
                <a:tab pos="8641454" algn="l"/>
              </a:tabLst>
            </a:pPr>
            <a:r>
              <a:rPr lang="en-GB" sz="1400" b="1" dirty="0" err="1" smtClean="0"/>
              <a:t>AdWords</a:t>
            </a:r>
            <a:r>
              <a:rPr lang="en-GB" sz="1400" b="1" dirty="0" smtClean="0"/>
              <a:t> Editor </a:t>
            </a:r>
            <a:r>
              <a:rPr lang="en-GB" sz="1400" dirty="0" smtClean="0"/>
              <a:t>- </a:t>
            </a:r>
            <a:r>
              <a:rPr lang="en-GB" sz="1400" dirty="0" err="1" smtClean="0">
                <a:solidFill>
                  <a:srgbClr val="FF0000"/>
                </a:solidFill>
                <a:hlinkClick r:id="rId4"/>
              </a:rPr>
              <a:t>www.google.com/intl/pt-BR/adwordseditor</a:t>
            </a:r>
            <a:r>
              <a:rPr lang="en-GB" sz="1400" dirty="0" smtClean="0">
                <a:solidFill>
                  <a:srgbClr val="FF0000"/>
                </a:solidFill>
              </a:rPr>
              <a:t/>
            </a:r>
            <a:br>
              <a:rPr lang="en-GB" sz="1400" dirty="0" smtClean="0">
                <a:solidFill>
                  <a:srgbClr val="FF0000"/>
                </a:solidFill>
              </a:rPr>
            </a:br>
            <a:r>
              <a:rPr lang="en-GB" sz="1400" dirty="0" smtClean="0"/>
              <a:t>Software </a:t>
            </a:r>
            <a:r>
              <a:rPr lang="en-GB" sz="1400" dirty="0" err="1" smtClean="0"/>
              <a:t>que</a:t>
            </a:r>
            <a:r>
              <a:rPr lang="en-GB" sz="1400" dirty="0" smtClean="0"/>
              <a:t> </a:t>
            </a:r>
            <a:r>
              <a:rPr lang="en-GB" sz="1400" dirty="0" err="1" smtClean="0"/>
              <a:t>facilita</a:t>
            </a:r>
            <a:r>
              <a:rPr lang="en-GB" sz="1400" dirty="0" smtClean="0"/>
              <a:t> o </a:t>
            </a:r>
            <a:r>
              <a:rPr lang="en-GB" sz="1400" dirty="0" err="1" smtClean="0"/>
              <a:t>gerenciamento</a:t>
            </a:r>
            <a:r>
              <a:rPr lang="en-GB" sz="1400" dirty="0" smtClean="0"/>
              <a:t> das </a:t>
            </a:r>
            <a:r>
              <a:rPr lang="en-GB" sz="1400" dirty="0" err="1" smtClean="0"/>
              <a:t>campanhas</a:t>
            </a:r>
            <a:r>
              <a:rPr lang="en-GB" sz="1400" dirty="0" smtClean="0"/>
              <a:t> de </a:t>
            </a:r>
            <a:r>
              <a:rPr lang="en-GB" sz="1400" dirty="0" err="1" smtClean="0"/>
              <a:t>AdWords</a:t>
            </a:r>
            <a:r>
              <a:rPr lang="en-GB" sz="1400" dirty="0" smtClean="0"/>
              <a:t>, </a:t>
            </a:r>
            <a:r>
              <a:rPr lang="en-GB" sz="1400" dirty="0" err="1" smtClean="0"/>
              <a:t>principalmente</a:t>
            </a:r>
            <a:r>
              <a:rPr lang="en-GB" sz="1400" dirty="0" smtClean="0"/>
              <a:t> se </a:t>
            </a:r>
            <a:r>
              <a:rPr lang="en-GB" sz="1400" dirty="0" err="1" smtClean="0"/>
              <a:t>existem</a:t>
            </a:r>
            <a:r>
              <a:rPr lang="en-GB" sz="1400" dirty="0" smtClean="0"/>
              <a:t> </a:t>
            </a:r>
            <a:r>
              <a:rPr lang="en-GB" sz="1400" dirty="0" err="1" smtClean="0"/>
              <a:t>muitas</a:t>
            </a:r>
            <a:r>
              <a:rPr lang="en-GB" sz="1400" dirty="0" smtClean="0"/>
              <a:t> </a:t>
            </a:r>
            <a:r>
              <a:rPr lang="en-GB" sz="1400" dirty="0" err="1" smtClean="0"/>
              <a:t>campanhas</a:t>
            </a:r>
            <a:r>
              <a:rPr lang="en-GB" sz="1400" dirty="0" smtClean="0"/>
              <a:t>.</a:t>
            </a:r>
            <a:br>
              <a:rPr lang="en-GB" sz="1400" dirty="0" smtClean="0"/>
            </a:br>
            <a:endParaRPr lang="en-GB" sz="1400" dirty="0" smtClean="0"/>
          </a:p>
          <a:p>
            <a:pPr>
              <a:spcBef>
                <a:spcPts val="350"/>
              </a:spcBef>
              <a:tabLst>
                <a:tab pos="106352" algn="l"/>
                <a:tab pos="555567" algn="l"/>
                <a:tab pos="1004784" algn="l"/>
                <a:tab pos="1454000" algn="l"/>
                <a:tab pos="1903216" algn="l"/>
                <a:tab pos="2352431" algn="l"/>
                <a:tab pos="2801647" algn="l"/>
                <a:tab pos="3250863" algn="l"/>
                <a:tab pos="3700079" algn="l"/>
                <a:tab pos="4149295" algn="l"/>
                <a:tab pos="4598511" algn="l"/>
                <a:tab pos="5047727" algn="l"/>
                <a:tab pos="5496943" algn="l"/>
                <a:tab pos="5946158" algn="l"/>
                <a:tab pos="6395375" algn="l"/>
                <a:tab pos="6844590" algn="l"/>
                <a:tab pos="7293807" algn="l"/>
                <a:tab pos="7743022" algn="l"/>
                <a:tab pos="8192239" algn="l"/>
                <a:tab pos="8641454" algn="l"/>
              </a:tabLst>
            </a:pPr>
            <a:r>
              <a:rPr lang="en-GB" sz="1400" b="1" dirty="0" smtClean="0"/>
              <a:t>Advanced Web e Web CEO</a:t>
            </a:r>
            <a:r>
              <a:rPr lang="en-GB" sz="1400" dirty="0" smtClean="0">
                <a:solidFill>
                  <a:srgbClr val="FF0000"/>
                </a:solidFill>
              </a:rPr>
              <a:t/>
            </a:r>
            <a:br>
              <a:rPr lang="en-GB" sz="1400" dirty="0" smtClean="0">
                <a:solidFill>
                  <a:srgbClr val="FF0000"/>
                </a:solidFill>
              </a:rPr>
            </a:br>
            <a:r>
              <a:rPr lang="en-GB" sz="1400" dirty="0" err="1" smtClean="0"/>
              <a:t>Softwares</a:t>
            </a:r>
            <a:r>
              <a:rPr lang="en-GB" sz="1400" dirty="0" smtClean="0"/>
              <a:t> </a:t>
            </a:r>
            <a:r>
              <a:rPr lang="en-GB" sz="1400" dirty="0" err="1" smtClean="0"/>
              <a:t>que</a:t>
            </a:r>
            <a:r>
              <a:rPr lang="en-GB" sz="1400" dirty="0" smtClean="0"/>
              <a:t> </a:t>
            </a:r>
            <a:r>
              <a:rPr lang="en-GB" sz="1400" dirty="0" err="1" smtClean="0"/>
              <a:t>rastreiama</a:t>
            </a:r>
            <a:r>
              <a:rPr lang="en-GB" sz="1400" dirty="0" smtClean="0"/>
              <a:t> a </a:t>
            </a:r>
            <a:r>
              <a:rPr lang="en-GB" sz="1400" dirty="0" err="1" smtClean="0"/>
              <a:t>posição</a:t>
            </a:r>
            <a:r>
              <a:rPr lang="en-GB" sz="1400" dirty="0" smtClean="0"/>
              <a:t> do site no Google </a:t>
            </a:r>
            <a:r>
              <a:rPr lang="en-GB" sz="1400" dirty="0" err="1" smtClean="0"/>
              <a:t>para</a:t>
            </a:r>
            <a:r>
              <a:rPr lang="en-GB" sz="1400" dirty="0" smtClean="0"/>
              <a:t> </a:t>
            </a:r>
            <a:r>
              <a:rPr lang="en-GB" sz="1400" dirty="0" err="1" smtClean="0"/>
              <a:t>diversas</a:t>
            </a:r>
            <a:r>
              <a:rPr lang="en-GB" sz="1400" dirty="0" smtClean="0"/>
              <a:t> </a:t>
            </a:r>
            <a:r>
              <a:rPr lang="en-GB" sz="1400" dirty="0" err="1" smtClean="0"/>
              <a:t>palavras-chave</a:t>
            </a:r>
            <a:r>
              <a:rPr lang="en-GB" sz="1400" dirty="0" smtClean="0"/>
              <a:t>.</a:t>
            </a:r>
            <a:br>
              <a:rPr lang="en-GB" sz="1400" dirty="0" smtClean="0"/>
            </a:br>
            <a:r>
              <a:rPr lang="en-GB" sz="1400" b="1" dirty="0" smtClean="0">
                <a:hlinkClick r:id="rId5"/>
              </a:rPr>
              <a:t>Ver </a:t>
            </a:r>
            <a:r>
              <a:rPr lang="en-GB" sz="1400" b="1" dirty="0" err="1" smtClean="0">
                <a:hlinkClick r:id="rId5"/>
              </a:rPr>
              <a:t>artigo</a:t>
            </a:r>
            <a:r>
              <a:rPr lang="en-GB" sz="1400" b="1" dirty="0" smtClean="0">
                <a:hlinkClick r:id="rId5"/>
              </a:rPr>
              <a:t> </a:t>
            </a:r>
            <a:r>
              <a:rPr lang="en-GB" sz="1400" b="1" dirty="0" err="1" smtClean="0">
                <a:hlinkClick r:id="rId5"/>
              </a:rPr>
              <a:t>comparativo</a:t>
            </a:r>
            <a:r>
              <a:rPr lang="en-GB" sz="1400" b="1" dirty="0" smtClean="0">
                <a:hlinkClick r:id="rId5"/>
              </a:rPr>
              <a:t> &gt;&gt;</a:t>
            </a:r>
            <a:endParaRPr lang="en-GB" sz="1400" b="1" dirty="0" smtClean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ítulo 1"/>
          <p:cNvSpPr>
            <a:spLocks noGrp="1"/>
          </p:cNvSpPr>
          <p:nvPr>
            <p:ph type="title"/>
          </p:nvPr>
        </p:nvSpPr>
        <p:spPr/>
        <p:txBody>
          <a:bodyPr lIns="82945" tIns="41473" rIns="82945" bIns="41473"/>
          <a:lstStyle/>
          <a:p>
            <a:r>
              <a:rPr lang="pt-BR" smtClean="0"/>
              <a:t>Gestão de Marketing Online</a:t>
            </a:r>
          </a:p>
        </p:txBody>
      </p:sp>
      <p:sp>
        <p:nvSpPr>
          <p:cNvPr id="14339" name="Retângulo de cantos arredondados 6"/>
          <p:cNvSpPr>
            <a:spLocks noChangeArrowheads="1"/>
          </p:cNvSpPr>
          <p:nvPr/>
        </p:nvSpPr>
        <p:spPr bwMode="auto">
          <a:xfrm>
            <a:off x="3146400" y="966342"/>
            <a:ext cx="2354294" cy="1296136"/>
          </a:xfrm>
          <a:prstGeom prst="roundRect">
            <a:avLst>
              <a:gd name="adj" fmla="val 16667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82945" tIns="41473" rIns="82945" bIns="41473"/>
          <a:lstStyle/>
          <a:p>
            <a:r>
              <a:rPr lang="pt-BR" b="1" dirty="0"/>
              <a:t>Gestores/Sócios</a:t>
            </a:r>
          </a:p>
        </p:txBody>
      </p:sp>
      <p:grpSp>
        <p:nvGrpSpPr>
          <p:cNvPr id="2" name="Grupo 21"/>
          <p:cNvGrpSpPr>
            <a:grpSpLocks/>
          </p:cNvGrpSpPr>
          <p:nvPr/>
        </p:nvGrpSpPr>
        <p:grpSpPr bwMode="auto">
          <a:xfrm>
            <a:off x="489601" y="2400733"/>
            <a:ext cx="3028320" cy="2065177"/>
            <a:chOff x="539718" y="2646327"/>
            <a:chExt cx="3339272" cy="2276518"/>
          </a:xfrm>
        </p:grpSpPr>
        <p:pic>
          <p:nvPicPr>
            <p:cNvPr id="14352" name="Imagem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468591" y="3922701"/>
              <a:ext cx="685800" cy="78105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</p:pic>
        <p:grpSp>
          <p:nvGrpSpPr>
            <p:cNvPr id="3" name="Grupo 18"/>
            <p:cNvGrpSpPr>
              <a:grpSpLocks/>
            </p:cNvGrpSpPr>
            <p:nvPr/>
          </p:nvGrpSpPr>
          <p:grpSpPr bwMode="auto">
            <a:xfrm>
              <a:off x="539718" y="2646327"/>
              <a:ext cx="3339272" cy="2276518"/>
              <a:chOff x="539718" y="2646327"/>
              <a:chExt cx="3339272" cy="2276518"/>
            </a:xfrm>
          </p:grpSpPr>
          <p:sp>
            <p:nvSpPr>
              <p:cNvPr id="14354" name="Retângulo de cantos arredondados 5"/>
              <p:cNvSpPr>
                <a:spLocks noChangeArrowheads="1"/>
              </p:cNvSpPr>
              <p:nvPr/>
            </p:nvSpPr>
            <p:spPr bwMode="auto">
              <a:xfrm>
                <a:off x="539718" y="3494085"/>
                <a:ext cx="2928958" cy="1428760"/>
              </a:xfrm>
              <a:prstGeom prst="roundRect">
                <a:avLst>
                  <a:gd name="adj" fmla="val 16667"/>
                </a:avLst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pt-BR" b="1"/>
                  <a:t>Gestão e treinamento</a:t>
                </a:r>
              </a:p>
            </p:txBody>
          </p:sp>
          <p:sp>
            <p:nvSpPr>
              <p:cNvPr id="14355" name="Seta para a direita 13"/>
              <p:cNvSpPr>
                <a:spLocks noChangeArrowheads="1"/>
              </p:cNvSpPr>
              <p:nvPr/>
            </p:nvSpPr>
            <p:spPr bwMode="auto">
              <a:xfrm rot="7413702">
                <a:off x="3307486" y="2717765"/>
                <a:ext cx="642942" cy="500066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rgbClr val="FFFF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356" name="CaixaDeTexto 14"/>
              <p:cNvSpPr txBox="1">
                <a:spLocks noChangeArrowheads="1"/>
              </p:cNvSpPr>
              <p:nvPr/>
            </p:nvSpPr>
            <p:spPr bwMode="auto">
              <a:xfrm>
                <a:off x="611156" y="2708267"/>
                <a:ext cx="3074213" cy="4071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pt-BR" dirty="0"/>
                  <a:t>Planejamento estratégico</a:t>
                </a:r>
              </a:p>
            </p:txBody>
          </p:sp>
        </p:grpSp>
      </p:grpSp>
      <p:grpSp>
        <p:nvGrpSpPr>
          <p:cNvPr id="4" name="Grupo 19"/>
          <p:cNvGrpSpPr>
            <a:grpSpLocks/>
          </p:cNvGrpSpPr>
          <p:nvPr/>
        </p:nvGrpSpPr>
        <p:grpSpPr bwMode="auto">
          <a:xfrm>
            <a:off x="3357554" y="2392092"/>
            <a:ext cx="4730052" cy="2007273"/>
            <a:chOff x="3701460" y="2636829"/>
            <a:chExt cx="5214591" cy="2212663"/>
          </a:xfrm>
        </p:grpSpPr>
        <p:sp>
          <p:nvSpPr>
            <p:cNvPr id="14347" name="Retângulo de cantos arredondados 8"/>
            <p:cNvSpPr>
              <a:spLocks noChangeArrowheads="1"/>
            </p:cNvSpPr>
            <p:nvPr/>
          </p:nvSpPr>
          <p:spPr bwMode="auto">
            <a:xfrm>
              <a:off x="5826130" y="3351209"/>
              <a:ext cx="2928958" cy="1428760"/>
            </a:xfrm>
            <a:prstGeom prst="roundRect">
              <a:avLst>
                <a:gd name="adj" fmla="val 16667"/>
              </a:avLst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r>
                <a:rPr lang="pt-BR" b="1"/>
                <a:t>Equipe INTERNA</a:t>
              </a:r>
            </a:p>
            <a:p>
              <a:r>
                <a:rPr lang="pt-BR" b="1"/>
                <a:t>- Equipe comercial</a:t>
              </a:r>
            </a:p>
            <a:p>
              <a:r>
                <a:rPr lang="pt-BR" b="1"/>
                <a:t>- Marketing</a:t>
              </a:r>
            </a:p>
          </p:txBody>
        </p:sp>
        <p:sp>
          <p:nvSpPr>
            <p:cNvPr id="14348" name="Seta para a direita 10"/>
            <p:cNvSpPr>
              <a:spLocks noChangeArrowheads="1"/>
            </p:cNvSpPr>
            <p:nvPr/>
          </p:nvSpPr>
          <p:spPr bwMode="auto">
            <a:xfrm>
              <a:off x="4325932" y="3565523"/>
              <a:ext cx="642942" cy="50006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4349" name="Seta para a direita 11"/>
            <p:cNvSpPr>
              <a:spLocks noChangeArrowheads="1"/>
            </p:cNvSpPr>
            <p:nvPr/>
          </p:nvSpPr>
          <p:spPr bwMode="auto">
            <a:xfrm rot="3658712">
              <a:off x="5326064" y="2708267"/>
              <a:ext cx="642942" cy="50006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4350" name="CaixaDeTexto 12"/>
            <p:cNvSpPr txBox="1">
              <a:spLocks noChangeArrowheads="1"/>
            </p:cNvSpPr>
            <p:nvPr/>
          </p:nvSpPr>
          <p:spPr bwMode="auto">
            <a:xfrm>
              <a:off x="6040444" y="2708267"/>
              <a:ext cx="2875607" cy="4071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/>
                <a:t>Atividades do Dia-a-Dia</a:t>
              </a:r>
            </a:p>
          </p:txBody>
        </p:sp>
        <p:sp>
          <p:nvSpPr>
            <p:cNvPr id="14351" name="CaixaDeTexto 15"/>
            <p:cNvSpPr txBox="1">
              <a:spLocks noChangeArrowheads="1"/>
            </p:cNvSpPr>
            <p:nvPr/>
          </p:nvSpPr>
          <p:spPr bwMode="auto">
            <a:xfrm>
              <a:off x="3701460" y="4137027"/>
              <a:ext cx="1838918" cy="7124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pt-BR" dirty="0"/>
                <a:t>- Treinamento</a:t>
              </a:r>
            </a:p>
            <a:p>
              <a:r>
                <a:rPr lang="pt-BR" dirty="0"/>
                <a:t>- Processos</a:t>
              </a:r>
            </a:p>
          </p:txBody>
        </p:sp>
      </p:grpSp>
      <p:grpSp>
        <p:nvGrpSpPr>
          <p:cNvPr id="5" name="Grupo 20"/>
          <p:cNvGrpSpPr>
            <a:grpSpLocks/>
          </p:cNvGrpSpPr>
          <p:nvPr/>
        </p:nvGrpSpPr>
        <p:grpSpPr bwMode="auto">
          <a:xfrm>
            <a:off x="748800" y="4604164"/>
            <a:ext cx="5054400" cy="1546722"/>
            <a:chOff x="825470" y="5075218"/>
            <a:chExt cx="5572164" cy="1705015"/>
          </a:xfrm>
        </p:grpSpPr>
        <p:sp>
          <p:nvSpPr>
            <p:cNvPr id="14344" name="Retângulo de cantos arredondados 9"/>
            <p:cNvSpPr>
              <a:spLocks noChangeArrowheads="1"/>
            </p:cNvSpPr>
            <p:nvPr/>
          </p:nvSpPr>
          <p:spPr bwMode="auto">
            <a:xfrm>
              <a:off x="3182924" y="5351473"/>
              <a:ext cx="3214710" cy="1428760"/>
            </a:xfrm>
            <a:prstGeom prst="roundRect">
              <a:avLst>
                <a:gd name="adj" fmla="val 16667"/>
              </a:avLst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r>
                <a:rPr lang="pt-BR" b="1"/>
                <a:t>Outros Fornecedores</a:t>
              </a:r>
            </a:p>
            <a:p>
              <a:pPr algn="ctr"/>
              <a:r>
                <a:rPr lang="pt-BR"/>
                <a:t>- Designers</a:t>
              </a:r>
            </a:p>
            <a:p>
              <a:pPr algn="ctr"/>
              <a:r>
                <a:rPr lang="pt-BR"/>
                <a:t>- Google</a:t>
              </a:r>
            </a:p>
            <a:p>
              <a:pPr algn="ctr"/>
              <a:r>
                <a:rPr lang="pt-BR"/>
                <a:t>- Loja Virtual</a:t>
              </a:r>
            </a:p>
          </p:txBody>
        </p:sp>
        <p:sp>
          <p:nvSpPr>
            <p:cNvPr id="14345" name="Seta para a direita 16"/>
            <p:cNvSpPr>
              <a:spLocks noChangeArrowheads="1"/>
            </p:cNvSpPr>
            <p:nvPr/>
          </p:nvSpPr>
          <p:spPr bwMode="auto">
            <a:xfrm rot="3658712">
              <a:off x="2378793" y="5146656"/>
              <a:ext cx="642942" cy="50006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FF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4346" name="CaixaDeTexto 17"/>
            <p:cNvSpPr txBox="1">
              <a:spLocks noChangeArrowheads="1"/>
            </p:cNvSpPr>
            <p:nvPr/>
          </p:nvSpPr>
          <p:spPr bwMode="auto">
            <a:xfrm>
              <a:off x="825470" y="5780101"/>
              <a:ext cx="2143140" cy="7124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pt-BR"/>
                <a:t>- Seleção</a:t>
              </a:r>
            </a:p>
            <a:p>
              <a:r>
                <a:rPr lang="pt-BR"/>
                <a:t>- Gerenciamento</a:t>
              </a:r>
            </a:p>
          </p:txBody>
        </p:sp>
      </p:grpSp>
      <p:sp>
        <p:nvSpPr>
          <p:cNvPr id="21" name="CaixaDeTexto 20"/>
          <p:cNvSpPr txBox="1"/>
          <p:nvPr/>
        </p:nvSpPr>
        <p:spPr>
          <a:xfrm>
            <a:off x="3221525" y="1595006"/>
            <a:ext cx="1851689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>SUA EMPRESA</a:t>
            </a:r>
            <a:endParaRPr lang="pt-BR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1079501" y="0"/>
            <a:ext cx="7762875" cy="501650"/>
          </a:xfrm>
          <a:ln/>
        </p:spPr>
        <p:txBody>
          <a:bodyPr lIns="92150" tIns="46075" rIns="92150" bIns="46075">
            <a:normAutofit/>
          </a:bodyPr>
          <a:lstStyle/>
          <a:p>
            <a:pPr>
              <a:lnSpc>
                <a:spcPct val="101000"/>
              </a:lnSpc>
              <a:tabLst>
                <a:tab pos="0" algn="l"/>
                <a:tab pos="447628" algn="l"/>
                <a:tab pos="896845" algn="l"/>
                <a:tab pos="1346060" algn="l"/>
                <a:tab pos="1795277" algn="l"/>
                <a:tab pos="2244492" algn="l"/>
                <a:tab pos="2693709" algn="l"/>
                <a:tab pos="3142924" algn="l"/>
                <a:tab pos="3592140" algn="l"/>
                <a:tab pos="4041356" algn="l"/>
                <a:tab pos="4490572" algn="l"/>
                <a:tab pos="4939788" algn="l"/>
                <a:tab pos="5389004" algn="l"/>
                <a:tab pos="5838220" algn="l"/>
                <a:tab pos="6287436" algn="l"/>
                <a:tab pos="6736652" algn="l"/>
                <a:tab pos="7185868" algn="l"/>
                <a:tab pos="7635083" algn="l"/>
                <a:tab pos="8084300" algn="l"/>
                <a:tab pos="8533515" algn="l"/>
                <a:tab pos="8982732" algn="l"/>
              </a:tabLst>
            </a:pPr>
            <a:r>
              <a:rPr lang="en-GB" dirty="0" err="1"/>
              <a:t>Campanhas</a:t>
            </a:r>
            <a:r>
              <a:rPr lang="en-GB" dirty="0"/>
              <a:t>, </a:t>
            </a:r>
            <a:r>
              <a:rPr lang="en-GB" dirty="0" err="1"/>
              <a:t>anúncios</a:t>
            </a:r>
            <a:r>
              <a:rPr lang="en-GB" dirty="0"/>
              <a:t> e </a:t>
            </a:r>
            <a:r>
              <a:rPr lang="en-GB" dirty="0" err="1"/>
              <a:t>palavras-chave</a:t>
            </a:r>
            <a:endParaRPr lang="en-GB" dirty="0"/>
          </a:p>
        </p:txBody>
      </p:sp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2771776" y="900114"/>
            <a:ext cx="2447925" cy="863600"/>
          </a:xfrm>
          <a:prstGeom prst="rect">
            <a:avLst/>
          </a:prstGeom>
          <a:solidFill>
            <a:srgbClr val="FFFF0D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lIns="89991" tIns="70607" rIns="89991" bIns="46795" anchor="ctr"/>
          <a:lstStyle/>
          <a:p>
            <a:pPr algn="ctr">
              <a:tabLst>
                <a:tab pos="0" algn="l"/>
                <a:tab pos="447628" algn="l"/>
                <a:tab pos="896845" algn="l"/>
                <a:tab pos="1346060" algn="l"/>
                <a:tab pos="1795277" algn="l"/>
                <a:tab pos="2244492" algn="l"/>
                <a:tab pos="2693709" algn="l"/>
                <a:tab pos="3142924" algn="l"/>
                <a:tab pos="3592140" algn="l"/>
                <a:tab pos="4041356" algn="l"/>
                <a:tab pos="4490572" algn="l"/>
                <a:tab pos="4939788" algn="l"/>
                <a:tab pos="5389004" algn="l"/>
                <a:tab pos="5838220" algn="l"/>
                <a:tab pos="6287436" algn="l"/>
                <a:tab pos="6736652" algn="l"/>
                <a:tab pos="7185868" algn="l"/>
                <a:tab pos="7635083" algn="l"/>
                <a:tab pos="8084300" algn="l"/>
                <a:tab pos="8533515" algn="l"/>
                <a:tab pos="8982732" algn="l"/>
              </a:tabLst>
            </a:pPr>
            <a:r>
              <a:rPr lang="en-GB" sz="2700" dirty="0" err="1">
                <a:solidFill>
                  <a:srgbClr val="000000"/>
                </a:solidFill>
              </a:rPr>
              <a:t>Campanhas</a:t>
            </a:r>
            <a:endParaRPr lang="en-GB" sz="2700" dirty="0">
              <a:solidFill>
                <a:srgbClr val="000000"/>
              </a:solidFill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611188" y="2376489"/>
            <a:ext cx="6802437" cy="862012"/>
            <a:chOff x="385" y="1497"/>
            <a:chExt cx="4285" cy="543"/>
          </a:xfrm>
        </p:grpSpPr>
        <p:sp>
          <p:nvSpPr>
            <p:cNvPr id="24580" name="Rectangle 4"/>
            <p:cNvSpPr>
              <a:spLocks noChangeArrowheads="1"/>
            </p:cNvSpPr>
            <p:nvPr/>
          </p:nvSpPr>
          <p:spPr bwMode="auto">
            <a:xfrm>
              <a:off x="385" y="1497"/>
              <a:ext cx="1315" cy="544"/>
            </a:xfrm>
            <a:prstGeom prst="rect">
              <a:avLst/>
            </a:prstGeom>
            <a:solidFill>
              <a:srgbClr val="33CC6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lIns="90000" tIns="67968" rIns="90000" bIns="46800" anchor="ctr"/>
            <a:lstStyle/>
            <a:p>
              <a:pPr algn="ctr">
                <a:tabLst>
                  <a:tab pos="0" algn="l"/>
                  <a:tab pos="447628" algn="l"/>
                  <a:tab pos="896845" algn="l"/>
                  <a:tab pos="1346060" algn="l"/>
                  <a:tab pos="1795277" algn="l"/>
                  <a:tab pos="2244492" algn="l"/>
                  <a:tab pos="2693709" algn="l"/>
                  <a:tab pos="3142924" algn="l"/>
                  <a:tab pos="3592140" algn="l"/>
                  <a:tab pos="4041356" algn="l"/>
                  <a:tab pos="4490572" algn="l"/>
                  <a:tab pos="4939788" algn="l"/>
                  <a:tab pos="5389004" algn="l"/>
                  <a:tab pos="5838220" algn="l"/>
                  <a:tab pos="6287436" algn="l"/>
                  <a:tab pos="6736652" algn="l"/>
                  <a:tab pos="7185868" algn="l"/>
                  <a:tab pos="7635083" algn="l"/>
                  <a:tab pos="8084300" algn="l"/>
                  <a:tab pos="8533515" algn="l"/>
                  <a:tab pos="8982732" algn="l"/>
                </a:tabLst>
              </a:pPr>
              <a:r>
                <a:rPr lang="en-GB" dirty="0" err="1">
                  <a:solidFill>
                    <a:srgbClr val="000000"/>
                  </a:solidFill>
                </a:rPr>
                <a:t>Anúncios</a:t>
              </a:r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24581" name="Rectangle 5"/>
            <p:cNvSpPr>
              <a:spLocks noChangeArrowheads="1"/>
            </p:cNvSpPr>
            <p:nvPr/>
          </p:nvSpPr>
          <p:spPr bwMode="auto">
            <a:xfrm>
              <a:off x="385" y="1497"/>
              <a:ext cx="1315" cy="544"/>
            </a:xfrm>
            <a:prstGeom prst="rect">
              <a:avLst/>
            </a:prstGeom>
            <a:solidFill>
              <a:srgbClr val="33CC6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lIns="90000" tIns="67968" rIns="90000" bIns="46800" anchor="ctr"/>
            <a:lstStyle/>
            <a:p>
              <a:pPr algn="ctr">
                <a:tabLst>
                  <a:tab pos="0" algn="l"/>
                  <a:tab pos="447628" algn="l"/>
                  <a:tab pos="896845" algn="l"/>
                  <a:tab pos="1346060" algn="l"/>
                  <a:tab pos="1795277" algn="l"/>
                  <a:tab pos="2244492" algn="l"/>
                  <a:tab pos="2693709" algn="l"/>
                  <a:tab pos="3142924" algn="l"/>
                  <a:tab pos="3592140" algn="l"/>
                  <a:tab pos="4041356" algn="l"/>
                  <a:tab pos="4490572" algn="l"/>
                  <a:tab pos="4939788" algn="l"/>
                  <a:tab pos="5389004" algn="l"/>
                  <a:tab pos="5838220" algn="l"/>
                  <a:tab pos="6287436" algn="l"/>
                  <a:tab pos="6736652" algn="l"/>
                  <a:tab pos="7185868" algn="l"/>
                  <a:tab pos="7635083" algn="l"/>
                  <a:tab pos="8084300" algn="l"/>
                  <a:tab pos="8533515" algn="l"/>
                  <a:tab pos="8982732" algn="l"/>
                </a:tabLst>
              </a:pPr>
              <a:r>
                <a:rPr lang="en-GB" dirty="0" err="1">
                  <a:solidFill>
                    <a:srgbClr val="000000"/>
                  </a:solidFill>
                </a:rPr>
                <a:t>Anúncios</a:t>
              </a:r>
              <a:r>
                <a:rPr lang="en-GB" dirty="0">
                  <a:solidFill>
                    <a:srgbClr val="000000"/>
                  </a:solidFill>
                </a:rPr>
                <a:t> (1)</a:t>
              </a:r>
            </a:p>
          </p:txBody>
        </p:sp>
        <p:sp>
          <p:nvSpPr>
            <p:cNvPr id="24582" name="Rectangle 6"/>
            <p:cNvSpPr>
              <a:spLocks noChangeArrowheads="1"/>
            </p:cNvSpPr>
            <p:nvPr/>
          </p:nvSpPr>
          <p:spPr bwMode="auto">
            <a:xfrm>
              <a:off x="1882" y="1497"/>
              <a:ext cx="1315" cy="544"/>
            </a:xfrm>
            <a:prstGeom prst="rect">
              <a:avLst/>
            </a:prstGeom>
            <a:solidFill>
              <a:srgbClr val="33CC6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lIns="90000" tIns="67968" rIns="90000" bIns="46800" anchor="ctr"/>
            <a:lstStyle/>
            <a:p>
              <a:pPr algn="ctr">
                <a:tabLst>
                  <a:tab pos="0" algn="l"/>
                  <a:tab pos="447628" algn="l"/>
                  <a:tab pos="896845" algn="l"/>
                  <a:tab pos="1346060" algn="l"/>
                  <a:tab pos="1795277" algn="l"/>
                  <a:tab pos="2244492" algn="l"/>
                  <a:tab pos="2693709" algn="l"/>
                  <a:tab pos="3142924" algn="l"/>
                  <a:tab pos="3592140" algn="l"/>
                  <a:tab pos="4041356" algn="l"/>
                  <a:tab pos="4490572" algn="l"/>
                  <a:tab pos="4939788" algn="l"/>
                  <a:tab pos="5389004" algn="l"/>
                  <a:tab pos="5838220" algn="l"/>
                  <a:tab pos="6287436" algn="l"/>
                  <a:tab pos="6736652" algn="l"/>
                  <a:tab pos="7185868" algn="l"/>
                  <a:tab pos="7635083" algn="l"/>
                  <a:tab pos="8084300" algn="l"/>
                  <a:tab pos="8533515" algn="l"/>
                  <a:tab pos="8982732" algn="l"/>
                </a:tabLst>
              </a:pPr>
              <a:r>
                <a:rPr lang="en-GB" dirty="0" err="1">
                  <a:solidFill>
                    <a:srgbClr val="000000"/>
                  </a:solidFill>
                </a:rPr>
                <a:t>Anúncios</a:t>
              </a:r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24583" name="Rectangle 7"/>
            <p:cNvSpPr>
              <a:spLocks noChangeArrowheads="1"/>
            </p:cNvSpPr>
            <p:nvPr/>
          </p:nvSpPr>
          <p:spPr bwMode="auto">
            <a:xfrm>
              <a:off x="1882" y="1497"/>
              <a:ext cx="1315" cy="544"/>
            </a:xfrm>
            <a:prstGeom prst="rect">
              <a:avLst/>
            </a:prstGeom>
            <a:solidFill>
              <a:srgbClr val="33CC6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lIns="90000" tIns="67968" rIns="90000" bIns="46800" anchor="ctr"/>
            <a:lstStyle/>
            <a:p>
              <a:pPr algn="ctr">
                <a:tabLst>
                  <a:tab pos="0" algn="l"/>
                  <a:tab pos="447628" algn="l"/>
                  <a:tab pos="896845" algn="l"/>
                  <a:tab pos="1346060" algn="l"/>
                  <a:tab pos="1795277" algn="l"/>
                  <a:tab pos="2244492" algn="l"/>
                  <a:tab pos="2693709" algn="l"/>
                  <a:tab pos="3142924" algn="l"/>
                  <a:tab pos="3592140" algn="l"/>
                  <a:tab pos="4041356" algn="l"/>
                  <a:tab pos="4490572" algn="l"/>
                  <a:tab pos="4939788" algn="l"/>
                  <a:tab pos="5389004" algn="l"/>
                  <a:tab pos="5838220" algn="l"/>
                  <a:tab pos="6287436" algn="l"/>
                  <a:tab pos="6736652" algn="l"/>
                  <a:tab pos="7185868" algn="l"/>
                  <a:tab pos="7635083" algn="l"/>
                  <a:tab pos="8084300" algn="l"/>
                  <a:tab pos="8533515" algn="l"/>
                  <a:tab pos="8982732" algn="l"/>
                </a:tabLst>
              </a:pPr>
              <a:r>
                <a:rPr lang="en-GB" dirty="0" err="1">
                  <a:solidFill>
                    <a:srgbClr val="000000"/>
                  </a:solidFill>
                </a:rPr>
                <a:t>Anúncios</a:t>
              </a:r>
              <a:r>
                <a:rPr lang="en-GB" dirty="0">
                  <a:solidFill>
                    <a:srgbClr val="000000"/>
                  </a:solidFill>
                </a:rPr>
                <a:t> (2)</a:t>
              </a:r>
            </a:p>
          </p:txBody>
        </p:sp>
        <p:sp>
          <p:nvSpPr>
            <p:cNvPr id="24584" name="Rectangle 8"/>
            <p:cNvSpPr>
              <a:spLocks noChangeArrowheads="1"/>
            </p:cNvSpPr>
            <p:nvPr/>
          </p:nvSpPr>
          <p:spPr bwMode="auto">
            <a:xfrm>
              <a:off x="3356" y="1497"/>
              <a:ext cx="1315" cy="544"/>
            </a:xfrm>
            <a:prstGeom prst="rect">
              <a:avLst/>
            </a:prstGeom>
            <a:solidFill>
              <a:srgbClr val="33CC6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lIns="90000" tIns="67968" rIns="90000" bIns="46800" anchor="ctr"/>
            <a:lstStyle/>
            <a:p>
              <a:pPr algn="ctr">
                <a:tabLst>
                  <a:tab pos="0" algn="l"/>
                  <a:tab pos="447628" algn="l"/>
                  <a:tab pos="896845" algn="l"/>
                  <a:tab pos="1346060" algn="l"/>
                  <a:tab pos="1795277" algn="l"/>
                  <a:tab pos="2244492" algn="l"/>
                  <a:tab pos="2693709" algn="l"/>
                  <a:tab pos="3142924" algn="l"/>
                  <a:tab pos="3592140" algn="l"/>
                  <a:tab pos="4041356" algn="l"/>
                  <a:tab pos="4490572" algn="l"/>
                  <a:tab pos="4939788" algn="l"/>
                  <a:tab pos="5389004" algn="l"/>
                  <a:tab pos="5838220" algn="l"/>
                  <a:tab pos="6287436" algn="l"/>
                  <a:tab pos="6736652" algn="l"/>
                  <a:tab pos="7185868" algn="l"/>
                  <a:tab pos="7635083" algn="l"/>
                  <a:tab pos="8084300" algn="l"/>
                  <a:tab pos="8533515" algn="l"/>
                  <a:tab pos="8982732" algn="l"/>
                </a:tabLst>
              </a:pPr>
              <a:r>
                <a:rPr lang="en-GB" dirty="0" err="1">
                  <a:solidFill>
                    <a:srgbClr val="000000"/>
                  </a:solidFill>
                </a:rPr>
                <a:t>Anúncios</a:t>
              </a:r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24585" name="Rectangle 9"/>
            <p:cNvSpPr>
              <a:spLocks noChangeArrowheads="1"/>
            </p:cNvSpPr>
            <p:nvPr/>
          </p:nvSpPr>
          <p:spPr bwMode="auto">
            <a:xfrm>
              <a:off x="3356" y="1497"/>
              <a:ext cx="1315" cy="544"/>
            </a:xfrm>
            <a:prstGeom prst="rect">
              <a:avLst/>
            </a:prstGeom>
            <a:solidFill>
              <a:srgbClr val="33CC6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lIns="90000" tIns="67968" rIns="90000" bIns="46800" anchor="ctr"/>
            <a:lstStyle/>
            <a:p>
              <a:pPr algn="ctr">
                <a:tabLst>
                  <a:tab pos="0" algn="l"/>
                  <a:tab pos="447628" algn="l"/>
                  <a:tab pos="896845" algn="l"/>
                  <a:tab pos="1346060" algn="l"/>
                  <a:tab pos="1795277" algn="l"/>
                  <a:tab pos="2244492" algn="l"/>
                  <a:tab pos="2693709" algn="l"/>
                  <a:tab pos="3142924" algn="l"/>
                  <a:tab pos="3592140" algn="l"/>
                  <a:tab pos="4041356" algn="l"/>
                  <a:tab pos="4490572" algn="l"/>
                  <a:tab pos="4939788" algn="l"/>
                  <a:tab pos="5389004" algn="l"/>
                  <a:tab pos="5838220" algn="l"/>
                  <a:tab pos="6287436" algn="l"/>
                  <a:tab pos="6736652" algn="l"/>
                  <a:tab pos="7185868" algn="l"/>
                  <a:tab pos="7635083" algn="l"/>
                  <a:tab pos="8084300" algn="l"/>
                  <a:tab pos="8533515" algn="l"/>
                  <a:tab pos="8982732" algn="l"/>
                </a:tabLst>
              </a:pPr>
              <a:r>
                <a:rPr lang="en-GB" dirty="0" err="1">
                  <a:solidFill>
                    <a:srgbClr val="000000"/>
                  </a:solidFill>
                </a:rPr>
                <a:t>Anúncios</a:t>
              </a:r>
              <a:r>
                <a:rPr lang="en-GB" dirty="0">
                  <a:solidFill>
                    <a:srgbClr val="000000"/>
                  </a:solidFill>
                </a:rPr>
                <a:t> (3)</a:t>
              </a:r>
            </a:p>
          </p:txBody>
        </p:sp>
      </p:grp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611188" y="3455989"/>
            <a:ext cx="6802437" cy="2266950"/>
            <a:chOff x="385" y="2177"/>
            <a:chExt cx="4285" cy="1428"/>
          </a:xfrm>
        </p:grpSpPr>
        <p:sp>
          <p:nvSpPr>
            <p:cNvPr id="24587" name="Rectangle 11"/>
            <p:cNvSpPr>
              <a:spLocks noChangeArrowheads="1"/>
            </p:cNvSpPr>
            <p:nvPr/>
          </p:nvSpPr>
          <p:spPr bwMode="auto">
            <a:xfrm>
              <a:off x="385" y="2177"/>
              <a:ext cx="1315" cy="431"/>
            </a:xfrm>
            <a:prstGeom prst="rect">
              <a:avLst/>
            </a:prstGeom>
            <a:solidFill>
              <a:srgbClr val="E6E6E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lIns="90000" tIns="64440" rIns="90000" bIns="46800" anchor="ctr"/>
            <a:lstStyle/>
            <a:p>
              <a:pPr algn="ctr">
                <a:tabLst>
                  <a:tab pos="0" algn="l"/>
                  <a:tab pos="447628" algn="l"/>
                  <a:tab pos="896845" algn="l"/>
                  <a:tab pos="1346060" algn="l"/>
                  <a:tab pos="1795277" algn="l"/>
                  <a:tab pos="2244492" algn="l"/>
                  <a:tab pos="2693709" algn="l"/>
                  <a:tab pos="3142924" algn="l"/>
                  <a:tab pos="3592140" algn="l"/>
                  <a:tab pos="4041356" algn="l"/>
                  <a:tab pos="4490572" algn="l"/>
                  <a:tab pos="4939788" algn="l"/>
                  <a:tab pos="5389004" algn="l"/>
                  <a:tab pos="5838220" algn="l"/>
                  <a:tab pos="6287436" algn="l"/>
                  <a:tab pos="6736652" algn="l"/>
                  <a:tab pos="7185868" algn="l"/>
                  <a:tab pos="7635083" algn="l"/>
                  <a:tab pos="8084300" algn="l"/>
                  <a:tab pos="8533515" algn="l"/>
                  <a:tab pos="8982732" algn="l"/>
                </a:tabLst>
              </a:pPr>
              <a:r>
                <a:rPr lang="en-GB" sz="2000" dirty="0" err="1">
                  <a:solidFill>
                    <a:srgbClr val="000000"/>
                  </a:solidFill>
                </a:rPr>
                <a:t>Palavra-chave</a:t>
              </a:r>
              <a:endParaRPr lang="en-GB" sz="2000" dirty="0">
                <a:solidFill>
                  <a:srgbClr val="000000"/>
                </a:solidFill>
              </a:endParaRPr>
            </a:p>
          </p:txBody>
        </p:sp>
        <p:sp>
          <p:nvSpPr>
            <p:cNvPr id="24588" name="Rectangle 12"/>
            <p:cNvSpPr>
              <a:spLocks noChangeArrowheads="1"/>
            </p:cNvSpPr>
            <p:nvPr/>
          </p:nvSpPr>
          <p:spPr bwMode="auto">
            <a:xfrm>
              <a:off x="385" y="2676"/>
              <a:ext cx="1315" cy="431"/>
            </a:xfrm>
            <a:prstGeom prst="rect">
              <a:avLst/>
            </a:prstGeom>
            <a:solidFill>
              <a:srgbClr val="E6E6E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lIns="90000" tIns="64440" rIns="90000" bIns="46800" anchor="ctr"/>
            <a:lstStyle/>
            <a:p>
              <a:pPr algn="ctr">
                <a:tabLst>
                  <a:tab pos="0" algn="l"/>
                  <a:tab pos="447628" algn="l"/>
                  <a:tab pos="896845" algn="l"/>
                  <a:tab pos="1346060" algn="l"/>
                  <a:tab pos="1795277" algn="l"/>
                  <a:tab pos="2244492" algn="l"/>
                  <a:tab pos="2693709" algn="l"/>
                  <a:tab pos="3142924" algn="l"/>
                  <a:tab pos="3592140" algn="l"/>
                  <a:tab pos="4041356" algn="l"/>
                  <a:tab pos="4490572" algn="l"/>
                  <a:tab pos="4939788" algn="l"/>
                  <a:tab pos="5389004" algn="l"/>
                  <a:tab pos="5838220" algn="l"/>
                  <a:tab pos="6287436" algn="l"/>
                  <a:tab pos="6736652" algn="l"/>
                  <a:tab pos="7185868" algn="l"/>
                  <a:tab pos="7635083" algn="l"/>
                  <a:tab pos="8084300" algn="l"/>
                  <a:tab pos="8533515" algn="l"/>
                  <a:tab pos="8982732" algn="l"/>
                </a:tabLst>
              </a:pPr>
              <a:r>
                <a:rPr lang="en-GB" sz="2000" dirty="0" err="1">
                  <a:solidFill>
                    <a:srgbClr val="000000"/>
                  </a:solidFill>
                </a:rPr>
                <a:t>Palavra-chave</a:t>
              </a:r>
              <a:endParaRPr lang="en-GB" sz="2000" dirty="0">
                <a:solidFill>
                  <a:srgbClr val="000000"/>
                </a:solidFill>
              </a:endParaRPr>
            </a:p>
          </p:txBody>
        </p:sp>
        <p:sp>
          <p:nvSpPr>
            <p:cNvPr id="24589" name="Rectangle 13"/>
            <p:cNvSpPr>
              <a:spLocks noChangeArrowheads="1"/>
            </p:cNvSpPr>
            <p:nvPr/>
          </p:nvSpPr>
          <p:spPr bwMode="auto">
            <a:xfrm>
              <a:off x="385" y="3175"/>
              <a:ext cx="1315" cy="431"/>
            </a:xfrm>
            <a:prstGeom prst="rect">
              <a:avLst/>
            </a:prstGeom>
            <a:solidFill>
              <a:srgbClr val="E6E6E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lIns="90000" tIns="64440" rIns="90000" bIns="46800" anchor="ctr"/>
            <a:lstStyle/>
            <a:p>
              <a:pPr algn="ctr">
                <a:tabLst>
                  <a:tab pos="0" algn="l"/>
                  <a:tab pos="447628" algn="l"/>
                  <a:tab pos="896845" algn="l"/>
                  <a:tab pos="1346060" algn="l"/>
                  <a:tab pos="1795277" algn="l"/>
                  <a:tab pos="2244492" algn="l"/>
                  <a:tab pos="2693709" algn="l"/>
                  <a:tab pos="3142924" algn="l"/>
                  <a:tab pos="3592140" algn="l"/>
                  <a:tab pos="4041356" algn="l"/>
                  <a:tab pos="4490572" algn="l"/>
                  <a:tab pos="4939788" algn="l"/>
                  <a:tab pos="5389004" algn="l"/>
                  <a:tab pos="5838220" algn="l"/>
                  <a:tab pos="6287436" algn="l"/>
                  <a:tab pos="6736652" algn="l"/>
                  <a:tab pos="7185868" algn="l"/>
                  <a:tab pos="7635083" algn="l"/>
                  <a:tab pos="8084300" algn="l"/>
                  <a:tab pos="8533515" algn="l"/>
                  <a:tab pos="8982732" algn="l"/>
                </a:tabLst>
              </a:pPr>
              <a:r>
                <a:rPr lang="en-GB" sz="2000" dirty="0" err="1">
                  <a:solidFill>
                    <a:srgbClr val="000000"/>
                  </a:solidFill>
                </a:rPr>
                <a:t>Palavra-chave</a:t>
              </a:r>
              <a:endParaRPr lang="en-GB" sz="2000" dirty="0">
                <a:solidFill>
                  <a:srgbClr val="000000"/>
                </a:solidFill>
              </a:endParaRPr>
            </a:p>
          </p:txBody>
        </p:sp>
        <p:sp>
          <p:nvSpPr>
            <p:cNvPr id="24590" name="Rectangle 14"/>
            <p:cNvSpPr>
              <a:spLocks noChangeArrowheads="1"/>
            </p:cNvSpPr>
            <p:nvPr/>
          </p:nvSpPr>
          <p:spPr bwMode="auto">
            <a:xfrm>
              <a:off x="385" y="2177"/>
              <a:ext cx="1315" cy="430"/>
            </a:xfrm>
            <a:prstGeom prst="rect">
              <a:avLst/>
            </a:prstGeom>
            <a:solidFill>
              <a:srgbClr val="E6E6E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lIns="90000" tIns="64440" rIns="90000" bIns="46800" anchor="ctr"/>
            <a:lstStyle/>
            <a:p>
              <a:pPr algn="ctr">
                <a:tabLst>
                  <a:tab pos="0" algn="l"/>
                  <a:tab pos="447628" algn="l"/>
                  <a:tab pos="896845" algn="l"/>
                  <a:tab pos="1346060" algn="l"/>
                  <a:tab pos="1795277" algn="l"/>
                  <a:tab pos="2244492" algn="l"/>
                  <a:tab pos="2693709" algn="l"/>
                  <a:tab pos="3142924" algn="l"/>
                  <a:tab pos="3592140" algn="l"/>
                  <a:tab pos="4041356" algn="l"/>
                  <a:tab pos="4490572" algn="l"/>
                  <a:tab pos="4939788" algn="l"/>
                  <a:tab pos="5389004" algn="l"/>
                  <a:tab pos="5838220" algn="l"/>
                  <a:tab pos="6287436" algn="l"/>
                  <a:tab pos="6736652" algn="l"/>
                  <a:tab pos="7185868" algn="l"/>
                  <a:tab pos="7635083" algn="l"/>
                  <a:tab pos="8084300" algn="l"/>
                  <a:tab pos="8533515" algn="l"/>
                  <a:tab pos="8982732" algn="l"/>
                </a:tabLst>
              </a:pPr>
              <a:r>
                <a:rPr lang="en-GB" sz="2000" dirty="0" err="1">
                  <a:solidFill>
                    <a:srgbClr val="000000"/>
                  </a:solidFill>
                </a:rPr>
                <a:t>Palavra-chave</a:t>
              </a:r>
              <a:endParaRPr lang="en-GB" sz="2000" dirty="0">
                <a:solidFill>
                  <a:srgbClr val="000000"/>
                </a:solidFill>
              </a:endParaRPr>
            </a:p>
          </p:txBody>
        </p:sp>
        <p:sp>
          <p:nvSpPr>
            <p:cNvPr id="24591" name="Rectangle 15"/>
            <p:cNvSpPr>
              <a:spLocks noChangeArrowheads="1"/>
            </p:cNvSpPr>
            <p:nvPr/>
          </p:nvSpPr>
          <p:spPr bwMode="auto">
            <a:xfrm>
              <a:off x="385" y="2676"/>
              <a:ext cx="1315" cy="431"/>
            </a:xfrm>
            <a:prstGeom prst="rect">
              <a:avLst/>
            </a:prstGeom>
            <a:solidFill>
              <a:srgbClr val="E6E6E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lIns="90000" tIns="64440" rIns="90000" bIns="46800" anchor="ctr"/>
            <a:lstStyle/>
            <a:p>
              <a:pPr algn="ctr">
                <a:tabLst>
                  <a:tab pos="0" algn="l"/>
                  <a:tab pos="447628" algn="l"/>
                  <a:tab pos="896845" algn="l"/>
                  <a:tab pos="1346060" algn="l"/>
                  <a:tab pos="1795277" algn="l"/>
                  <a:tab pos="2244492" algn="l"/>
                  <a:tab pos="2693709" algn="l"/>
                  <a:tab pos="3142924" algn="l"/>
                  <a:tab pos="3592140" algn="l"/>
                  <a:tab pos="4041356" algn="l"/>
                  <a:tab pos="4490572" algn="l"/>
                  <a:tab pos="4939788" algn="l"/>
                  <a:tab pos="5389004" algn="l"/>
                  <a:tab pos="5838220" algn="l"/>
                  <a:tab pos="6287436" algn="l"/>
                  <a:tab pos="6736652" algn="l"/>
                  <a:tab pos="7185868" algn="l"/>
                  <a:tab pos="7635083" algn="l"/>
                  <a:tab pos="8084300" algn="l"/>
                  <a:tab pos="8533515" algn="l"/>
                  <a:tab pos="8982732" algn="l"/>
                </a:tabLst>
              </a:pPr>
              <a:r>
                <a:rPr lang="en-GB" sz="2000" dirty="0" err="1">
                  <a:solidFill>
                    <a:srgbClr val="000000"/>
                  </a:solidFill>
                </a:rPr>
                <a:t>Palavra-chave</a:t>
              </a:r>
              <a:endParaRPr lang="en-GB" sz="2000" dirty="0">
                <a:solidFill>
                  <a:srgbClr val="000000"/>
                </a:solidFill>
              </a:endParaRPr>
            </a:p>
          </p:txBody>
        </p:sp>
        <p:sp>
          <p:nvSpPr>
            <p:cNvPr id="24592" name="Rectangle 16"/>
            <p:cNvSpPr>
              <a:spLocks noChangeArrowheads="1"/>
            </p:cNvSpPr>
            <p:nvPr/>
          </p:nvSpPr>
          <p:spPr bwMode="auto">
            <a:xfrm>
              <a:off x="385" y="3175"/>
              <a:ext cx="1315" cy="431"/>
            </a:xfrm>
            <a:prstGeom prst="rect">
              <a:avLst/>
            </a:prstGeom>
            <a:solidFill>
              <a:srgbClr val="E6E6E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lIns="90000" tIns="64440" rIns="90000" bIns="46800" anchor="ctr"/>
            <a:lstStyle/>
            <a:p>
              <a:pPr algn="ctr">
                <a:tabLst>
                  <a:tab pos="0" algn="l"/>
                  <a:tab pos="447628" algn="l"/>
                  <a:tab pos="896845" algn="l"/>
                  <a:tab pos="1346060" algn="l"/>
                  <a:tab pos="1795277" algn="l"/>
                  <a:tab pos="2244492" algn="l"/>
                  <a:tab pos="2693709" algn="l"/>
                  <a:tab pos="3142924" algn="l"/>
                  <a:tab pos="3592140" algn="l"/>
                  <a:tab pos="4041356" algn="l"/>
                  <a:tab pos="4490572" algn="l"/>
                  <a:tab pos="4939788" algn="l"/>
                  <a:tab pos="5389004" algn="l"/>
                  <a:tab pos="5838220" algn="l"/>
                  <a:tab pos="6287436" algn="l"/>
                  <a:tab pos="6736652" algn="l"/>
                  <a:tab pos="7185868" algn="l"/>
                  <a:tab pos="7635083" algn="l"/>
                  <a:tab pos="8084300" algn="l"/>
                  <a:tab pos="8533515" algn="l"/>
                  <a:tab pos="8982732" algn="l"/>
                </a:tabLst>
              </a:pPr>
              <a:r>
                <a:rPr lang="en-GB" sz="2000" dirty="0" err="1">
                  <a:solidFill>
                    <a:srgbClr val="000000"/>
                  </a:solidFill>
                </a:rPr>
                <a:t>Palavra-chave</a:t>
              </a:r>
              <a:endParaRPr lang="en-GB" sz="2000" dirty="0">
                <a:solidFill>
                  <a:srgbClr val="000000"/>
                </a:solidFill>
              </a:endParaRPr>
            </a:p>
          </p:txBody>
        </p:sp>
        <p:sp>
          <p:nvSpPr>
            <p:cNvPr id="24593" name="Rectangle 17"/>
            <p:cNvSpPr>
              <a:spLocks noChangeArrowheads="1"/>
            </p:cNvSpPr>
            <p:nvPr/>
          </p:nvSpPr>
          <p:spPr bwMode="auto">
            <a:xfrm>
              <a:off x="1882" y="2177"/>
              <a:ext cx="1315" cy="431"/>
            </a:xfrm>
            <a:prstGeom prst="rect">
              <a:avLst/>
            </a:prstGeom>
            <a:solidFill>
              <a:srgbClr val="E6E6E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lIns="90000" tIns="64440" rIns="90000" bIns="46800" anchor="ctr"/>
            <a:lstStyle/>
            <a:p>
              <a:pPr algn="ctr">
                <a:tabLst>
                  <a:tab pos="0" algn="l"/>
                  <a:tab pos="447628" algn="l"/>
                  <a:tab pos="896845" algn="l"/>
                  <a:tab pos="1346060" algn="l"/>
                  <a:tab pos="1795277" algn="l"/>
                  <a:tab pos="2244492" algn="l"/>
                  <a:tab pos="2693709" algn="l"/>
                  <a:tab pos="3142924" algn="l"/>
                  <a:tab pos="3592140" algn="l"/>
                  <a:tab pos="4041356" algn="l"/>
                  <a:tab pos="4490572" algn="l"/>
                  <a:tab pos="4939788" algn="l"/>
                  <a:tab pos="5389004" algn="l"/>
                  <a:tab pos="5838220" algn="l"/>
                  <a:tab pos="6287436" algn="l"/>
                  <a:tab pos="6736652" algn="l"/>
                  <a:tab pos="7185868" algn="l"/>
                  <a:tab pos="7635083" algn="l"/>
                  <a:tab pos="8084300" algn="l"/>
                  <a:tab pos="8533515" algn="l"/>
                  <a:tab pos="8982732" algn="l"/>
                </a:tabLst>
              </a:pPr>
              <a:r>
                <a:rPr lang="en-GB" sz="2000" dirty="0" err="1">
                  <a:solidFill>
                    <a:srgbClr val="000000"/>
                  </a:solidFill>
                </a:rPr>
                <a:t>Palavra-chave</a:t>
              </a:r>
              <a:endParaRPr lang="en-GB" sz="2000" dirty="0">
                <a:solidFill>
                  <a:srgbClr val="000000"/>
                </a:solidFill>
              </a:endParaRPr>
            </a:p>
          </p:txBody>
        </p:sp>
        <p:sp>
          <p:nvSpPr>
            <p:cNvPr id="24594" name="Rectangle 18"/>
            <p:cNvSpPr>
              <a:spLocks noChangeArrowheads="1"/>
            </p:cNvSpPr>
            <p:nvPr/>
          </p:nvSpPr>
          <p:spPr bwMode="auto">
            <a:xfrm>
              <a:off x="1882" y="2676"/>
              <a:ext cx="1315" cy="431"/>
            </a:xfrm>
            <a:prstGeom prst="rect">
              <a:avLst/>
            </a:prstGeom>
            <a:solidFill>
              <a:srgbClr val="E6E6E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lIns="90000" tIns="64440" rIns="90000" bIns="46800" anchor="ctr"/>
            <a:lstStyle/>
            <a:p>
              <a:pPr algn="ctr">
                <a:tabLst>
                  <a:tab pos="0" algn="l"/>
                  <a:tab pos="447628" algn="l"/>
                  <a:tab pos="896845" algn="l"/>
                  <a:tab pos="1346060" algn="l"/>
                  <a:tab pos="1795277" algn="l"/>
                  <a:tab pos="2244492" algn="l"/>
                  <a:tab pos="2693709" algn="l"/>
                  <a:tab pos="3142924" algn="l"/>
                  <a:tab pos="3592140" algn="l"/>
                  <a:tab pos="4041356" algn="l"/>
                  <a:tab pos="4490572" algn="l"/>
                  <a:tab pos="4939788" algn="l"/>
                  <a:tab pos="5389004" algn="l"/>
                  <a:tab pos="5838220" algn="l"/>
                  <a:tab pos="6287436" algn="l"/>
                  <a:tab pos="6736652" algn="l"/>
                  <a:tab pos="7185868" algn="l"/>
                  <a:tab pos="7635083" algn="l"/>
                  <a:tab pos="8084300" algn="l"/>
                  <a:tab pos="8533515" algn="l"/>
                  <a:tab pos="8982732" algn="l"/>
                </a:tabLst>
              </a:pPr>
              <a:r>
                <a:rPr lang="en-GB" sz="2000" dirty="0" err="1">
                  <a:solidFill>
                    <a:srgbClr val="000000"/>
                  </a:solidFill>
                </a:rPr>
                <a:t>Palavra-chave</a:t>
              </a:r>
              <a:endParaRPr lang="en-GB" sz="2000" dirty="0">
                <a:solidFill>
                  <a:srgbClr val="000000"/>
                </a:solidFill>
              </a:endParaRPr>
            </a:p>
          </p:txBody>
        </p:sp>
        <p:sp>
          <p:nvSpPr>
            <p:cNvPr id="24595" name="Rectangle 19"/>
            <p:cNvSpPr>
              <a:spLocks noChangeArrowheads="1"/>
            </p:cNvSpPr>
            <p:nvPr/>
          </p:nvSpPr>
          <p:spPr bwMode="auto">
            <a:xfrm>
              <a:off x="1882" y="3175"/>
              <a:ext cx="1315" cy="431"/>
            </a:xfrm>
            <a:prstGeom prst="rect">
              <a:avLst/>
            </a:prstGeom>
            <a:solidFill>
              <a:srgbClr val="E6E6E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lIns="90000" tIns="64440" rIns="90000" bIns="46800" anchor="ctr"/>
            <a:lstStyle/>
            <a:p>
              <a:pPr algn="ctr">
                <a:tabLst>
                  <a:tab pos="0" algn="l"/>
                  <a:tab pos="447628" algn="l"/>
                  <a:tab pos="896845" algn="l"/>
                  <a:tab pos="1346060" algn="l"/>
                  <a:tab pos="1795277" algn="l"/>
                  <a:tab pos="2244492" algn="l"/>
                  <a:tab pos="2693709" algn="l"/>
                  <a:tab pos="3142924" algn="l"/>
                  <a:tab pos="3592140" algn="l"/>
                  <a:tab pos="4041356" algn="l"/>
                  <a:tab pos="4490572" algn="l"/>
                  <a:tab pos="4939788" algn="l"/>
                  <a:tab pos="5389004" algn="l"/>
                  <a:tab pos="5838220" algn="l"/>
                  <a:tab pos="6287436" algn="l"/>
                  <a:tab pos="6736652" algn="l"/>
                  <a:tab pos="7185868" algn="l"/>
                  <a:tab pos="7635083" algn="l"/>
                  <a:tab pos="8084300" algn="l"/>
                  <a:tab pos="8533515" algn="l"/>
                  <a:tab pos="8982732" algn="l"/>
                </a:tabLst>
              </a:pPr>
              <a:r>
                <a:rPr lang="en-GB" sz="2000" dirty="0" err="1">
                  <a:solidFill>
                    <a:srgbClr val="000000"/>
                  </a:solidFill>
                </a:rPr>
                <a:t>Palavra-chave</a:t>
              </a:r>
              <a:endParaRPr lang="en-GB" sz="2000" dirty="0">
                <a:solidFill>
                  <a:srgbClr val="000000"/>
                </a:solidFill>
              </a:endParaRPr>
            </a:p>
          </p:txBody>
        </p:sp>
        <p:sp>
          <p:nvSpPr>
            <p:cNvPr id="24596" name="Rectangle 20"/>
            <p:cNvSpPr>
              <a:spLocks noChangeArrowheads="1"/>
            </p:cNvSpPr>
            <p:nvPr/>
          </p:nvSpPr>
          <p:spPr bwMode="auto">
            <a:xfrm>
              <a:off x="1882" y="2177"/>
              <a:ext cx="1315" cy="430"/>
            </a:xfrm>
            <a:prstGeom prst="rect">
              <a:avLst/>
            </a:prstGeom>
            <a:solidFill>
              <a:srgbClr val="E6E6E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lIns="90000" tIns="64440" rIns="90000" bIns="46800" anchor="ctr"/>
            <a:lstStyle/>
            <a:p>
              <a:pPr algn="ctr">
                <a:tabLst>
                  <a:tab pos="0" algn="l"/>
                  <a:tab pos="447628" algn="l"/>
                  <a:tab pos="896845" algn="l"/>
                  <a:tab pos="1346060" algn="l"/>
                  <a:tab pos="1795277" algn="l"/>
                  <a:tab pos="2244492" algn="l"/>
                  <a:tab pos="2693709" algn="l"/>
                  <a:tab pos="3142924" algn="l"/>
                  <a:tab pos="3592140" algn="l"/>
                  <a:tab pos="4041356" algn="l"/>
                  <a:tab pos="4490572" algn="l"/>
                  <a:tab pos="4939788" algn="l"/>
                  <a:tab pos="5389004" algn="l"/>
                  <a:tab pos="5838220" algn="l"/>
                  <a:tab pos="6287436" algn="l"/>
                  <a:tab pos="6736652" algn="l"/>
                  <a:tab pos="7185868" algn="l"/>
                  <a:tab pos="7635083" algn="l"/>
                  <a:tab pos="8084300" algn="l"/>
                  <a:tab pos="8533515" algn="l"/>
                  <a:tab pos="8982732" algn="l"/>
                </a:tabLst>
              </a:pPr>
              <a:r>
                <a:rPr lang="en-GB" sz="2000" dirty="0" err="1">
                  <a:solidFill>
                    <a:srgbClr val="000000"/>
                  </a:solidFill>
                </a:rPr>
                <a:t>Palavra-chave</a:t>
              </a:r>
              <a:endParaRPr lang="en-GB" sz="2000" dirty="0">
                <a:solidFill>
                  <a:srgbClr val="000000"/>
                </a:solidFill>
              </a:endParaRPr>
            </a:p>
          </p:txBody>
        </p:sp>
        <p:sp>
          <p:nvSpPr>
            <p:cNvPr id="24597" name="Rectangle 21"/>
            <p:cNvSpPr>
              <a:spLocks noChangeArrowheads="1"/>
            </p:cNvSpPr>
            <p:nvPr/>
          </p:nvSpPr>
          <p:spPr bwMode="auto">
            <a:xfrm>
              <a:off x="1882" y="2676"/>
              <a:ext cx="1315" cy="431"/>
            </a:xfrm>
            <a:prstGeom prst="rect">
              <a:avLst/>
            </a:prstGeom>
            <a:solidFill>
              <a:srgbClr val="E6E6E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lIns="90000" tIns="64440" rIns="90000" bIns="46800" anchor="ctr"/>
            <a:lstStyle/>
            <a:p>
              <a:pPr algn="ctr">
                <a:tabLst>
                  <a:tab pos="0" algn="l"/>
                  <a:tab pos="447628" algn="l"/>
                  <a:tab pos="896845" algn="l"/>
                  <a:tab pos="1346060" algn="l"/>
                  <a:tab pos="1795277" algn="l"/>
                  <a:tab pos="2244492" algn="l"/>
                  <a:tab pos="2693709" algn="l"/>
                  <a:tab pos="3142924" algn="l"/>
                  <a:tab pos="3592140" algn="l"/>
                  <a:tab pos="4041356" algn="l"/>
                  <a:tab pos="4490572" algn="l"/>
                  <a:tab pos="4939788" algn="l"/>
                  <a:tab pos="5389004" algn="l"/>
                  <a:tab pos="5838220" algn="l"/>
                  <a:tab pos="6287436" algn="l"/>
                  <a:tab pos="6736652" algn="l"/>
                  <a:tab pos="7185868" algn="l"/>
                  <a:tab pos="7635083" algn="l"/>
                  <a:tab pos="8084300" algn="l"/>
                  <a:tab pos="8533515" algn="l"/>
                  <a:tab pos="8982732" algn="l"/>
                </a:tabLst>
              </a:pPr>
              <a:r>
                <a:rPr lang="en-GB" sz="2000" dirty="0" err="1">
                  <a:solidFill>
                    <a:srgbClr val="000000"/>
                  </a:solidFill>
                </a:rPr>
                <a:t>Palavra-chave</a:t>
              </a:r>
              <a:endParaRPr lang="en-GB" sz="2000" dirty="0">
                <a:solidFill>
                  <a:srgbClr val="000000"/>
                </a:solidFill>
              </a:endParaRPr>
            </a:p>
          </p:txBody>
        </p:sp>
        <p:sp>
          <p:nvSpPr>
            <p:cNvPr id="24598" name="Rectangle 22"/>
            <p:cNvSpPr>
              <a:spLocks noChangeArrowheads="1"/>
            </p:cNvSpPr>
            <p:nvPr/>
          </p:nvSpPr>
          <p:spPr bwMode="auto">
            <a:xfrm>
              <a:off x="1882" y="3175"/>
              <a:ext cx="1315" cy="431"/>
            </a:xfrm>
            <a:prstGeom prst="rect">
              <a:avLst/>
            </a:prstGeom>
            <a:solidFill>
              <a:srgbClr val="E6E6E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lIns="90000" tIns="64440" rIns="90000" bIns="46800" anchor="ctr"/>
            <a:lstStyle/>
            <a:p>
              <a:pPr algn="ctr">
                <a:tabLst>
                  <a:tab pos="0" algn="l"/>
                  <a:tab pos="447628" algn="l"/>
                  <a:tab pos="896845" algn="l"/>
                  <a:tab pos="1346060" algn="l"/>
                  <a:tab pos="1795277" algn="l"/>
                  <a:tab pos="2244492" algn="l"/>
                  <a:tab pos="2693709" algn="l"/>
                  <a:tab pos="3142924" algn="l"/>
                  <a:tab pos="3592140" algn="l"/>
                  <a:tab pos="4041356" algn="l"/>
                  <a:tab pos="4490572" algn="l"/>
                  <a:tab pos="4939788" algn="l"/>
                  <a:tab pos="5389004" algn="l"/>
                  <a:tab pos="5838220" algn="l"/>
                  <a:tab pos="6287436" algn="l"/>
                  <a:tab pos="6736652" algn="l"/>
                  <a:tab pos="7185868" algn="l"/>
                  <a:tab pos="7635083" algn="l"/>
                  <a:tab pos="8084300" algn="l"/>
                  <a:tab pos="8533515" algn="l"/>
                  <a:tab pos="8982732" algn="l"/>
                </a:tabLst>
              </a:pPr>
              <a:r>
                <a:rPr lang="en-GB" sz="2000" dirty="0" err="1">
                  <a:solidFill>
                    <a:srgbClr val="000000"/>
                  </a:solidFill>
                </a:rPr>
                <a:t>Palavra-chave</a:t>
              </a:r>
              <a:endParaRPr lang="en-GB" sz="2000" dirty="0">
                <a:solidFill>
                  <a:srgbClr val="000000"/>
                </a:solidFill>
              </a:endParaRPr>
            </a:p>
          </p:txBody>
        </p:sp>
        <p:sp>
          <p:nvSpPr>
            <p:cNvPr id="24599" name="Rectangle 23"/>
            <p:cNvSpPr>
              <a:spLocks noChangeArrowheads="1"/>
            </p:cNvSpPr>
            <p:nvPr/>
          </p:nvSpPr>
          <p:spPr bwMode="auto">
            <a:xfrm>
              <a:off x="3356" y="2177"/>
              <a:ext cx="1315" cy="431"/>
            </a:xfrm>
            <a:prstGeom prst="rect">
              <a:avLst/>
            </a:prstGeom>
            <a:solidFill>
              <a:srgbClr val="E6E6E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lIns="90000" tIns="64440" rIns="90000" bIns="46800" anchor="ctr"/>
            <a:lstStyle/>
            <a:p>
              <a:pPr algn="ctr">
                <a:tabLst>
                  <a:tab pos="0" algn="l"/>
                  <a:tab pos="447628" algn="l"/>
                  <a:tab pos="896845" algn="l"/>
                  <a:tab pos="1346060" algn="l"/>
                  <a:tab pos="1795277" algn="l"/>
                  <a:tab pos="2244492" algn="l"/>
                  <a:tab pos="2693709" algn="l"/>
                  <a:tab pos="3142924" algn="l"/>
                  <a:tab pos="3592140" algn="l"/>
                  <a:tab pos="4041356" algn="l"/>
                  <a:tab pos="4490572" algn="l"/>
                  <a:tab pos="4939788" algn="l"/>
                  <a:tab pos="5389004" algn="l"/>
                  <a:tab pos="5838220" algn="l"/>
                  <a:tab pos="6287436" algn="l"/>
                  <a:tab pos="6736652" algn="l"/>
                  <a:tab pos="7185868" algn="l"/>
                  <a:tab pos="7635083" algn="l"/>
                  <a:tab pos="8084300" algn="l"/>
                  <a:tab pos="8533515" algn="l"/>
                  <a:tab pos="8982732" algn="l"/>
                </a:tabLst>
              </a:pPr>
              <a:r>
                <a:rPr lang="en-GB" sz="2000" dirty="0" err="1">
                  <a:solidFill>
                    <a:srgbClr val="000000"/>
                  </a:solidFill>
                </a:rPr>
                <a:t>Palavra-chave</a:t>
              </a:r>
              <a:endParaRPr lang="en-GB" sz="2000" dirty="0">
                <a:solidFill>
                  <a:srgbClr val="000000"/>
                </a:solidFill>
              </a:endParaRPr>
            </a:p>
          </p:txBody>
        </p:sp>
        <p:sp>
          <p:nvSpPr>
            <p:cNvPr id="24600" name="Rectangle 24"/>
            <p:cNvSpPr>
              <a:spLocks noChangeArrowheads="1"/>
            </p:cNvSpPr>
            <p:nvPr/>
          </p:nvSpPr>
          <p:spPr bwMode="auto">
            <a:xfrm>
              <a:off x="3356" y="2676"/>
              <a:ext cx="1315" cy="431"/>
            </a:xfrm>
            <a:prstGeom prst="rect">
              <a:avLst/>
            </a:prstGeom>
            <a:solidFill>
              <a:srgbClr val="E6E6E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lIns="90000" tIns="64440" rIns="90000" bIns="46800" anchor="ctr"/>
            <a:lstStyle/>
            <a:p>
              <a:pPr algn="ctr">
                <a:tabLst>
                  <a:tab pos="0" algn="l"/>
                  <a:tab pos="447628" algn="l"/>
                  <a:tab pos="896845" algn="l"/>
                  <a:tab pos="1346060" algn="l"/>
                  <a:tab pos="1795277" algn="l"/>
                  <a:tab pos="2244492" algn="l"/>
                  <a:tab pos="2693709" algn="l"/>
                  <a:tab pos="3142924" algn="l"/>
                  <a:tab pos="3592140" algn="l"/>
                  <a:tab pos="4041356" algn="l"/>
                  <a:tab pos="4490572" algn="l"/>
                  <a:tab pos="4939788" algn="l"/>
                  <a:tab pos="5389004" algn="l"/>
                  <a:tab pos="5838220" algn="l"/>
                  <a:tab pos="6287436" algn="l"/>
                  <a:tab pos="6736652" algn="l"/>
                  <a:tab pos="7185868" algn="l"/>
                  <a:tab pos="7635083" algn="l"/>
                  <a:tab pos="8084300" algn="l"/>
                  <a:tab pos="8533515" algn="l"/>
                  <a:tab pos="8982732" algn="l"/>
                </a:tabLst>
              </a:pPr>
              <a:r>
                <a:rPr lang="en-GB" sz="2000" dirty="0" err="1">
                  <a:solidFill>
                    <a:srgbClr val="000000"/>
                  </a:solidFill>
                </a:rPr>
                <a:t>Palavra-chave</a:t>
              </a:r>
              <a:endParaRPr lang="en-GB" sz="2000" dirty="0">
                <a:solidFill>
                  <a:srgbClr val="000000"/>
                </a:solidFill>
              </a:endParaRPr>
            </a:p>
          </p:txBody>
        </p:sp>
        <p:sp>
          <p:nvSpPr>
            <p:cNvPr id="24601" name="Rectangle 25"/>
            <p:cNvSpPr>
              <a:spLocks noChangeArrowheads="1"/>
            </p:cNvSpPr>
            <p:nvPr/>
          </p:nvSpPr>
          <p:spPr bwMode="auto">
            <a:xfrm>
              <a:off x="3356" y="3175"/>
              <a:ext cx="1315" cy="431"/>
            </a:xfrm>
            <a:prstGeom prst="rect">
              <a:avLst/>
            </a:prstGeom>
            <a:solidFill>
              <a:srgbClr val="E6E6E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lIns="90000" tIns="64440" rIns="90000" bIns="46800" anchor="ctr"/>
            <a:lstStyle/>
            <a:p>
              <a:pPr algn="ctr">
                <a:tabLst>
                  <a:tab pos="0" algn="l"/>
                  <a:tab pos="447628" algn="l"/>
                  <a:tab pos="896845" algn="l"/>
                  <a:tab pos="1346060" algn="l"/>
                  <a:tab pos="1795277" algn="l"/>
                  <a:tab pos="2244492" algn="l"/>
                  <a:tab pos="2693709" algn="l"/>
                  <a:tab pos="3142924" algn="l"/>
                  <a:tab pos="3592140" algn="l"/>
                  <a:tab pos="4041356" algn="l"/>
                  <a:tab pos="4490572" algn="l"/>
                  <a:tab pos="4939788" algn="l"/>
                  <a:tab pos="5389004" algn="l"/>
                  <a:tab pos="5838220" algn="l"/>
                  <a:tab pos="6287436" algn="l"/>
                  <a:tab pos="6736652" algn="l"/>
                  <a:tab pos="7185868" algn="l"/>
                  <a:tab pos="7635083" algn="l"/>
                  <a:tab pos="8084300" algn="l"/>
                  <a:tab pos="8533515" algn="l"/>
                  <a:tab pos="8982732" algn="l"/>
                </a:tabLst>
              </a:pPr>
              <a:r>
                <a:rPr lang="en-GB" sz="2000" dirty="0" err="1">
                  <a:solidFill>
                    <a:srgbClr val="000000"/>
                  </a:solidFill>
                </a:rPr>
                <a:t>Palavra-chave</a:t>
              </a:r>
              <a:endParaRPr lang="en-GB" sz="2000" dirty="0">
                <a:solidFill>
                  <a:srgbClr val="000000"/>
                </a:solidFill>
              </a:endParaRPr>
            </a:p>
          </p:txBody>
        </p:sp>
        <p:sp>
          <p:nvSpPr>
            <p:cNvPr id="24602" name="Rectangle 26"/>
            <p:cNvSpPr>
              <a:spLocks noChangeArrowheads="1"/>
            </p:cNvSpPr>
            <p:nvPr/>
          </p:nvSpPr>
          <p:spPr bwMode="auto">
            <a:xfrm>
              <a:off x="3356" y="2177"/>
              <a:ext cx="1315" cy="430"/>
            </a:xfrm>
            <a:prstGeom prst="rect">
              <a:avLst/>
            </a:prstGeom>
            <a:solidFill>
              <a:srgbClr val="E6E6E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lIns="90000" tIns="64440" rIns="90000" bIns="46800" anchor="ctr"/>
            <a:lstStyle/>
            <a:p>
              <a:pPr algn="ctr">
                <a:tabLst>
                  <a:tab pos="0" algn="l"/>
                  <a:tab pos="447628" algn="l"/>
                  <a:tab pos="896845" algn="l"/>
                  <a:tab pos="1346060" algn="l"/>
                  <a:tab pos="1795277" algn="l"/>
                  <a:tab pos="2244492" algn="l"/>
                  <a:tab pos="2693709" algn="l"/>
                  <a:tab pos="3142924" algn="l"/>
                  <a:tab pos="3592140" algn="l"/>
                  <a:tab pos="4041356" algn="l"/>
                  <a:tab pos="4490572" algn="l"/>
                  <a:tab pos="4939788" algn="l"/>
                  <a:tab pos="5389004" algn="l"/>
                  <a:tab pos="5838220" algn="l"/>
                  <a:tab pos="6287436" algn="l"/>
                  <a:tab pos="6736652" algn="l"/>
                  <a:tab pos="7185868" algn="l"/>
                  <a:tab pos="7635083" algn="l"/>
                  <a:tab pos="8084300" algn="l"/>
                  <a:tab pos="8533515" algn="l"/>
                  <a:tab pos="8982732" algn="l"/>
                </a:tabLst>
              </a:pPr>
              <a:r>
                <a:rPr lang="en-GB" sz="2000" dirty="0" err="1">
                  <a:solidFill>
                    <a:srgbClr val="000000"/>
                  </a:solidFill>
                </a:rPr>
                <a:t>Palavra-chave</a:t>
              </a:r>
              <a:endParaRPr lang="en-GB" sz="2000" dirty="0">
                <a:solidFill>
                  <a:srgbClr val="000000"/>
                </a:solidFill>
              </a:endParaRPr>
            </a:p>
          </p:txBody>
        </p:sp>
        <p:sp>
          <p:nvSpPr>
            <p:cNvPr id="24603" name="Rectangle 27"/>
            <p:cNvSpPr>
              <a:spLocks noChangeArrowheads="1"/>
            </p:cNvSpPr>
            <p:nvPr/>
          </p:nvSpPr>
          <p:spPr bwMode="auto">
            <a:xfrm>
              <a:off x="3356" y="2676"/>
              <a:ext cx="1315" cy="431"/>
            </a:xfrm>
            <a:prstGeom prst="rect">
              <a:avLst/>
            </a:prstGeom>
            <a:solidFill>
              <a:srgbClr val="E6E6E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lIns="90000" tIns="64440" rIns="90000" bIns="46800" anchor="ctr"/>
            <a:lstStyle/>
            <a:p>
              <a:pPr algn="ctr">
                <a:tabLst>
                  <a:tab pos="0" algn="l"/>
                  <a:tab pos="447628" algn="l"/>
                  <a:tab pos="896845" algn="l"/>
                  <a:tab pos="1346060" algn="l"/>
                  <a:tab pos="1795277" algn="l"/>
                  <a:tab pos="2244492" algn="l"/>
                  <a:tab pos="2693709" algn="l"/>
                  <a:tab pos="3142924" algn="l"/>
                  <a:tab pos="3592140" algn="l"/>
                  <a:tab pos="4041356" algn="l"/>
                  <a:tab pos="4490572" algn="l"/>
                  <a:tab pos="4939788" algn="l"/>
                  <a:tab pos="5389004" algn="l"/>
                  <a:tab pos="5838220" algn="l"/>
                  <a:tab pos="6287436" algn="l"/>
                  <a:tab pos="6736652" algn="l"/>
                  <a:tab pos="7185868" algn="l"/>
                  <a:tab pos="7635083" algn="l"/>
                  <a:tab pos="8084300" algn="l"/>
                  <a:tab pos="8533515" algn="l"/>
                  <a:tab pos="8982732" algn="l"/>
                </a:tabLst>
              </a:pPr>
              <a:r>
                <a:rPr lang="en-GB" sz="2000" dirty="0" err="1">
                  <a:solidFill>
                    <a:srgbClr val="000000"/>
                  </a:solidFill>
                </a:rPr>
                <a:t>Palavra-chave</a:t>
              </a:r>
              <a:endParaRPr lang="en-GB" sz="2000" dirty="0">
                <a:solidFill>
                  <a:srgbClr val="000000"/>
                </a:solidFill>
              </a:endParaRPr>
            </a:p>
          </p:txBody>
        </p:sp>
        <p:sp>
          <p:nvSpPr>
            <p:cNvPr id="24604" name="Rectangle 28"/>
            <p:cNvSpPr>
              <a:spLocks noChangeArrowheads="1"/>
            </p:cNvSpPr>
            <p:nvPr/>
          </p:nvSpPr>
          <p:spPr bwMode="auto">
            <a:xfrm>
              <a:off x="3356" y="3175"/>
              <a:ext cx="1315" cy="431"/>
            </a:xfrm>
            <a:prstGeom prst="rect">
              <a:avLst/>
            </a:prstGeom>
            <a:solidFill>
              <a:srgbClr val="E6E6E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lIns="90000" tIns="64440" rIns="90000" bIns="46800" anchor="ctr"/>
            <a:lstStyle/>
            <a:p>
              <a:pPr algn="ctr">
                <a:tabLst>
                  <a:tab pos="0" algn="l"/>
                  <a:tab pos="447628" algn="l"/>
                  <a:tab pos="896845" algn="l"/>
                  <a:tab pos="1346060" algn="l"/>
                  <a:tab pos="1795277" algn="l"/>
                  <a:tab pos="2244492" algn="l"/>
                  <a:tab pos="2693709" algn="l"/>
                  <a:tab pos="3142924" algn="l"/>
                  <a:tab pos="3592140" algn="l"/>
                  <a:tab pos="4041356" algn="l"/>
                  <a:tab pos="4490572" algn="l"/>
                  <a:tab pos="4939788" algn="l"/>
                  <a:tab pos="5389004" algn="l"/>
                  <a:tab pos="5838220" algn="l"/>
                  <a:tab pos="6287436" algn="l"/>
                  <a:tab pos="6736652" algn="l"/>
                  <a:tab pos="7185868" algn="l"/>
                  <a:tab pos="7635083" algn="l"/>
                  <a:tab pos="8084300" algn="l"/>
                  <a:tab pos="8533515" algn="l"/>
                  <a:tab pos="8982732" algn="l"/>
                </a:tabLst>
              </a:pPr>
              <a:r>
                <a:rPr lang="en-GB" sz="2000" dirty="0" err="1">
                  <a:solidFill>
                    <a:srgbClr val="000000"/>
                  </a:solidFill>
                </a:rPr>
                <a:t>Palavra-chave</a:t>
              </a:r>
              <a:endParaRPr lang="en-GB" sz="20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4" name="Grupo 35"/>
          <p:cNvGrpSpPr/>
          <p:nvPr/>
        </p:nvGrpSpPr>
        <p:grpSpPr>
          <a:xfrm>
            <a:off x="359970" y="1031132"/>
            <a:ext cx="8286808" cy="4573990"/>
            <a:chOff x="214282" y="1928802"/>
            <a:chExt cx="8286808" cy="4573990"/>
          </a:xfrm>
        </p:grpSpPr>
        <p:pic>
          <p:nvPicPr>
            <p:cNvPr id="24607" name="Picture 31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42910" y="2143116"/>
              <a:ext cx="7858180" cy="43596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24608" name="Picture 32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14282" y="1928802"/>
              <a:ext cx="4878387" cy="1320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35" name="CaixaDeTexto 34"/>
            <p:cNvSpPr txBox="1"/>
            <p:nvPr/>
          </p:nvSpPr>
          <p:spPr>
            <a:xfrm>
              <a:off x="3286116" y="3143248"/>
              <a:ext cx="2210862" cy="584775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 rtlCol="0">
              <a:spAutoFit/>
            </a:bodyPr>
            <a:lstStyle/>
            <a:p>
              <a:r>
                <a:rPr lang="pt-BR" sz="3200" dirty="0" smtClean="0"/>
                <a:t>Orçamento</a:t>
              </a:r>
              <a:endParaRPr lang="pt-BR" sz="3200" dirty="0"/>
            </a:p>
          </p:txBody>
        </p:sp>
      </p:grpSp>
      <p:grpSp>
        <p:nvGrpSpPr>
          <p:cNvPr id="5" name="Grupo 38"/>
          <p:cNvGrpSpPr/>
          <p:nvPr/>
        </p:nvGrpSpPr>
        <p:grpSpPr>
          <a:xfrm>
            <a:off x="489571" y="901517"/>
            <a:ext cx="7893072" cy="4643527"/>
            <a:chOff x="5572132" y="2500306"/>
            <a:chExt cx="7893072" cy="4643527"/>
          </a:xfrm>
        </p:grpSpPr>
        <p:pic>
          <p:nvPicPr>
            <p:cNvPr id="24609" name="Picture 33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5572132" y="2500306"/>
              <a:ext cx="7893072" cy="46435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38" name="CaixaDeTexto 37"/>
            <p:cNvSpPr txBox="1"/>
            <p:nvPr/>
          </p:nvSpPr>
          <p:spPr>
            <a:xfrm>
              <a:off x="8572528" y="3179020"/>
              <a:ext cx="3623108" cy="584775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 rtlCol="0">
              <a:spAutoFit/>
            </a:bodyPr>
            <a:lstStyle/>
            <a:p>
              <a:r>
                <a:rPr lang="pt-BR" sz="3200" dirty="0" smtClean="0"/>
                <a:t>Período e Horários</a:t>
              </a:r>
              <a:endParaRPr lang="pt-BR" sz="3200" dirty="0"/>
            </a:p>
          </p:txBody>
        </p:sp>
      </p:grpSp>
      <p:grpSp>
        <p:nvGrpSpPr>
          <p:cNvPr id="6" name="Grupo 43"/>
          <p:cNvGrpSpPr/>
          <p:nvPr/>
        </p:nvGrpSpPr>
        <p:grpSpPr>
          <a:xfrm>
            <a:off x="315443" y="901516"/>
            <a:ext cx="8662987" cy="3786187"/>
            <a:chOff x="3958747" y="3857628"/>
            <a:chExt cx="8662987" cy="3786187"/>
          </a:xfrm>
        </p:grpSpPr>
        <p:pic>
          <p:nvPicPr>
            <p:cNvPr id="24610" name="Picture 34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3958747" y="3857628"/>
              <a:ext cx="8662987" cy="37861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41" name="CaixaDeTexto 40"/>
            <p:cNvSpPr txBox="1"/>
            <p:nvPr/>
          </p:nvSpPr>
          <p:spPr>
            <a:xfrm>
              <a:off x="4714876" y="4214818"/>
              <a:ext cx="1619354" cy="584775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 rtlCol="0">
              <a:spAutoFit/>
            </a:bodyPr>
            <a:lstStyle/>
            <a:p>
              <a:r>
                <a:rPr lang="pt-BR" sz="3200" dirty="0" smtClean="0"/>
                <a:t>Idiomas</a:t>
              </a:r>
              <a:endParaRPr lang="pt-BR" sz="3200" dirty="0"/>
            </a:p>
          </p:txBody>
        </p:sp>
      </p:grpSp>
      <p:grpSp>
        <p:nvGrpSpPr>
          <p:cNvPr id="7" name="Grupo 46"/>
          <p:cNvGrpSpPr/>
          <p:nvPr/>
        </p:nvGrpSpPr>
        <p:grpSpPr>
          <a:xfrm>
            <a:off x="1267176" y="836710"/>
            <a:ext cx="6643185" cy="5313962"/>
            <a:chOff x="286268" y="1544039"/>
            <a:chExt cx="6643185" cy="5313962"/>
          </a:xfrm>
        </p:grpSpPr>
        <p:pic>
          <p:nvPicPr>
            <p:cNvPr id="24611" name="Picture 35"/>
            <p:cNvPicPr>
              <a:picLocks noChangeAspect="1" noChangeArrowheads="1"/>
            </p:cNvPicPr>
            <p:nvPr/>
          </p:nvPicPr>
          <p:blipFill>
            <a:blip r:embed="rId7" cstate="email"/>
            <a:srcRect/>
            <a:stretch>
              <a:fillRect/>
            </a:stretch>
          </p:blipFill>
          <p:spPr bwMode="auto">
            <a:xfrm>
              <a:off x="286268" y="1544039"/>
              <a:ext cx="6643185" cy="5313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46" name="CaixaDeTexto 45"/>
            <p:cNvSpPr txBox="1"/>
            <p:nvPr/>
          </p:nvSpPr>
          <p:spPr>
            <a:xfrm>
              <a:off x="1571604" y="2571744"/>
              <a:ext cx="2371162" cy="584775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 rtlCol="0">
              <a:spAutoFit/>
            </a:bodyPr>
            <a:lstStyle/>
            <a:p>
              <a:r>
                <a:rPr lang="pt-BR" sz="3200" dirty="0" smtClean="0"/>
                <a:t>Localidades</a:t>
              </a:r>
              <a:endParaRPr lang="pt-BR" sz="3200" dirty="0"/>
            </a:p>
          </p:txBody>
        </p:sp>
      </p:grpSp>
      <p:grpSp>
        <p:nvGrpSpPr>
          <p:cNvPr id="8" name="Grupo 47"/>
          <p:cNvGrpSpPr/>
          <p:nvPr/>
        </p:nvGrpSpPr>
        <p:grpSpPr>
          <a:xfrm>
            <a:off x="-288034" y="2255631"/>
            <a:ext cx="9331265" cy="4219310"/>
            <a:chOff x="-317538" y="2486415"/>
            <a:chExt cx="10287072" cy="4651008"/>
          </a:xfrm>
        </p:grpSpPr>
        <p:sp>
          <p:nvSpPr>
            <p:cNvPr id="43" name="Retângulo de cantos arredondados 42"/>
            <p:cNvSpPr/>
            <p:nvPr/>
          </p:nvSpPr>
          <p:spPr bwMode="auto">
            <a:xfrm>
              <a:off x="1968478" y="3286147"/>
              <a:ext cx="8001056" cy="1285884"/>
            </a:xfrm>
            <a:prstGeom prst="roundRect">
              <a:avLst/>
            </a:prstGeom>
            <a:solidFill>
              <a:srgbClr val="FFFFC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0783" tIns="50392" rIns="100783" bIns="50392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pt-BR" sz="2500" b="1" dirty="0" smtClean="0"/>
                <a:t>NUNCA misturar palavras com VOLUMES de buscas diferentes</a:t>
              </a:r>
              <a:endParaRPr lang="pt-BR" sz="2900" b="1" dirty="0"/>
            </a:p>
          </p:txBody>
        </p:sp>
        <p:grpSp>
          <p:nvGrpSpPr>
            <p:cNvPr id="9" name="Grupo 43"/>
            <p:cNvGrpSpPr/>
            <p:nvPr/>
          </p:nvGrpSpPr>
          <p:grpSpPr>
            <a:xfrm>
              <a:off x="-317538" y="2486415"/>
              <a:ext cx="8429684" cy="4651008"/>
              <a:chOff x="-317538" y="2551477"/>
              <a:chExt cx="8429684" cy="4651008"/>
            </a:xfrm>
          </p:grpSpPr>
          <p:pic>
            <p:nvPicPr>
              <p:cNvPr id="45" name="Picture 2"/>
              <p:cNvPicPr>
                <a:picLocks noChangeAspect="1" noChangeArrowheads="1"/>
              </p:cNvPicPr>
              <p:nvPr/>
            </p:nvPicPr>
            <p:blipFill>
              <a:blip r:embed="rId8" cstate="print"/>
              <a:srcRect/>
              <a:stretch>
                <a:fillRect/>
              </a:stretch>
            </p:blipFill>
            <p:spPr bwMode="auto">
              <a:xfrm>
                <a:off x="611156" y="2551477"/>
                <a:ext cx="7500990" cy="3871566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  <a:effectLst/>
            </p:spPr>
          </p:pic>
          <p:sp>
            <p:nvSpPr>
              <p:cNvPr id="47" name="Multiplicar 46"/>
              <p:cNvSpPr/>
              <p:nvPr/>
            </p:nvSpPr>
            <p:spPr bwMode="auto">
              <a:xfrm>
                <a:off x="-317538" y="4208465"/>
                <a:ext cx="2897172" cy="2994020"/>
              </a:xfrm>
              <a:prstGeom prst="mathMultiply">
                <a:avLst>
                  <a:gd name="adj1" fmla="val 6424"/>
                </a:avLst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407526" fontAlgn="base" hangingPunct="0">
                  <a:lnSpc>
                    <a:spcPct val="93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45000"/>
                </a:pPr>
                <a:endParaRPr lang="pt-BR" sz="1600" dirty="0" smtClean="0">
                  <a:latin typeface="Arial" charset="0"/>
                  <a:ea typeface="MS Gothic" charset="-128"/>
                </a:endParaRPr>
              </a:p>
            </p:txBody>
          </p:sp>
        </p:grp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Espaço Reservado para Número de Slide 2"/>
          <p:cNvSpPr>
            <a:spLocks noGrp="1"/>
          </p:cNvSpPr>
          <p:nvPr>
            <p:ph type="sldNum" sz="quarter" idx="4294967295"/>
          </p:nvPr>
        </p:nvSpPr>
        <p:spPr>
          <a:xfrm>
            <a:off x="456481" y="6247376"/>
            <a:ext cx="2128320" cy="470930"/>
          </a:xfrm>
          <a:prstGeom prst="rect">
            <a:avLst/>
          </a:prstGeom>
          <a:noFill/>
        </p:spPr>
        <p:txBody>
          <a:bodyPr lIns="82945" tIns="41473" rIns="82945" bIns="41473"/>
          <a:lstStyle/>
          <a:p>
            <a:pPr algn="l"/>
            <a:fld id="{B742B9DE-B81C-4F04-A1FA-88FDC75CA417}" type="slidenum">
              <a:rPr lang="es-ES" smtClean="0"/>
              <a:pPr algn="l"/>
              <a:t>60</a:t>
            </a:fld>
            <a:endParaRPr lang="es-ES" smtClean="0"/>
          </a:p>
        </p:txBody>
      </p:sp>
      <p:sp>
        <p:nvSpPr>
          <p:cNvPr id="8195" name="Título 3"/>
          <p:cNvSpPr>
            <a:spLocks noGrp="1"/>
          </p:cNvSpPr>
          <p:nvPr>
            <p:ph type="title"/>
          </p:nvPr>
        </p:nvSpPr>
        <p:spPr>
          <a:xfrm>
            <a:off x="360000" y="11521"/>
            <a:ext cx="8556480" cy="542937"/>
          </a:xfrm>
        </p:spPr>
        <p:txBody>
          <a:bodyPr lIns="82945" tIns="41473" rIns="82945" bIns="41473"/>
          <a:lstStyle/>
          <a:p>
            <a:r>
              <a:rPr lang="en-US" smtClean="0"/>
              <a:t>Conteúdo - Curva de palavras-chave</a:t>
            </a:r>
            <a:endParaRPr lang="pt-BR" smtClean="0"/>
          </a:p>
        </p:txBody>
      </p:sp>
      <p:sp>
        <p:nvSpPr>
          <p:cNvPr id="14" name="Forma livre 13"/>
          <p:cNvSpPr/>
          <p:nvPr/>
        </p:nvSpPr>
        <p:spPr bwMode="auto">
          <a:xfrm>
            <a:off x="1164961" y="1782907"/>
            <a:ext cx="6816960" cy="3452043"/>
          </a:xfrm>
          <a:custGeom>
            <a:avLst/>
            <a:gdLst>
              <a:gd name="connsiteX0" fmla="*/ 4233 w 7649633"/>
              <a:gd name="connsiteY0" fmla="*/ 0 h 3594100"/>
              <a:gd name="connsiteX1" fmla="*/ 1274233 w 7649633"/>
              <a:gd name="connsiteY1" fmla="*/ 2959100 h 3594100"/>
              <a:gd name="connsiteX2" fmla="*/ 7649633 w 7649633"/>
              <a:gd name="connsiteY2" fmla="*/ 3594100 h 3594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649633" h="3594100">
                <a:moveTo>
                  <a:pt x="4233" y="0"/>
                </a:moveTo>
                <a:cubicBezTo>
                  <a:pt x="2116" y="1180041"/>
                  <a:pt x="0" y="2360083"/>
                  <a:pt x="1274233" y="2959100"/>
                </a:cubicBezTo>
                <a:cubicBezTo>
                  <a:pt x="2548466" y="3558117"/>
                  <a:pt x="5099049" y="3576108"/>
                  <a:pt x="7649633" y="3594100"/>
                </a:cubicBezTo>
              </a:path>
            </a:pathLst>
          </a:custGeom>
          <a:noFill/>
          <a:ln w="19050" cap="flat" cmpd="sng" algn="ctr">
            <a:solidFill>
              <a:schemeClr val="tx1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lIns="91430" tIns="45715" rIns="91430" bIns="45715"/>
          <a:lstStyle/>
          <a:p>
            <a:pPr defTabSz="914305" hangingPunct="0">
              <a:lnSpc>
                <a:spcPct val="93000"/>
              </a:lnSpc>
              <a:buClr>
                <a:srgbClr val="000000"/>
              </a:buClr>
              <a:buSzPct val="45000"/>
              <a:defRPr/>
            </a:pPr>
            <a:endParaRPr lang="pt-BR" b="1" dirty="0">
              <a:latin typeface="TheSansCorrespondence" pitchFamily="4" charset="0"/>
            </a:endParaRPr>
          </a:p>
        </p:txBody>
      </p:sp>
      <p:cxnSp>
        <p:nvCxnSpPr>
          <p:cNvPr id="16" name="Conector de seta reta 15"/>
          <p:cNvCxnSpPr/>
          <p:nvPr/>
        </p:nvCxnSpPr>
        <p:spPr bwMode="auto">
          <a:xfrm rot="5400000" flipH="1" flipV="1">
            <a:off x="-1034858" y="3508929"/>
            <a:ext cx="4159157" cy="144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0" name="Conector de seta reta 19"/>
          <p:cNvCxnSpPr/>
          <p:nvPr/>
        </p:nvCxnSpPr>
        <p:spPr bwMode="auto">
          <a:xfrm>
            <a:off x="864000" y="5404888"/>
            <a:ext cx="7695360" cy="144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199" name="Conector reto 21"/>
          <p:cNvCxnSpPr>
            <a:cxnSpLocks noChangeShapeType="1"/>
          </p:cNvCxnSpPr>
          <p:nvPr/>
        </p:nvCxnSpPr>
        <p:spPr bwMode="auto">
          <a:xfrm rot="5400000">
            <a:off x="125163" y="4283010"/>
            <a:ext cx="2245195" cy="1440"/>
          </a:xfrm>
          <a:prstGeom prst="line">
            <a:avLst/>
          </a:prstGeom>
          <a:noFill/>
          <a:ln w="19050" algn="ctr">
            <a:solidFill>
              <a:srgbClr val="B2B2B2"/>
            </a:solidFill>
            <a:prstDash val="sysDash"/>
            <a:round/>
            <a:headEnd/>
            <a:tailEnd/>
          </a:ln>
        </p:spPr>
      </p:cxnSp>
      <p:cxnSp>
        <p:nvCxnSpPr>
          <p:cNvPr id="8200" name="Conector reto 22"/>
          <p:cNvCxnSpPr>
            <a:cxnSpLocks noChangeShapeType="1"/>
          </p:cNvCxnSpPr>
          <p:nvPr/>
        </p:nvCxnSpPr>
        <p:spPr bwMode="auto">
          <a:xfrm rot="5400000">
            <a:off x="1725795" y="4973563"/>
            <a:ext cx="859770" cy="5760"/>
          </a:xfrm>
          <a:prstGeom prst="line">
            <a:avLst/>
          </a:prstGeom>
          <a:noFill/>
          <a:ln w="19050" algn="ctr">
            <a:solidFill>
              <a:srgbClr val="B2B2B2"/>
            </a:solidFill>
            <a:prstDash val="sysDash"/>
            <a:round/>
            <a:headEnd/>
            <a:tailEnd/>
          </a:ln>
        </p:spPr>
      </p:cxnSp>
      <p:grpSp>
        <p:nvGrpSpPr>
          <p:cNvPr id="2" name="Grupo 36"/>
          <p:cNvGrpSpPr>
            <a:grpSpLocks/>
          </p:cNvGrpSpPr>
          <p:nvPr/>
        </p:nvGrpSpPr>
        <p:grpSpPr bwMode="auto">
          <a:xfrm>
            <a:off x="1164961" y="1795870"/>
            <a:ext cx="6838560" cy="3441961"/>
            <a:chOff x="1165319" y="1795158"/>
            <a:chExt cx="6838601" cy="3442770"/>
          </a:xfrm>
        </p:grpSpPr>
        <p:sp>
          <p:nvSpPr>
            <p:cNvPr id="8210" name="Forma livre 29"/>
            <p:cNvSpPr>
              <a:spLocks noChangeArrowheads="1"/>
            </p:cNvSpPr>
            <p:nvPr/>
          </p:nvSpPr>
          <p:spPr bwMode="auto">
            <a:xfrm>
              <a:off x="1165319" y="2344121"/>
              <a:ext cx="6838601" cy="2893807"/>
            </a:xfrm>
            <a:custGeom>
              <a:avLst/>
              <a:gdLst>
                <a:gd name="T0" fmla="*/ 0 w 7368988"/>
                <a:gd name="T1" fmla="*/ 0 h 2893807"/>
                <a:gd name="T2" fmla="*/ 68784 w 7368988"/>
                <a:gd name="T3" fmla="*/ 774551 h 2893807"/>
                <a:gd name="T4" fmla="*/ 180557 w 7368988"/>
                <a:gd name="T5" fmla="*/ 1301678 h 2893807"/>
                <a:gd name="T6" fmla="*/ 378310 w 7368988"/>
                <a:gd name="T7" fmla="*/ 1721227 h 2893807"/>
                <a:gd name="T8" fmla="*/ 705032 w 7368988"/>
                <a:gd name="T9" fmla="*/ 2097741 h 2893807"/>
                <a:gd name="T10" fmla="*/ 1023158 w 7368988"/>
                <a:gd name="T11" fmla="*/ 2312895 h 2893807"/>
                <a:gd name="T12" fmla="*/ 1349880 w 7368988"/>
                <a:gd name="T13" fmla="*/ 2463501 h 2893807"/>
                <a:gd name="T14" fmla="*/ 1676601 w 7368988"/>
                <a:gd name="T15" fmla="*/ 2581835 h 2893807"/>
                <a:gd name="T16" fmla="*/ 2089304 w 7368988"/>
                <a:gd name="T17" fmla="*/ 2667897 h 2893807"/>
                <a:gd name="T18" fmla="*/ 2699759 w 7368988"/>
                <a:gd name="T19" fmla="*/ 2764715 h 2893807"/>
                <a:gd name="T20" fmla="*/ 3430585 w 7368988"/>
                <a:gd name="T21" fmla="*/ 2829261 h 2893807"/>
                <a:gd name="T22" fmla="*/ 4324773 w 7368988"/>
                <a:gd name="T23" fmla="*/ 2872293 h 2893807"/>
                <a:gd name="T24" fmla="*/ 5820818 w 7368988"/>
                <a:gd name="T25" fmla="*/ 2893807 h 2893807"/>
                <a:gd name="T26" fmla="*/ 5863808 w 7368988"/>
                <a:gd name="T27" fmla="*/ 2883051 h 2893807"/>
                <a:gd name="T28" fmla="*/ 5820818 w 7368988"/>
                <a:gd name="T29" fmla="*/ 2840019 h 2893807"/>
                <a:gd name="T30" fmla="*/ 5889603 w 7368988"/>
                <a:gd name="T31" fmla="*/ 2818505 h 2893807"/>
                <a:gd name="T32" fmla="*/ 5863808 w 7368988"/>
                <a:gd name="T33" fmla="*/ 2753959 h 2893807"/>
                <a:gd name="T34" fmla="*/ 4135619 w 7368988"/>
                <a:gd name="T35" fmla="*/ 2710927 h 2893807"/>
                <a:gd name="T36" fmla="*/ 3499369 w 7368988"/>
                <a:gd name="T37" fmla="*/ 2657139 h 2893807"/>
                <a:gd name="T38" fmla="*/ 2923307 w 7368988"/>
                <a:gd name="T39" fmla="*/ 2592593 h 2893807"/>
                <a:gd name="T40" fmla="*/ 2226873 w 7368988"/>
                <a:gd name="T41" fmla="*/ 2495775 h 2893807"/>
                <a:gd name="T42" fmla="*/ 1857161 w 7368988"/>
                <a:gd name="T43" fmla="*/ 2398955 h 2893807"/>
                <a:gd name="T44" fmla="*/ 1410066 w 7368988"/>
                <a:gd name="T45" fmla="*/ 2248349 h 2893807"/>
                <a:gd name="T46" fmla="*/ 1134931 w 7368988"/>
                <a:gd name="T47" fmla="*/ 2097741 h 2893807"/>
                <a:gd name="T48" fmla="*/ 911385 w 7368988"/>
                <a:gd name="T49" fmla="*/ 1936380 h 2893807"/>
                <a:gd name="T50" fmla="*/ 705032 w 7368988"/>
                <a:gd name="T51" fmla="*/ 1753500 h 2893807"/>
                <a:gd name="T52" fmla="*/ 498682 w 7368988"/>
                <a:gd name="T53" fmla="*/ 1527589 h 2893807"/>
                <a:gd name="T54" fmla="*/ 318124 w 7368988"/>
                <a:gd name="T55" fmla="*/ 1215617 h 2893807"/>
                <a:gd name="T56" fmla="*/ 197753 w 7368988"/>
                <a:gd name="T57" fmla="*/ 935915 h 2893807"/>
                <a:gd name="T58" fmla="*/ 137567 w 7368988"/>
                <a:gd name="T59" fmla="*/ 699247 h 2893807"/>
                <a:gd name="T60" fmla="*/ 78233 w 7368988"/>
                <a:gd name="T61" fmla="*/ 365760 h 2893807"/>
                <a:gd name="T62" fmla="*/ 0 w 7368988"/>
                <a:gd name="T63" fmla="*/ 0 h 2893807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7368988"/>
                <a:gd name="T97" fmla="*/ 0 h 2893807"/>
                <a:gd name="T98" fmla="*/ 7368988 w 7368988"/>
                <a:gd name="T99" fmla="*/ 2893807 h 2893807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7368988" h="2893807">
                  <a:moveTo>
                    <a:pt x="0" y="0"/>
                  </a:moveTo>
                  <a:lnTo>
                    <a:pt x="86061" y="774551"/>
                  </a:lnTo>
                  <a:lnTo>
                    <a:pt x="225911" y="1301675"/>
                  </a:lnTo>
                  <a:lnTo>
                    <a:pt x="473336" y="1721224"/>
                  </a:lnTo>
                  <a:lnTo>
                    <a:pt x="882127" y="2097741"/>
                  </a:lnTo>
                  <a:lnTo>
                    <a:pt x="1280160" y="2312894"/>
                  </a:lnTo>
                  <a:lnTo>
                    <a:pt x="1688951" y="2463501"/>
                  </a:lnTo>
                  <a:lnTo>
                    <a:pt x="2097741" y="2581835"/>
                  </a:lnTo>
                  <a:lnTo>
                    <a:pt x="2614108" y="2667897"/>
                  </a:lnTo>
                  <a:lnTo>
                    <a:pt x="3377901" y="2764715"/>
                  </a:lnTo>
                  <a:lnTo>
                    <a:pt x="4292301" y="2829261"/>
                  </a:lnTo>
                  <a:lnTo>
                    <a:pt x="5411096" y="2872292"/>
                  </a:lnTo>
                  <a:lnTo>
                    <a:pt x="7282927" y="2893807"/>
                  </a:lnTo>
                  <a:lnTo>
                    <a:pt x="7336715" y="2883050"/>
                  </a:lnTo>
                  <a:lnTo>
                    <a:pt x="7282927" y="2840019"/>
                  </a:lnTo>
                  <a:lnTo>
                    <a:pt x="7368988" y="2818504"/>
                  </a:lnTo>
                  <a:lnTo>
                    <a:pt x="7336715" y="2753958"/>
                  </a:lnTo>
                  <a:lnTo>
                    <a:pt x="5174428" y="2710927"/>
                  </a:lnTo>
                  <a:lnTo>
                    <a:pt x="4378362" y="2657139"/>
                  </a:lnTo>
                  <a:lnTo>
                    <a:pt x="3657600" y="2592593"/>
                  </a:lnTo>
                  <a:lnTo>
                    <a:pt x="2786231" y="2495774"/>
                  </a:lnTo>
                  <a:lnTo>
                    <a:pt x="2323652" y="2398955"/>
                  </a:lnTo>
                  <a:lnTo>
                    <a:pt x="1764254" y="2248348"/>
                  </a:lnTo>
                  <a:lnTo>
                    <a:pt x="1420009" y="2097741"/>
                  </a:lnTo>
                  <a:lnTo>
                    <a:pt x="1140311" y="1936377"/>
                  </a:lnTo>
                  <a:lnTo>
                    <a:pt x="882127" y="1753497"/>
                  </a:lnTo>
                  <a:lnTo>
                    <a:pt x="623944" y="1527586"/>
                  </a:lnTo>
                  <a:lnTo>
                    <a:pt x="398033" y="1215614"/>
                  </a:lnTo>
                  <a:lnTo>
                    <a:pt x="247426" y="935915"/>
                  </a:lnTo>
                  <a:cubicBezTo>
                    <a:pt x="160140" y="695877"/>
                    <a:pt x="208391" y="832597"/>
                    <a:pt x="172122" y="699247"/>
                  </a:cubicBezTo>
                  <a:cubicBezTo>
                    <a:pt x="74304" y="362316"/>
                    <a:pt x="174388" y="727710"/>
                    <a:pt x="97884" y="36576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DDDD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defTabSz="912973" hangingPunct="0">
                <a:lnSpc>
                  <a:spcPct val="93000"/>
                </a:lnSpc>
                <a:buClr>
                  <a:srgbClr val="000000"/>
                </a:buClr>
                <a:buSzPct val="45000"/>
              </a:pPr>
              <a:endParaRPr lang="pt-BR" b="1" dirty="0">
                <a:latin typeface="TheSansCorrespondence"/>
              </a:endParaRPr>
            </a:p>
          </p:txBody>
        </p:sp>
        <p:sp>
          <p:nvSpPr>
            <p:cNvPr id="27" name="Forma livre 26"/>
            <p:cNvSpPr/>
            <p:nvPr/>
          </p:nvSpPr>
          <p:spPr bwMode="auto">
            <a:xfrm>
              <a:off x="1166759" y="1795158"/>
              <a:ext cx="6815562" cy="3292959"/>
            </a:xfrm>
            <a:custGeom>
              <a:avLst/>
              <a:gdLst>
                <a:gd name="connsiteX0" fmla="*/ 4233 w 7649633"/>
                <a:gd name="connsiteY0" fmla="*/ 0 h 3594100"/>
                <a:gd name="connsiteX1" fmla="*/ 1274233 w 7649633"/>
                <a:gd name="connsiteY1" fmla="*/ 2959100 h 3594100"/>
                <a:gd name="connsiteX2" fmla="*/ 7649633 w 7649633"/>
                <a:gd name="connsiteY2" fmla="*/ 3594100 h 3594100"/>
                <a:gd name="connsiteX0" fmla="*/ 4233 w 7649633"/>
                <a:gd name="connsiteY0" fmla="*/ 0 h 3594100"/>
                <a:gd name="connsiteX1" fmla="*/ 1274233 w 7649633"/>
                <a:gd name="connsiteY1" fmla="*/ 2959100 h 3594100"/>
                <a:gd name="connsiteX2" fmla="*/ 7649633 w 7649633"/>
                <a:gd name="connsiteY2" fmla="*/ 3594100 h 3594100"/>
                <a:gd name="connsiteX0" fmla="*/ 4233 w 7649633"/>
                <a:gd name="connsiteY0" fmla="*/ 0 h 3530600"/>
                <a:gd name="connsiteX1" fmla="*/ 1274233 w 7649633"/>
                <a:gd name="connsiteY1" fmla="*/ 2959100 h 3530600"/>
                <a:gd name="connsiteX2" fmla="*/ 7649633 w 7649633"/>
                <a:gd name="connsiteY2" fmla="*/ 3429000 h 3530600"/>
                <a:gd name="connsiteX0" fmla="*/ 2117 w 7647517"/>
                <a:gd name="connsiteY0" fmla="*/ 0 h 3429000"/>
                <a:gd name="connsiteX1" fmla="*/ 1545167 w 7647517"/>
                <a:gd name="connsiteY1" fmla="*/ 2597150 h 3429000"/>
                <a:gd name="connsiteX2" fmla="*/ 7647517 w 7647517"/>
                <a:gd name="connsiteY2" fmla="*/ 3429000 h 3429000"/>
                <a:gd name="connsiteX0" fmla="*/ 2117 w 7647517"/>
                <a:gd name="connsiteY0" fmla="*/ 0 h 3429000"/>
                <a:gd name="connsiteX1" fmla="*/ 1545167 w 7647517"/>
                <a:gd name="connsiteY1" fmla="*/ 2597150 h 3429000"/>
                <a:gd name="connsiteX2" fmla="*/ 7647517 w 7647517"/>
                <a:gd name="connsiteY2" fmla="*/ 3429000 h 3429000"/>
                <a:gd name="connsiteX0" fmla="*/ 2117 w 7647517"/>
                <a:gd name="connsiteY0" fmla="*/ 0 h 3429000"/>
                <a:gd name="connsiteX1" fmla="*/ 1545167 w 7647517"/>
                <a:gd name="connsiteY1" fmla="*/ 2774950 h 3429000"/>
                <a:gd name="connsiteX2" fmla="*/ 7647517 w 7647517"/>
                <a:gd name="connsiteY2" fmla="*/ 3429000 h 3429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47517" h="3429000">
                  <a:moveTo>
                    <a:pt x="2117" y="0"/>
                  </a:moveTo>
                  <a:cubicBezTo>
                    <a:pt x="0" y="1180041"/>
                    <a:pt x="270934" y="2203450"/>
                    <a:pt x="1545167" y="2774950"/>
                  </a:cubicBezTo>
                  <a:cubicBezTo>
                    <a:pt x="2819400" y="3346450"/>
                    <a:pt x="5096933" y="3411008"/>
                    <a:pt x="7647517" y="3429000"/>
                  </a:cubicBezTo>
                </a:path>
              </a:pathLst>
            </a:custGeom>
            <a:noFill/>
            <a:ln w="38100" cap="flat" cmpd="sng" algn="ctr">
              <a:solidFill>
                <a:schemeClr val="accent6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defTabSz="914305" hangingPunct="0">
                <a:lnSpc>
                  <a:spcPct val="93000"/>
                </a:lnSpc>
                <a:buClr>
                  <a:srgbClr val="000000"/>
                </a:buClr>
                <a:buSzPct val="45000"/>
                <a:defRPr/>
              </a:pPr>
              <a:endParaRPr lang="pt-BR" b="1" dirty="0">
                <a:latin typeface="TheSansCorrespondence" pitchFamily="4" charset="0"/>
              </a:endParaRPr>
            </a:p>
          </p:txBody>
        </p:sp>
      </p:grpSp>
      <p:sp>
        <p:nvSpPr>
          <p:cNvPr id="8202" name="CaixaDeTexto 31"/>
          <p:cNvSpPr txBox="1">
            <a:spLocks noChangeArrowheads="1"/>
          </p:cNvSpPr>
          <p:nvPr/>
        </p:nvSpPr>
        <p:spPr bwMode="auto">
          <a:xfrm rot="-5400000">
            <a:off x="180249" y="3070402"/>
            <a:ext cx="941263" cy="349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0" tIns="45715" rIns="91430" bIns="45715">
            <a:spAutoFit/>
          </a:bodyPr>
          <a:lstStyle/>
          <a:p>
            <a:pPr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itchFamily="2" charset="2"/>
              <a:buNone/>
            </a:pPr>
            <a:r>
              <a:rPr lang="en-US"/>
              <a:t>Buscas</a:t>
            </a:r>
            <a:endParaRPr lang="pt-BR"/>
          </a:p>
        </p:txBody>
      </p:sp>
      <p:sp>
        <p:nvSpPr>
          <p:cNvPr id="8203" name="CaixaDeTexto 32"/>
          <p:cNvSpPr txBox="1">
            <a:spLocks noChangeArrowheads="1"/>
          </p:cNvSpPr>
          <p:nvPr/>
        </p:nvSpPr>
        <p:spPr bwMode="auto">
          <a:xfrm>
            <a:off x="2715840" y="5690038"/>
            <a:ext cx="2313434" cy="349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0" tIns="45715" rIns="91430" bIns="45715">
            <a:spAutoFit/>
          </a:bodyPr>
          <a:lstStyle/>
          <a:p>
            <a:pPr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itchFamily="2" charset="2"/>
              <a:buNone/>
            </a:pPr>
            <a:r>
              <a:rPr lang="en-US"/>
              <a:t>Números de páginas</a:t>
            </a:r>
            <a:endParaRPr lang="pt-BR"/>
          </a:p>
        </p:txBody>
      </p:sp>
      <p:sp>
        <p:nvSpPr>
          <p:cNvPr id="8204" name="Elipse 33"/>
          <p:cNvSpPr>
            <a:spLocks noChangeArrowheads="1"/>
          </p:cNvSpPr>
          <p:nvPr/>
        </p:nvSpPr>
        <p:spPr bwMode="auto">
          <a:xfrm>
            <a:off x="964800" y="2088220"/>
            <a:ext cx="276480" cy="28515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pPr algn="ctr" defTabSz="912973" hangingPunct="0">
              <a:lnSpc>
                <a:spcPct val="93000"/>
              </a:lnSpc>
              <a:buClr>
                <a:srgbClr val="000000"/>
              </a:buClr>
              <a:buSzPct val="45000"/>
            </a:pPr>
            <a:r>
              <a:rPr lang="en-US" sz="1200" b="1" dirty="0">
                <a:latin typeface="TheSansCorrespondence"/>
              </a:rPr>
              <a:t>1</a:t>
            </a:r>
            <a:endParaRPr lang="pt-BR" sz="1200" b="1" dirty="0">
              <a:latin typeface="TheSansCorrespondence"/>
            </a:endParaRPr>
          </a:p>
        </p:txBody>
      </p:sp>
      <p:sp>
        <p:nvSpPr>
          <p:cNvPr id="8205" name="Elipse 34"/>
          <p:cNvSpPr>
            <a:spLocks noChangeArrowheads="1"/>
          </p:cNvSpPr>
          <p:nvPr/>
        </p:nvSpPr>
        <p:spPr bwMode="auto">
          <a:xfrm>
            <a:off x="1612801" y="3649343"/>
            <a:ext cx="275040" cy="286591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pPr algn="ctr" defTabSz="912973" hangingPunct="0">
              <a:lnSpc>
                <a:spcPct val="93000"/>
              </a:lnSpc>
              <a:buClr>
                <a:srgbClr val="000000"/>
              </a:buClr>
              <a:buSzPct val="45000"/>
            </a:pPr>
            <a:r>
              <a:rPr lang="en-US" sz="1200" b="1" dirty="0">
                <a:latin typeface="TheSansCorrespondence"/>
              </a:rPr>
              <a:t>2</a:t>
            </a:r>
            <a:endParaRPr lang="pt-BR" sz="1200" b="1" dirty="0">
              <a:latin typeface="TheSansCorrespondence"/>
            </a:endParaRPr>
          </a:p>
        </p:txBody>
      </p:sp>
      <p:sp>
        <p:nvSpPr>
          <p:cNvPr id="8206" name="Elipse 35"/>
          <p:cNvSpPr>
            <a:spLocks noChangeArrowheads="1"/>
          </p:cNvSpPr>
          <p:nvPr/>
        </p:nvSpPr>
        <p:spPr bwMode="auto">
          <a:xfrm>
            <a:off x="2767680" y="4463029"/>
            <a:ext cx="276480" cy="28515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pPr algn="ctr" defTabSz="912973" hangingPunct="0">
              <a:lnSpc>
                <a:spcPct val="93000"/>
              </a:lnSpc>
              <a:buClr>
                <a:srgbClr val="000000"/>
              </a:buClr>
              <a:buSzPct val="45000"/>
            </a:pPr>
            <a:r>
              <a:rPr lang="en-US" sz="1200" dirty="0"/>
              <a:t>3</a:t>
            </a:r>
            <a:endParaRPr lang="pt-BR" sz="1200" b="1" dirty="0">
              <a:latin typeface="TheSansCorrespondence"/>
            </a:endParaRPr>
          </a:p>
        </p:txBody>
      </p:sp>
      <p:sp>
        <p:nvSpPr>
          <p:cNvPr id="8207" name="CaixaDeTexto 18"/>
          <p:cNvSpPr txBox="1">
            <a:spLocks noChangeArrowheads="1"/>
          </p:cNvSpPr>
          <p:nvPr/>
        </p:nvSpPr>
        <p:spPr bwMode="auto">
          <a:xfrm>
            <a:off x="1332001" y="2003251"/>
            <a:ext cx="1116488" cy="3413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945" tIns="41473" rIns="82945" bIns="41473">
            <a:spAutoFit/>
          </a:bodyPr>
          <a:lstStyle/>
          <a:p>
            <a:pPr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itchFamily="2" charset="2"/>
              <a:buNone/>
            </a:pPr>
            <a:r>
              <a:rPr lang="pt-BR" dirty="0" smtClean="0"/>
              <a:t>notebook</a:t>
            </a:r>
            <a:endParaRPr lang="pt-BR" dirty="0"/>
          </a:p>
        </p:txBody>
      </p:sp>
      <p:sp>
        <p:nvSpPr>
          <p:cNvPr id="8208" name="CaixaDeTexto 20"/>
          <p:cNvSpPr txBox="1">
            <a:spLocks noChangeArrowheads="1"/>
          </p:cNvSpPr>
          <p:nvPr/>
        </p:nvSpPr>
        <p:spPr bwMode="auto">
          <a:xfrm>
            <a:off x="1980000" y="3364193"/>
            <a:ext cx="1475560" cy="3413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945" tIns="41473" rIns="82945" bIns="41473">
            <a:spAutoFit/>
          </a:bodyPr>
          <a:lstStyle/>
          <a:p>
            <a:pPr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itchFamily="2" charset="2"/>
              <a:buNone/>
            </a:pPr>
            <a:r>
              <a:rPr lang="pt-BR" dirty="0" smtClean="0"/>
              <a:t>Notebook </a:t>
            </a:r>
            <a:r>
              <a:rPr lang="pt-BR" dirty="0" err="1" smtClean="0"/>
              <a:t>hp</a:t>
            </a:r>
            <a:endParaRPr lang="pt-BR" dirty="0"/>
          </a:p>
        </p:txBody>
      </p:sp>
      <p:sp>
        <p:nvSpPr>
          <p:cNvPr id="8209" name="CaixaDeTexto 21"/>
          <p:cNvSpPr txBox="1">
            <a:spLocks noChangeArrowheads="1"/>
          </p:cNvSpPr>
          <p:nvPr/>
        </p:nvSpPr>
        <p:spPr bwMode="auto">
          <a:xfrm>
            <a:off x="3340800" y="4271488"/>
            <a:ext cx="2373242" cy="3413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945" tIns="41473" rIns="82945" bIns="41473">
            <a:spAutoFit/>
          </a:bodyPr>
          <a:lstStyle/>
          <a:p>
            <a:pPr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itchFamily="2" charset="2"/>
              <a:buNone/>
            </a:pPr>
            <a:r>
              <a:rPr lang="pt-BR" dirty="0" smtClean="0"/>
              <a:t>Notebook </a:t>
            </a:r>
            <a:r>
              <a:rPr lang="pt-BR" dirty="0" err="1" smtClean="0"/>
              <a:t>hp</a:t>
            </a:r>
            <a:r>
              <a:rPr lang="pt-BR" dirty="0" smtClean="0"/>
              <a:t> </a:t>
            </a:r>
            <a:r>
              <a:rPr lang="pt-BR" smtClean="0"/>
              <a:t>pavillion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2"/>
          <p:cNvSpPr txBox="1">
            <a:spLocks noChangeArrowheads="1"/>
          </p:cNvSpPr>
          <p:nvPr/>
        </p:nvSpPr>
        <p:spPr bwMode="auto">
          <a:xfrm>
            <a:off x="360000" y="1"/>
            <a:ext cx="8480160" cy="54005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defTabSz="447847" hangingPunct="0">
              <a:lnSpc>
                <a:spcPct val="102000"/>
              </a:lnSpc>
              <a:buClr>
                <a:srgbClr val="3366FF"/>
              </a:buClr>
              <a:buSzPct val="100000"/>
              <a:tabLst>
                <a:tab pos="0" algn="l"/>
                <a:tab pos="446407" algn="l"/>
                <a:tab pos="895693" algn="l"/>
                <a:tab pos="1344980" algn="l"/>
                <a:tab pos="1794266" algn="l"/>
                <a:tab pos="2243553" algn="l"/>
                <a:tab pos="2692840" algn="l"/>
                <a:tab pos="3142126" algn="l"/>
                <a:tab pos="3591413" algn="l"/>
                <a:tab pos="4040700" algn="l"/>
                <a:tab pos="4489986" algn="l"/>
                <a:tab pos="4939273" algn="l"/>
                <a:tab pos="5388560" algn="l"/>
                <a:tab pos="5837846" algn="l"/>
                <a:tab pos="6287133" algn="l"/>
                <a:tab pos="6736419" algn="l"/>
                <a:tab pos="7185706" algn="l"/>
                <a:tab pos="7634993" algn="l"/>
                <a:tab pos="8084279" algn="l"/>
                <a:tab pos="8532126" algn="l"/>
                <a:tab pos="8981413" algn="l"/>
              </a:tabLst>
              <a:defRPr/>
            </a:pPr>
            <a:r>
              <a:rPr lang="en-GB" sz="2000" b="1" dirty="0" err="1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Código</a:t>
            </a:r>
            <a:r>
              <a:rPr lang="en-GB" sz="2000" b="1" dirty="0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de </a:t>
            </a:r>
            <a:r>
              <a:rPr lang="en-GB" sz="2000" b="1" dirty="0" err="1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Conversão</a:t>
            </a:r>
            <a:endParaRPr lang="en-GB" dirty="0">
              <a:cs typeface="+mn-cs"/>
            </a:endParaRPr>
          </a:p>
        </p:txBody>
      </p:sp>
      <p:sp>
        <p:nvSpPr>
          <p:cNvPr id="74756" name="CaixaDeTexto 12"/>
          <p:cNvSpPr txBox="1">
            <a:spLocks noChangeArrowheads="1"/>
          </p:cNvSpPr>
          <p:nvPr/>
        </p:nvSpPr>
        <p:spPr bwMode="auto">
          <a:xfrm>
            <a:off x="1045441" y="816566"/>
            <a:ext cx="6933600" cy="3413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945" tIns="41473" rIns="82945" bIns="41473">
            <a:spAutoFit/>
          </a:bodyPr>
          <a:lstStyle/>
          <a:p>
            <a:pPr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itchFamily="2" charset="2"/>
              <a:buNone/>
            </a:pPr>
            <a:r>
              <a:rPr lang="pt-BR" b="1"/>
              <a:t>Clique na aba ACOMPANHAMENTO DE CONVERSAO</a:t>
            </a:r>
          </a:p>
        </p:txBody>
      </p:sp>
      <p:pic>
        <p:nvPicPr>
          <p:cNvPr id="11268" name="Picture 12"/>
          <p:cNvPicPr>
            <a:picLocks noChangeAspect="1" noChangeArrowheads="1"/>
          </p:cNvPicPr>
          <p:nvPr/>
        </p:nvPicPr>
        <p:blipFill>
          <a:blip r:embed="rId3" cstate="print"/>
          <a:srcRect b="21640"/>
          <a:stretch>
            <a:fillRect/>
          </a:stretch>
        </p:blipFill>
        <p:spPr bwMode="auto">
          <a:xfrm>
            <a:off x="829440" y="1664815"/>
            <a:ext cx="7335360" cy="3593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6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2"/>
          <p:cNvSpPr txBox="1">
            <a:spLocks noChangeArrowheads="1"/>
          </p:cNvSpPr>
          <p:nvPr/>
        </p:nvSpPr>
        <p:spPr bwMode="auto">
          <a:xfrm>
            <a:off x="360000" y="1"/>
            <a:ext cx="8480160" cy="54005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defTabSz="447847" hangingPunct="0">
              <a:lnSpc>
                <a:spcPct val="102000"/>
              </a:lnSpc>
              <a:buClr>
                <a:srgbClr val="3366FF"/>
              </a:buClr>
              <a:buSzPct val="100000"/>
              <a:tabLst>
                <a:tab pos="0" algn="l"/>
                <a:tab pos="446407" algn="l"/>
                <a:tab pos="895693" algn="l"/>
                <a:tab pos="1344980" algn="l"/>
                <a:tab pos="1794266" algn="l"/>
                <a:tab pos="2243553" algn="l"/>
                <a:tab pos="2692840" algn="l"/>
                <a:tab pos="3142126" algn="l"/>
                <a:tab pos="3591413" algn="l"/>
                <a:tab pos="4040700" algn="l"/>
                <a:tab pos="4489986" algn="l"/>
                <a:tab pos="4939273" algn="l"/>
                <a:tab pos="5388560" algn="l"/>
                <a:tab pos="5837846" algn="l"/>
                <a:tab pos="6287133" algn="l"/>
                <a:tab pos="6736419" algn="l"/>
                <a:tab pos="7185706" algn="l"/>
                <a:tab pos="7634993" algn="l"/>
                <a:tab pos="8084279" algn="l"/>
                <a:tab pos="8532126" algn="l"/>
                <a:tab pos="8981413" algn="l"/>
              </a:tabLst>
              <a:defRPr/>
            </a:pPr>
            <a:r>
              <a:rPr lang="en-GB" sz="2000" b="1" dirty="0" err="1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Código</a:t>
            </a:r>
            <a:r>
              <a:rPr lang="en-GB" sz="2000" b="1" dirty="0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de </a:t>
            </a:r>
            <a:r>
              <a:rPr lang="en-GB" sz="2000" b="1" dirty="0" err="1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Conversão</a:t>
            </a:r>
            <a:endParaRPr lang="en-GB" dirty="0">
              <a:cs typeface="+mn-cs"/>
            </a:endParaRPr>
          </a:p>
        </p:txBody>
      </p:sp>
      <p:sp>
        <p:nvSpPr>
          <p:cNvPr id="78851" name="CaixaDeTexto 12"/>
          <p:cNvSpPr txBox="1">
            <a:spLocks noChangeArrowheads="1"/>
          </p:cNvSpPr>
          <p:nvPr/>
        </p:nvSpPr>
        <p:spPr bwMode="auto">
          <a:xfrm>
            <a:off x="1045441" y="816566"/>
            <a:ext cx="6933600" cy="3413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945" tIns="41473" rIns="82945" bIns="41473">
            <a:spAutoFit/>
          </a:bodyPr>
          <a:lstStyle/>
          <a:p>
            <a:pPr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itchFamily="2" charset="2"/>
              <a:buNone/>
            </a:pPr>
            <a:r>
              <a:rPr lang="en-US" b="1"/>
              <a:t>CONFIGURANDO A CONVERSAO</a:t>
            </a:r>
            <a:endParaRPr lang="pt-BR" b="1"/>
          </a:p>
        </p:txBody>
      </p:sp>
      <p:pic>
        <p:nvPicPr>
          <p:cNvPr id="12292" name="Picture 5"/>
          <p:cNvPicPr>
            <a:picLocks noChangeAspect="1" noChangeArrowheads="1"/>
          </p:cNvPicPr>
          <p:nvPr/>
        </p:nvPicPr>
        <p:blipFill>
          <a:blip r:embed="rId3" cstate="print"/>
          <a:srcRect r="7466"/>
          <a:stretch>
            <a:fillRect/>
          </a:stretch>
        </p:blipFill>
        <p:spPr bwMode="auto">
          <a:xfrm>
            <a:off x="1241280" y="1273094"/>
            <a:ext cx="6727680" cy="45436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2"/>
          <p:cNvSpPr txBox="1">
            <a:spLocks noChangeArrowheads="1"/>
          </p:cNvSpPr>
          <p:nvPr/>
        </p:nvSpPr>
        <p:spPr bwMode="auto">
          <a:xfrm>
            <a:off x="360000" y="1"/>
            <a:ext cx="8480160" cy="54005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defTabSz="447847" hangingPunct="0">
              <a:lnSpc>
                <a:spcPct val="102000"/>
              </a:lnSpc>
              <a:buClr>
                <a:srgbClr val="3366FF"/>
              </a:buClr>
              <a:buSzPct val="100000"/>
              <a:tabLst>
                <a:tab pos="0" algn="l"/>
                <a:tab pos="446407" algn="l"/>
                <a:tab pos="895693" algn="l"/>
                <a:tab pos="1344980" algn="l"/>
                <a:tab pos="1794266" algn="l"/>
                <a:tab pos="2243553" algn="l"/>
                <a:tab pos="2692840" algn="l"/>
                <a:tab pos="3142126" algn="l"/>
                <a:tab pos="3591413" algn="l"/>
                <a:tab pos="4040700" algn="l"/>
                <a:tab pos="4489986" algn="l"/>
                <a:tab pos="4939273" algn="l"/>
                <a:tab pos="5388560" algn="l"/>
                <a:tab pos="5837846" algn="l"/>
                <a:tab pos="6287133" algn="l"/>
                <a:tab pos="6736419" algn="l"/>
                <a:tab pos="7185706" algn="l"/>
                <a:tab pos="7634993" algn="l"/>
                <a:tab pos="8084279" algn="l"/>
                <a:tab pos="8532126" algn="l"/>
                <a:tab pos="8981413" algn="l"/>
              </a:tabLst>
              <a:defRPr/>
            </a:pPr>
            <a:r>
              <a:rPr lang="en-GB" sz="2000" b="1" dirty="0" err="1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Código</a:t>
            </a:r>
            <a:r>
              <a:rPr lang="en-GB" sz="2000" b="1" dirty="0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de </a:t>
            </a:r>
            <a:r>
              <a:rPr lang="en-GB" sz="2000" b="1" dirty="0" err="1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Conversão</a:t>
            </a:r>
            <a:endParaRPr lang="en-GB" dirty="0">
              <a:cs typeface="+mn-cs"/>
            </a:endParaRPr>
          </a:p>
        </p:txBody>
      </p:sp>
      <p:sp>
        <p:nvSpPr>
          <p:cNvPr id="80899" name="CaixaDeTexto 12"/>
          <p:cNvSpPr txBox="1">
            <a:spLocks noChangeArrowheads="1"/>
          </p:cNvSpPr>
          <p:nvPr/>
        </p:nvSpPr>
        <p:spPr bwMode="auto">
          <a:xfrm>
            <a:off x="1045441" y="816566"/>
            <a:ext cx="6933600" cy="3413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945" tIns="41473" rIns="82945" bIns="41473">
            <a:spAutoFit/>
          </a:bodyPr>
          <a:lstStyle/>
          <a:p>
            <a:pPr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itchFamily="2" charset="2"/>
              <a:buNone/>
            </a:pPr>
            <a:r>
              <a:rPr lang="en-US" b="1"/>
              <a:t>CONFIGURANDO A CONVERSAO</a:t>
            </a:r>
            <a:endParaRPr lang="pt-BR" b="1"/>
          </a:p>
        </p:txBody>
      </p:sp>
      <p:pic>
        <p:nvPicPr>
          <p:cNvPr id="13316" name="Picture 5"/>
          <p:cNvPicPr>
            <a:picLocks noChangeAspect="1" noChangeArrowheads="1"/>
          </p:cNvPicPr>
          <p:nvPr/>
        </p:nvPicPr>
        <p:blipFill>
          <a:blip r:embed="rId3" cstate="print"/>
          <a:srcRect b="3987"/>
          <a:stretch>
            <a:fillRect/>
          </a:stretch>
        </p:blipFill>
        <p:spPr bwMode="auto">
          <a:xfrm>
            <a:off x="914400" y="1273094"/>
            <a:ext cx="7511040" cy="45076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7" name="Rectangle 6"/>
          <p:cNvSpPr>
            <a:spLocks noChangeArrowheads="1"/>
          </p:cNvSpPr>
          <p:nvPr/>
        </p:nvSpPr>
        <p:spPr bwMode="auto">
          <a:xfrm>
            <a:off x="1045440" y="3560054"/>
            <a:ext cx="2351520" cy="1828992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wrap="none" lIns="82945" tIns="41473" rIns="82945" bIns="41473" anchor="ctr"/>
          <a:lstStyle/>
          <a:p>
            <a:pPr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itchFamily="2" charset="2"/>
              <a:buNone/>
            </a:pPr>
            <a:endParaRPr lang="pt-BR"/>
          </a:p>
        </p:txBody>
      </p:sp>
      <p:sp>
        <p:nvSpPr>
          <p:cNvPr id="80903" name="Text Box 7"/>
          <p:cNvSpPr txBox="1">
            <a:spLocks noChangeArrowheads="1"/>
          </p:cNvSpPr>
          <p:nvPr/>
        </p:nvSpPr>
        <p:spPr bwMode="auto">
          <a:xfrm>
            <a:off x="5532480" y="4474551"/>
            <a:ext cx="2761920" cy="1371929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lIns="82945" tIns="41473" rIns="82945" bIns="41473">
            <a:spAutoFit/>
          </a:bodyPr>
          <a:lstStyle/>
          <a:p>
            <a:pPr defTabSz="829452" hangingPunct="0">
              <a:lnSpc>
                <a:spcPct val="93000"/>
              </a:lnSpc>
              <a:buClr>
                <a:srgbClr val="000000"/>
              </a:buClr>
              <a:buSzPct val="45000"/>
            </a:pPr>
            <a:r>
              <a:rPr lang="en-US" dirty="0" err="1"/>
              <a:t>Colar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código</a:t>
            </a:r>
            <a:r>
              <a:rPr lang="en-US" dirty="0"/>
              <a:t> </a:t>
            </a:r>
            <a:r>
              <a:rPr lang="en-US" dirty="0" err="1"/>
              <a:t>onde</a:t>
            </a:r>
            <a:r>
              <a:rPr lang="en-US" dirty="0"/>
              <a:t> </a:t>
            </a:r>
            <a:r>
              <a:rPr lang="en-US" dirty="0" err="1"/>
              <a:t>você</a:t>
            </a:r>
            <a:r>
              <a:rPr lang="en-US" dirty="0"/>
              <a:t> </a:t>
            </a:r>
            <a:r>
              <a:rPr lang="en-US" dirty="0" err="1"/>
              <a:t>quer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seja</a:t>
            </a:r>
            <a:r>
              <a:rPr lang="en-US" dirty="0"/>
              <a:t> a </a:t>
            </a:r>
            <a:r>
              <a:rPr lang="en-US" dirty="0" err="1"/>
              <a:t>açao</a:t>
            </a:r>
            <a:r>
              <a:rPr lang="en-US" dirty="0"/>
              <a:t>. Ex: </a:t>
            </a:r>
            <a:r>
              <a:rPr lang="en-US" dirty="0" err="1"/>
              <a:t>Página</a:t>
            </a:r>
            <a:r>
              <a:rPr lang="en-US" dirty="0"/>
              <a:t> de </a:t>
            </a:r>
            <a:r>
              <a:rPr lang="en-US" dirty="0" err="1"/>
              <a:t>Agradecimento</a:t>
            </a:r>
            <a:r>
              <a:rPr lang="en-US" dirty="0"/>
              <a:t> de </a:t>
            </a:r>
            <a:r>
              <a:rPr lang="en-US" dirty="0" err="1"/>
              <a:t>Contato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9" grpId="0"/>
      <p:bldP spid="80903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lcão Envidraçado">
  <a:themeElements>
    <a:clrScheme name="Balcão Envidraçado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Balcão Envidraçado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Balcão Envidraçado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5332</TotalTime>
  <Words>1352</Words>
  <Application>Microsoft Office PowerPoint</Application>
  <PresentationFormat>Apresentação na tela (4:3)</PresentationFormat>
  <Paragraphs>351</Paragraphs>
  <Slides>63</Slides>
  <Notes>63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63</vt:i4>
      </vt:variant>
    </vt:vector>
  </HeadingPairs>
  <TitlesOfParts>
    <vt:vector size="64" baseType="lpstr">
      <vt:lpstr>Balcão Envidraçado</vt:lpstr>
      <vt:lpstr>Slide 1</vt:lpstr>
      <vt:lpstr>O Google sabe os desejos das pessoas</vt:lpstr>
      <vt:lpstr>Mercado de massa x mercado de Nicho</vt:lpstr>
      <vt:lpstr>Cauda longa para BUSCA</vt:lpstr>
      <vt:lpstr>Ciclo de Vida do Produto / Mercado</vt:lpstr>
      <vt:lpstr>Visão geral</vt:lpstr>
      <vt:lpstr>O que é o Google Adwords?</vt:lpstr>
      <vt:lpstr>Exemplo: Commit</vt:lpstr>
      <vt:lpstr>Objetivo da campanha</vt:lpstr>
      <vt:lpstr>Objetivo da Campanha II</vt:lpstr>
      <vt:lpstr>Objetivo da Campanha III</vt:lpstr>
      <vt:lpstr>Estratégia da Campanha</vt:lpstr>
      <vt:lpstr>Estratégia da Campanha II</vt:lpstr>
      <vt:lpstr>Estratégia da Campanha II Como o Google classifica os anúncios?</vt:lpstr>
      <vt:lpstr>Estratégia da campanha III</vt:lpstr>
      <vt:lpstr>Estratégia da campanha IV</vt:lpstr>
      <vt:lpstr>Metodologia</vt:lpstr>
      <vt:lpstr>Exemplo Commit</vt:lpstr>
      <vt:lpstr>Passo 1 – Análise do site da Commit</vt:lpstr>
      <vt:lpstr>Passo 2 – Análise da concorrência</vt:lpstr>
      <vt:lpstr>Passo 2 – Análise da concorrência II</vt:lpstr>
      <vt:lpstr>Passo 3 – Ferramenta de palavras-chave do Google </vt:lpstr>
      <vt:lpstr>Passo 3 – Ferramenta de palavras-chave do Google  II</vt:lpstr>
      <vt:lpstr>Passo 3 – Ferramenta de Palavras-Chave</vt:lpstr>
      <vt:lpstr>Passo 3 – Ferramenta de Palavras-Chave - Indicadores</vt:lpstr>
      <vt:lpstr>Passo 3 – Palavras-Chave – Tipos de correspondência</vt:lpstr>
      <vt:lpstr>Passo 4 – Agrupamento de palavras-chave por Grupos/Nichos lógicos</vt:lpstr>
      <vt:lpstr>Passo 4 – Agrupamento de palavras-chave por Grupos/Nichos lógicos</vt:lpstr>
      <vt:lpstr>Passo 4 – Agrupamento de palavras-chave por Grupos/Nichos lógicos</vt:lpstr>
      <vt:lpstr>Passo 4 – Agrupamento de palavras-chave por Grupos/Nichos lógicos</vt:lpstr>
      <vt:lpstr>Slide 31</vt:lpstr>
      <vt:lpstr>Execução</vt:lpstr>
      <vt:lpstr>Execução</vt:lpstr>
      <vt:lpstr>Execução</vt:lpstr>
      <vt:lpstr>Execução</vt:lpstr>
      <vt:lpstr>Execução</vt:lpstr>
      <vt:lpstr>Execução</vt:lpstr>
      <vt:lpstr>Google Analytics</vt:lpstr>
      <vt:lpstr>Execução</vt:lpstr>
      <vt:lpstr>execução</vt:lpstr>
      <vt:lpstr>Execução</vt:lpstr>
      <vt:lpstr>Execução</vt:lpstr>
      <vt:lpstr>Gestão e Relatórios</vt:lpstr>
      <vt:lpstr>Gestão e Relatórios</vt:lpstr>
      <vt:lpstr>Gestão e Relatórios</vt:lpstr>
      <vt:lpstr>Gestão e Relatórios</vt:lpstr>
      <vt:lpstr>Gestão e Relatórios</vt:lpstr>
      <vt:lpstr>Gestão e Relatórios</vt:lpstr>
      <vt:lpstr>Gestão e Relatórios</vt:lpstr>
      <vt:lpstr>Gestão e Relatórios</vt:lpstr>
      <vt:lpstr>Gestão e Relatórios</vt:lpstr>
      <vt:lpstr>Gestão e Relatórios</vt:lpstr>
      <vt:lpstr>Gestão e Relatórios</vt:lpstr>
      <vt:lpstr>Gestão e Relatórios</vt:lpstr>
      <vt:lpstr>Armijr@gmail.com Ariovaldo Miranda Junior</vt:lpstr>
      <vt:lpstr>Livros</vt:lpstr>
      <vt:lpstr>Sites e Softwares</vt:lpstr>
      <vt:lpstr>Gestão de Marketing Online</vt:lpstr>
      <vt:lpstr>Campanhas, anúncios e palavras-chave</vt:lpstr>
      <vt:lpstr>Conteúdo - Curva de palavras-chave</vt:lpstr>
      <vt:lpstr>Slide 61</vt:lpstr>
      <vt:lpstr>Slide 62</vt:lpstr>
      <vt:lpstr>Slide 63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Curso Google Adwords</dc:title>
  <dc:creator>JR</dc:creator>
  <cp:lastModifiedBy>Marcio</cp:lastModifiedBy>
  <cp:revision>157</cp:revision>
  <dcterms:created xsi:type="dcterms:W3CDTF">2010-01-16T22:08:33Z</dcterms:created>
  <dcterms:modified xsi:type="dcterms:W3CDTF">2010-02-06T15:13:07Z</dcterms:modified>
</cp:coreProperties>
</file>