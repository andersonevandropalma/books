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7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70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9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slides/slide7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s/slide7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s/slide80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slides/slide78.xml" ContentType="application/vnd.openxmlformats-officedocument.presentationml.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Layouts/slideLayout4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92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presProps" Target="presProps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57D47-6600-4F9E-9217-1F717CD1A14F}" type="datetimeFigureOut">
              <a:rPr lang="pt-BR" smtClean="0"/>
              <a:t>15/01/2013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32D0C-EB47-48AA-8583-62D04D897D95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57D47-6600-4F9E-9217-1F717CD1A14F}" type="datetimeFigureOut">
              <a:rPr lang="pt-BR" smtClean="0"/>
              <a:t>15/01/2013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32D0C-EB47-48AA-8583-62D04D897D95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57D47-6600-4F9E-9217-1F717CD1A14F}" type="datetimeFigureOut">
              <a:rPr lang="pt-BR" smtClean="0"/>
              <a:t>15/01/2013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32D0C-EB47-48AA-8583-62D04D897D95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57D47-6600-4F9E-9217-1F717CD1A14F}" type="datetimeFigureOut">
              <a:rPr lang="pt-BR" smtClean="0"/>
              <a:t>15/01/2013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32D0C-EB47-48AA-8583-62D04D897D95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57D47-6600-4F9E-9217-1F717CD1A14F}" type="datetimeFigureOut">
              <a:rPr lang="pt-BR" smtClean="0"/>
              <a:t>15/01/2013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32D0C-EB47-48AA-8583-62D04D897D95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57D47-6600-4F9E-9217-1F717CD1A14F}" type="datetimeFigureOut">
              <a:rPr lang="pt-BR" smtClean="0"/>
              <a:t>15/01/2013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32D0C-EB47-48AA-8583-62D04D897D95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57D47-6600-4F9E-9217-1F717CD1A14F}" type="datetimeFigureOut">
              <a:rPr lang="pt-BR" smtClean="0"/>
              <a:t>15/01/2013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32D0C-EB47-48AA-8583-62D04D897D95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57D47-6600-4F9E-9217-1F717CD1A14F}" type="datetimeFigureOut">
              <a:rPr lang="pt-BR" smtClean="0"/>
              <a:t>15/01/2013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32D0C-EB47-48AA-8583-62D04D897D95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57D47-6600-4F9E-9217-1F717CD1A14F}" type="datetimeFigureOut">
              <a:rPr lang="pt-BR" smtClean="0"/>
              <a:t>15/01/2013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32D0C-EB47-48AA-8583-62D04D897D95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57D47-6600-4F9E-9217-1F717CD1A14F}" type="datetimeFigureOut">
              <a:rPr lang="pt-BR" smtClean="0"/>
              <a:t>15/01/2013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32D0C-EB47-48AA-8583-62D04D897D95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57D47-6600-4F9E-9217-1F717CD1A14F}" type="datetimeFigureOut">
              <a:rPr lang="pt-BR" smtClean="0"/>
              <a:t>15/01/2013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32D0C-EB47-48AA-8583-62D04D897D95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657D47-6600-4F9E-9217-1F717CD1A14F}" type="datetimeFigureOut">
              <a:rPr lang="pt-BR" smtClean="0"/>
              <a:t>15/01/2013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932D0C-EB47-48AA-8583-62D04D897D95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 cstate="print"/>
          <a:srcRect l="13285" t="19485" r="17322" b="5311"/>
          <a:stretch>
            <a:fillRect/>
          </a:stretch>
        </p:blipFill>
        <p:spPr bwMode="auto">
          <a:xfrm>
            <a:off x="323528" y="404664"/>
            <a:ext cx="8460432" cy="5730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594" name="Picture 2"/>
          <p:cNvPicPr>
            <a:picLocks noChangeAspect="1" noChangeArrowheads="1"/>
          </p:cNvPicPr>
          <p:nvPr/>
        </p:nvPicPr>
        <p:blipFill>
          <a:blip r:embed="rId2" cstate="print"/>
          <a:srcRect l="15647" t="21375" r="14660" b="8696"/>
          <a:stretch>
            <a:fillRect/>
          </a:stretch>
        </p:blipFill>
        <p:spPr bwMode="auto">
          <a:xfrm>
            <a:off x="323528" y="980728"/>
            <a:ext cx="8496944" cy="53285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618" name="Picture 2"/>
          <p:cNvPicPr>
            <a:picLocks noChangeAspect="1" noChangeArrowheads="1"/>
          </p:cNvPicPr>
          <p:nvPr/>
        </p:nvPicPr>
        <p:blipFill>
          <a:blip r:embed="rId2" cstate="print"/>
          <a:srcRect l="15057" t="11925" r="17022" b="10586"/>
          <a:stretch>
            <a:fillRect/>
          </a:stretch>
        </p:blipFill>
        <p:spPr bwMode="auto">
          <a:xfrm>
            <a:off x="395536" y="476672"/>
            <a:ext cx="8280920" cy="5904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42" name="Picture 2"/>
          <p:cNvPicPr>
            <a:picLocks noChangeAspect="1" noChangeArrowheads="1"/>
          </p:cNvPicPr>
          <p:nvPr/>
        </p:nvPicPr>
        <p:blipFill>
          <a:blip r:embed="rId2" cstate="print"/>
          <a:srcRect l="16238" t="27990" r="15841" b="4916"/>
          <a:stretch>
            <a:fillRect/>
          </a:stretch>
        </p:blipFill>
        <p:spPr bwMode="auto">
          <a:xfrm>
            <a:off x="251520" y="836712"/>
            <a:ext cx="8280920" cy="51125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666" name="Picture 2"/>
          <p:cNvPicPr>
            <a:picLocks noChangeAspect="1" noChangeArrowheads="1"/>
          </p:cNvPicPr>
          <p:nvPr/>
        </p:nvPicPr>
        <p:blipFill>
          <a:blip r:embed="rId2" cstate="print"/>
          <a:srcRect l="15647" t="10035" r="16432" b="23816"/>
          <a:stretch>
            <a:fillRect/>
          </a:stretch>
        </p:blipFill>
        <p:spPr bwMode="auto">
          <a:xfrm>
            <a:off x="395536" y="764704"/>
            <a:ext cx="8280920" cy="5040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690" name="Picture 2"/>
          <p:cNvPicPr>
            <a:picLocks noChangeAspect="1" noChangeArrowheads="1"/>
          </p:cNvPicPr>
          <p:nvPr/>
        </p:nvPicPr>
        <p:blipFill>
          <a:blip r:embed="rId2" cstate="print"/>
          <a:srcRect l="16828" t="10980" r="19385" b="3971"/>
          <a:stretch>
            <a:fillRect/>
          </a:stretch>
        </p:blipFill>
        <p:spPr bwMode="auto">
          <a:xfrm>
            <a:off x="539552" y="188640"/>
            <a:ext cx="7776864" cy="64807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714" name="Picture 2"/>
          <p:cNvPicPr>
            <a:picLocks noChangeAspect="1" noChangeArrowheads="1"/>
          </p:cNvPicPr>
          <p:nvPr/>
        </p:nvPicPr>
        <p:blipFill>
          <a:blip r:embed="rId2" cstate="print"/>
          <a:srcRect l="16828" t="10980" r="16432" b="15311"/>
          <a:stretch>
            <a:fillRect/>
          </a:stretch>
        </p:blipFill>
        <p:spPr bwMode="auto">
          <a:xfrm>
            <a:off x="539552" y="764704"/>
            <a:ext cx="8136904" cy="56166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738" name="Picture 2"/>
          <p:cNvPicPr>
            <a:picLocks noChangeAspect="1" noChangeArrowheads="1"/>
          </p:cNvPicPr>
          <p:nvPr/>
        </p:nvPicPr>
        <p:blipFill>
          <a:blip r:embed="rId2" cstate="print"/>
          <a:srcRect l="15647" t="11925" r="14660" b="6806"/>
          <a:stretch>
            <a:fillRect/>
          </a:stretch>
        </p:blipFill>
        <p:spPr bwMode="auto">
          <a:xfrm>
            <a:off x="395536" y="188640"/>
            <a:ext cx="8496944" cy="6192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762" name="Picture 2"/>
          <p:cNvPicPr>
            <a:picLocks noChangeAspect="1" noChangeArrowheads="1"/>
          </p:cNvPicPr>
          <p:nvPr/>
        </p:nvPicPr>
        <p:blipFill>
          <a:blip r:embed="rId2" cstate="print"/>
          <a:srcRect l="16238" t="11925" r="14660" b="4916"/>
          <a:stretch>
            <a:fillRect/>
          </a:stretch>
        </p:blipFill>
        <p:spPr bwMode="auto">
          <a:xfrm>
            <a:off x="395536" y="260648"/>
            <a:ext cx="8424936" cy="63367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786" name="Picture 2"/>
          <p:cNvPicPr>
            <a:picLocks noChangeAspect="1" noChangeArrowheads="1"/>
          </p:cNvPicPr>
          <p:nvPr/>
        </p:nvPicPr>
        <p:blipFill>
          <a:blip r:embed="rId2" cstate="print"/>
          <a:srcRect l="16238" t="11925" r="15251" b="3971"/>
          <a:stretch>
            <a:fillRect/>
          </a:stretch>
        </p:blipFill>
        <p:spPr bwMode="auto">
          <a:xfrm>
            <a:off x="251520" y="332656"/>
            <a:ext cx="8352928" cy="6408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8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8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8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8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9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9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9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9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00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6512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3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3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3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4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4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4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4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5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5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5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5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0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6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6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6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6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7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7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7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79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524000" y="-38100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8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8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8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9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9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9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9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0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0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0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0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1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1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1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1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20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2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2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2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2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3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3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3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4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4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4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0</Words>
  <Application>Microsoft Office PowerPoint</Application>
  <PresentationFormat>Apresentação na tela (4:3)</PresentationFormat>
  <Paragraphs>0</Paragraphs>
  <Slides>80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80</vt:i4>
      </vt:variant>
    </vt:vector>
  </HeadingPairs>
  <TitlesOfParts>
    <vt:vector size="81" baseType="lpstr">
      <vt:lpstr>Tema do Office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Hugo</dc:creator>
  <cp:lastModifiedBy>Hugo</cp:lastModifiedBy>
  <cp:revision>4</cp:revision>
  <dcterms:created xsi:type="dcterms:W3CDTF">2013-01-15T10:32:02Z</dcterms:created>
  <dcterms:modified xsi:type="dcterms:W3CDTF">2013-01-15T11:15:21Z</dcterms:modified>
</cp:coreProperties>
</file>